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Default Extension="svg" ContentType="image/svg+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0"/>
  </p:notesMasterIdLst>
  <p:sldIdLst>
    <p:sldId id="271" r:id="rId5"/>
    <p:sldId id="300" r:id="rId6"/>
    <p:sldId id="258" r:id="rId7"/>
    <p:sldId id="288" r:id="rId8"/>
    <p:sldId id="290" r:id="rId9"/>
    <p:sldId id="305" r:id="rId10"/>
    <p:sldId id="306" r:id="rId11"/>
    <p:sldId id="311" r:id="rId12"/>
    <p:sldId id="307" r:id="rId13"/>
    <p:sldId id="310" r:id="rId14"/>
    <p:sldId id="309" r:id="rId15"/>
    <p:sldId id="312" r:id="rId16"/>
    <p:sldId id="313" r:id="rId17"/>
    <p:sldId id="314" r:id="rId18"/>
    <p:sldId id="285" r:id="rId19"/>
    <p:sldId id="316" r:id="rId20"/>
    <p:sldId id="317" r:id="rId21"/>
    <p:sldId id="318" r:id="rId22"/>
    <p:sldId id="319" r:id="rId23"/>
    <p:sldId id="299" r:id="rId24"/>
    <p:sldId id="287" r:id="rId25"/>
    <p:sldId id="301" r:id="rId26"/>
    <p:sldId id="302" r:id="rId27"/>
    <p:sldId id="303" r:id="rId28"/>
    <p:sldId id="30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C18996-257C-455E-A0F6-8C8A9F546647}" v="788" dt="2023-12-25T04:38:12.924"/>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10"/>
    <p:restoredTop sz="94689"/>
  </p:normalViewPr>
  <p:slideViewPr>
    <p:cSldViewPr snapToGrid="0">
      <p:cViewPr varScale="1">
        <p:scale>
          <a:sx n="61" d="100"/>
          <a:sy n="61" d="100"/>
        </p:scale>
        <p:origin x="-760" y="-5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hna Suresh B V N V" userId="46cc3a3c-d6e3-4f9f-b2e6-2a3b85efca88" providerId="ADAL" clId="{06C18996-257C-455E-A0F6-8C8A9F546647}"/>
    <pc:docChg chg="undo custSel addSld modSld sldOrd">
      <pc:chgData name="Krishna Suresh B V N V" userId="46cc3a3c-d6e3-4f9f-b2e6-2a3b85efca88" providerId="ADAL" clId="{06C18996-257C-455E-A0F6-8C8A9F546647}" dt="2023-12-25T04:41:44.612" v="5749" actId="20577"/>
      <pc:docMkLst>
        <pc:docMk/>
      </pc:docMkLst>
      <pc:sldChg chg="addSp modSp mod">
        <pc:chgData name="Krishna Suresh B V N V" userId="46cc3a3c-d6e3-4f9f-b2e6-2a3b85efca88" providerId="ADAL" clId="{06C18996-257C-455E-A0F6-8C8A9F546647}" dt="2023-12-25T03:24:20.223" v="688" actId="1076"/>
        <pc:sldMkLst>
          <pc:docMk/>
          <pc:sldMk cId="4069052342" sldId="258"/>
        </pc:sldMkLst>
        <pc:spChg chg="mod">
          <ac:chgData name="Krishna Suresh B V N V" userId="46cc3a3c-d6e3-4f9f-b2e6-2a3b85efca88" providerId="ADAL" clId="{06C18996-257C-455E-A0F6-8C8A9F546647}" dt="2023-12-25T03:09:41.853" v="307" actId="20577"/>
          <ac:spMkLst>
            <pc:docMk/>
            <pc:sldMk cId="4069052342" sldId="258"/>
            <ac:spMk id="23" creationId="{9EB8A4A0-26E8-41C7-BE65-3B55B361B40D}"/>
          </ac:spMkLst>
        </pc:spChg>
        <pc:spChg chg="mod">
          <ac:chgData name="Krishna Suresh B V N V" userId="46cc3a3c-d6e3-4f9f-b2e6-2a3b85efca88" providerId="ADAL" clId="{06C18996-257C-455E-A0F6-8C8A9F546647}" dt="2023-12-25T03:23:21.068" v="682" actId="1076"/>
          <ac:spMkLst>
            <pc:docMk/>
            <pc:sldMk cId="4069052342" sldId="258"/>
            <ac:spMk id="53" creationId="{00000000-0000-0000-0000-000000000000}"/>
          </ac:spMkLst>
        </pc:spChg>
        <pc:picChg chg="add mod">
          <ac:chgData name="Krishna Suresh B V N V" userId="46cc3a3c-d6e3-4f9f-b2e6-2a3b85efca88" providerId="ADAL" clId="{06C18996-257C-455E-A0F6-8C8A9F546647}" dt="2023-12-25T03:24:20.223" v="688" actId="1076"/>
          <ac:picMkLst>
            <pc:docMk/>
            <pc:sldMk cId="4069052342" sldId="258"/>
            <ac:picMk id="1026" creationId="{C9BF08A2-0256-8B79-C439-BF3FF440C4F2}"/>
          </ac:picMkLst>
        </pc:picChg>
      </pc:sldChg>
      <pc:sldChg chg="modSp mod">
        <pc:chgData name="Krishna Suresh B V N V" userId="46cc3a3c-d6e3-4f9f-b2e6-2a3b85efca88" providerId="ADAL" clId="{06C18996-257C-455E-A0F6-8C8A9F546647}" dt="2023-12-25T04:41:44.612" v="5749" actId="20577"/>
        <pc:sldMkLst>
          <pc:docMk/>
          <pc:sldMk cId="0" sldId="271"/>
        </pc:sldMkLst>
        <pc:spChg chg="mod">
          <ac:chgData name="Krishna Suresh B V N V" userId="46cc3a3c-d6e3-4f9f-b2e6-2a3b85efca88" providerId="ADAL" clId="{06C18996-257C-455E-A0F6-8C8A9F546647}" dt="2023-12-25T02:57:00.366" v="48" actId="1036"/>
          <ac:spMkLst>
            <pc:docMk/>
            <pc:sldMk cId="0" sldId="271"/>
            <ac:spMk id="2" creationId="{6398423B-5803-30F8-31C4-BF716BD7197E}"/>
          </ac:spMkLst>
        </pc:spChg>
        <pc:spChg chg="mod">
          <ac:chgData name="Krishna Suresh B V N V" userId="46cc3a3c-d6e3-4f9f-b2e6-2a3b85efca88" providerId="ADAL" clId="{06C18996-257C-455E-A0F6-8C8A9F546647}" dt="2023-12-25T02:46:48.552" v="46" actId="20577"/>
          <ac:spMkLst>
            <pc:docMk/>
            <pc:sldMk cId="0" sldId="271"/>
            <ac:spMk id="8" creationId="{7153E61F-4441-DBE3-3DFF-6E9EF6C48D23}"/>
          </ac:spMkLst>
        </pc:spChg>
        <pc:spChg chg="mod">
          <ac:chgData name="Krishna Suresh B V N V" userId="46cc3a3c-d6e3-4f9f-b2e6-2a3b85efca88" providerId="ADAL" clId="{06C18996-257C-455E-A0F6-8C8A9F546647}" dt="2023-12-25T04:41:44.612" v="5749" actId="20577"/>
          <ac:spMkLst>
            <pc:docMk/>
            <pc:sldMk cId="0" sldId="271"/>
            <ac:spMk id="476" creationId="{00000000-0000-0000-0000-000000000000}"/>
          </ac:spMkLst>
        </pc:spChg>
      </pc:sldChg>
      <pc:sldChg chg="addSp delSp modSp mod ord delAnim modAnim">
        <pc:chgData name="Krishna Suresh B V N V" userId="46cc3a3c-d6e3-4f9f-b2e6-2a3b85efca88" providerId="ADAL" clId="{06C18996-257C-455E-A0F6-8C8A9F546647}" dt="2023-12-25T04:18:17.069" v="4345" actId="20577"/>
        <pc:sldMkLst>
          <pc:docMk/>
          <pc:sldMk cId="126962933" sldId="285"/>
        </pc:sldMkLst>
        <pc:spChg chg="add mod">
          <ac:chgData name="Krishna Suresh B V N V" userId="46cc3a3c-d6e3-4f9f-b2e6-2a3b85efca88" providerId="ADAL" clId="{06C18996-257C-455E-A0F6-8C8A9F546647}" dt="2023-12-25T04:10:16.145" v="4205"/>
          <ac:spMkLst>
            <pc:docMk/>
            <pc:sldMk cId="126962933" sldId="285"/>
            <ac:spMk id="2" creationId="{F11E4390-10C3-84D0-99DD-DD9053CA7920}"/>
          </ac:spMkLst>
        </pc:spChg>
        <pc:spChg chg="add mod">
          <ac:chgData name="Krishna Suresh B V N V" userId="46cc3a3c-d6e3-4f9f-b2e6-2a3b85efca88" providerId="ADAL" clId="{06C18996-257C-455E-A0F6-8C8A9F546647}" dt="2023-12-25T04:14:37.364" v="4323" actId="20577"/>
          <ac:spMkLst>
            <pc:docMk/>
            <pc:sldMk cId="126962933" sldId="285"/>
            <ac:spMk id="3" creationId="{1C262D20-E186-3840-5084-173F26C6B852}"/>
          </ac:spMkLst>
        </pc:spChg>
        <pc:spChg chg="del mod">
          <ac:chgData name="Krishna Suresh B V N V" userId="46cc3a3c-d6e3-4f9f-b2e6-2a3b85efca88" providerId="ADAL" clId="{06C18996-257C-455E-A0F6-8C8A9F546647}" dt="2023-12-25T04:10:15.560" v="4204" actId="478"/>
          <ac:spMkLst>
            <pc:docMk/>
            <pc:sldMk cId="126962933" sldId="285"/>
            <ac:spMk id="4" creationId="{54D31061-350D-4864-BF25-E3C3C4699CDC}"/>
          </ac:spMkLst>
        </pc:spChg>
        <pc:spChg chg="mod">
          <ac:chgData name="Krishna Suresh B V N V" userId="46cc3a3c-d6e3-4f9f-b2e6-2a3b85efca88" providerId="ADAL" clId="{06C18996-257C-455E-A0F6-8C8A9F546647}" dt="2023-12-25T04:18:17.069" v="4345" actId="20577"/>
          <ac:spMkLst>
            <pc:docMk/>
            <pc:sldMk cId="126962933" sldId="285"/>
            <ac:spMk id="13" creationId="{00000000-0000-0000-0000-000000000000}"/>
          </ac:spMkLst>
        </pc:spChg>
      </pc:sldChg>
      <pc:sldChg chg="modSp mod">
        <pc:chgData name="Krishna Suresh B V N V" userId="46cc3a3c-d6e3-4f9f-b2e6-2a3b85efca88" providerId="ADAL" clId="{06C18996-257C-455E-A0F6-8C8A9F546647}" dt="2023-12-25T04:31:54.760" v="5173" actId="6549"/>
        <pc:sldMkLst>
          <pc:docMk/>
          <pc:sldMk cId="4254978408" sldId="287"/>
        </pc:sldMkLst>
        <pc:spChg chg="mod">
          <ac:chgData name="Krishna Suresh B V N V" userId="46cc3a3c-d6e3-4f9f-b2e6-2a3b85efca88" providerId="ADAL" clId="{06C18996-257C-455E-A0F6-8C8A9F546647}" dt="2023-12-25T04:31:54.760" v="5173" actId="6549"/>
          <ac:spMkLst>
            <pc:docMk/>
            <pc:sldMk cId="4254978408" sldId="287"/>
            <ac:spMk id="18" creationId="{00000000-0000-0000-0000-000000000000}"/>
          </ac:spMkLst>
        </pc:spChg>
      </pc:sldChg>
      <pc:sldChg chg="addSp delSp modSp mod delAnim">
        <pc:chgData name="Krishna Suresh B V N V" userId="46cc3a3c-d6e3-4f9f-b2e6-2a3b85efca88" providerId="ADAL" clId="{06C18996-257C-455E-A0F6-8C8A9F546647}" dt="2023-12-25T03:34:49.632" v="1033" actId="20577"/>
        <pc:sldMkLst>
          <pc:docMk/>
          <pc:sldMk cId="680355262" sldId="288"/>
        </pc:sldMkLst>
        <pc:spChg chg="del">
          <ac:chgData name="Krishna Suresh B V N V" userId="46cc3a3c-d6e3-4f9f-b2e6-2a3b85efca88" providerId="ADAL" clId="{06C18996-257C-455E-A0F6-8C8A9F546647}" dt="2023-12-25T03:26:21.590" v="751" actId="478"/>
          <ac:spMkLst>
            <pc:docMk/>
            <pc:sldMk cId="680355262" sldId="288"/>
            <ac:spMk id="2" creationId="{00000000-0000-0000-0000-000000000000}"/>
          </ac:spMkLst>
        </pc:spChg>
        <pc:spChg chg="add del mod">
          <ac:chgData name="Krishna Suresh B V N V" userId="46cc3a3c-d6e3-4f9f-b2e6-2a3b85efca88" providerId="ADAL" clId="{06C18996-257C-455E-A0F6-8C8A9F546647}" dt="2023-12-25T03:24:50.990" v="690" actId="478"/>
          <ac:spMkLst>
            <pc:docMk/>
            <pc:sldMk cId="680355262" sldId="288"/>
            <ac:spMk id="3" creationId="{900CB56C-9ACD-F0C7-CC13-D8C8F3611B70}"/>
          </ac:spMkLst>
        </pc:spChg>
        <pc:spChg chg="mod">
          <ac:chgData name="Krishna Suresh B V N V" userId="46cc3a3c-d6e3-4f9f-b2e6-2a3b85efca88" providerId="ADAL" clId="{06C18996-257C-455E-A0F6-8C8A9F546647}" dt="2023-12-25T03:26:01.918" v="749" actId="20577"/>
          <ac:spMkLst>
            <pc:docMk/>
            <pc:sldMk cId="680355262" sldId="288"/>
            <ac:spMk id="4" creationId="{39DC903D-9003-4F3D-87E9-EE7D5BEB5D03}"/>
          </ac:spMkLst>
        </pc:spChg>
        <pc:spChg chg="add mod">
          <ac:chgData name="Krishna Suresh B V N V" userId="46cc3a3c-d6e3-4f9f-b2e6-2a3b85efca88" providerId="ADAL" clId="{06C18996-257C-455E-A0F6-8C8A9F546647}" dt="2023-12-25T03:32:37.734" v="1027" actId="1076"/>
          <ac:spMkLst>
            <pc:docMk/>
            <pc:sldMk cId="680355262" sldId="288"/>
            <ac:spMk id="6" creationId="{38D22C47-19E7-D0A5-602B-8F118BE236C4}"/>
          </ac:spMkLst>
        </pc:spChg>
        <pc:spChg chg="del">
          <ac:chgData name="Krishna Suresh B V N V" userId="46cc3a3c-d6e3-4f9f-b2e6-2a3b85efca88" providerId="ADAL" clId="{06C18996-257C-455E-A0F6-8C8A9F546647}" dt="2023-12-25T03:26:15.279" v="750" actId="478"/>
          <ac:spMkLst>
            <pc:docMk/>
            <pc:sldMk cId="680355262" sldId="288"/>
            <ac:spMk id="7" creationId="{39DC903D-9003-4F3D-87E9-EE7D5BEB5D03}"/>
          </ac:spMkLst>
        </pc:spChg>
        <pc:spChg chg="add mod">
          <ac:chgData name="Krishna Suresh B V N V" userId="46cc3a3c-d6e3-4f9f-b2e6-2a3b85efca88" providerId="ADAL" clId="{06C18996-257C-455E-A0F6-8C8A9F546647}" dt="2023-12-25T03:34:49.632" v="1033" actId="20577"/>
          <ac:spMkLst>
            <pc:docMk/>
            <pc:sldMk cId="680355262" sldId="288"/>
            <ac:spMk id="8" creationId="{4023E793-ABA3-F5D1-A934-8F6010CD2776}"/>
          </ac:spMkLst>
        </pc:spChg>
        <pc:picChg chg="del">
          <ac:chgData name="Krishna Suresh B V N V" userId="46cc3a3c-d6e3-4f9f-b2e6-2a3b85efca88" providerId="ADAL" clId="{06C18996-257C-455E-A0F6-8C8A9F546647}" dt="2023-12-25T03:24:38.352" v="689" actId="478"/>
          <ac:picMkLst>
            <pc:docMk/>
            <pc:sldMk cId="680355262" sldId="288"/>
            <ac:picMk id="5" creationId="{00000000-0000-0000-0000-000000000000}"/>
          </ac:picMkLst>
        </pc:picChg>
        <pc:picChg chg="add mod">
          <ac:chgData name="Krishna Suresh B V N V" userId="46cc3a3c-d6e3-4f9f-b2e6-2a3b85efca88" providerId="ADAL" clId="{06C18996-257C-455E-A0F6-8C8A9F546647}" dt="2023-12-25T03:32:58.966" v="1030" actId="14100"/>
          <ac:picMkLst>
            <pc:docMk/>
            <pc:sldMk cId="680355262" sldId="288"/>
            <ac:picMk id="2050" creationId="{4E8BE09E-C2B3-F5F0-B34B-F3F292D1ED15}"/>
          </ac:picMkLst>
        </pc:picChg>
      </pc:sldChg>
      <pc:sldChg chg="addSp delSp modSp mod">
        <pc:chgData name="Krishna Suresh B V N V" userId="46cc3a3c-d6e3-4f9f-b2e6-2a3b85efca88" providerId="ADAL" clId="{06C18996-257C-455E-A0F6-8C8A9F546647}" dt="2023-12-25T03:36:59.573" v="1202" actId="14100"/>
        <pc:sldMkLst>
          <pc:docMk/>
          <pc:sldMk cId="3385424300" sldId="290"/>
        </pc:sldMkLst>
        <pc:spChg chg="mod">
          <ac:chgData name="Krishna Suresh B V N V" userId="46cc3a3c-d6e3-4f9f-b2e6-2a3b85efca88" providerId="ADAL" clId="{06C18996-257C-455E-A0F6-8C8A9F546647}" dt="2023-12-25T03:36:27.485" v="1197" actId="6549"/>
          <ac:spMkLst>
            <pc:docMk/>
            <pc:sldMk cId="3385424300" sldId="290"/>
            <ac:spMk id="13" creationId="{00000000-0000-0000-0000-000000000000}"/>
          </ac:spMkLst>
        </pc:spChg>
        <pc:picChg chg="del">
          <ac:chgData name="Krishna Suresh B V N V" userId="46cc3a3c-d6e3-4f9f-b2e6-2a3b85efca88" providerId="ADAL" clId="{06C18996-257C-455E-A0F6-8C8A9F546647}" dt="2023-12-25T03:36:19.645" v="1196" actId="478"/>
          <ac:picMkLst>
            <pc:docMk/>
            <pc:sldMk cId="3385424300" sldId="290"/>
            <ac:picMk id="5" creationId="{00000000-0000-0000-0000-000000000000}"/>
          </ac:picMkLst>
        </pc:picChg>
        <pc:picChg chg="del">
          <ac:chgData name="Krishna Suresh B V N V" userId="46cc3a3c-d6e3-4f9f-b2e6-2a3b85efca88" providerId="ADAL" clId="{06C18996-257C-455E-A0F6-8C8A9F546647}" dt="2023-12-25T03:36:30.511" v="1198" actId="478"/>
          <ac:picMkLst>
            <pc:docMk/>
            <pc:sldMk cId="3385424300" sldId="290"/>
            <ac:picMk id="7" creationId="{00000000-0000-0000-0000-000000000000}"/>
          </ac:picMkLst>
        </pc:picChg>
        <pc:picChg chg="add mod">
          <ac:chgData name="Krishna Suresh B V N V" userId="46cc3a3c-d6e3-4f9f-b2e6-2a3b85efca88" providerId="ADAL" clId="{06C18996-257C-455E-A0F6-8C8A9F546647}" dt="2023-12-25T03:36:59.573" v="1202" actId="14100"/>
          <ac:picMkLst>
            <pc:docMk/>
            <pc:sldMk cId="3385424300" sldId="290"/>
            <ac:picMk id="3074" creationId="{2D181660-809A-9660-122B-D2E43A9DA948}"/>
          </ac:picMkLst>
        </pc:picChg>
      </pc:sldChg>
      <pc:sldChg chg="modSp mod">
        <pc:chgData name="Krishna Suresh B V N V" userId="46cc3a3c-d6e3-4f9f-b2e6-2a3b85efca88" providerId="ADAL" clId="{06C18996-257C-455E-A0F6-8C8A9F546647}" dt="2023-12-25T04:09:15.098" v="4193" actId="255"/>
        <pc:sldMkLst>
          <pc:docMk/>
          <pc:sldMk cId="1300146341" sldId="299"/>
        </pc:sldMkLst>
        <pc:spChg chg="mod">
          <ac:chgData name="Krishna Suresh B V N V" userId="46cc3a3c-d6e3-4f9f-b2e6-2a3b85efca88" providerId="ADAL" clId="{06C18996-257C-455E-A0F6-8C8A9F546647}" dt="2023-12-25T04:07:31.973" v="3970" actId="20577"/>
          <ac:spMkLst>
            <pc:docMk/>
            <pc:sldMk cId="1300146341" sldId="299"/>
            <ac:spMk id="4" creationId="{18B84F3E-0BAB-4FEE-A20F-074E440ADCC6}"/>
          </ac:spMkLst>
        </pc:spChg>
        <pc:spChg chg="mod">
          <ac:chgData name="Krishna Suresh B V N V" userId="46cc3a3c-d6e3-4f9f-b2e6-2a3b85efca88" providerId="ADAL" clId="{06C18996-257C-455E-A0F6-8C8A9F546647}" dt="2023-12-25T04:09:15.098" v="4193" actId="255"/>
          <ac:spMkLst>
            <pc:docMk/>
            <pc:sldMk cId="1300146341" sldId="299"/>
            <ac:spMk id="17" creationId="{00000000-0000-0000-0000-000000000000}"/>
          </ac:spMkLst>
        </pc:spChg>
      </pc:sldChg>
      <pc:sldChg chg="modSp mod">
        <pc:chgData name="Krishna Suresh B V N V" userId="46cc3a3c-d6e3-4f9f-b2e6-2a3b85efca88" providerId="ADAL" clId="{06C18996-257C-455E-A0F6-8C8A9F546647}" dt="2023-12-25T03:09:17.233" v="288" actId="20577"/>
        <pc:sldMkLst>
          <pc:docMk/>
          <pc:sldMk cId="1388607984" sldId="300"/>
        </pc:sldMkLst>
        <pc:spChg chg="mod">
          <ac:chgData name="Krishna Suresh B V N V" userId="46cc3a3c-d6e3-4f9f-b2e6-2a3b85efca88" providerId="ADAL" clId="{06C18996-257C-455E-A0F6-8C8A9F546647}" dt="2023-12-25T02:57:37.189" v="105" actId="20577"/>
          <ac:spMkLst>
            <pc:docMk/>
            <pc:sldMk cId="1388607984" sldId="300"/>
            <ac:spMk id="5" creationId="{D7C61438-200D-827A-D4DD-5B5127AFA187}"/>
          </ac:spMkLst>
        </pc:spChg>
        <pc:spChg chg="mod">
          <ac:chgData name="Krishna Suresh B V N V" userId="46cc3a3c-d6e3-4f9f-b2e6-2a3b85efca88" providerId="ADAL" clId="{06C18996-257C-455E-A0F6-8C8A9F546647}" dt="2023-12-25T03:08:12.823" v="224" actId="20577"/>
          <ac:spMkLst>
            <pc:docMk/>
            <pc:sldMk cId="1388607984" sldId="300"/>
            <ac:spMk id="9" creationId="{2B5EAD4E-C007-9DE7-A40A-12802D3C9611}"/>
          </ac:spMkLst>
        </pc:spChg>
        <pc:spChg chg="mod">
          <ac:chgData name="Krishna Suresh B V N V" userId="46cc3a3c-d6e3-4f9f-b2e6-2a3b85efca88" providerId="ADAL" clId="{06C18996-257C-455E-A0F6-8C8A9F546647}" dt="2023-12-25T03:09:17.233" v="288" actId="20577"/>
          <ac:spMkLst>
            <pc:docMk/>
            <pc:sldMk cId="1388607984" sldId="300"/>
            <ac:spMk id="37" creationId="{B0BB8E68-8B73-12DE-615E-1091F19A9A9A}"/>
          </ac:spMkLst>
        </pc:spChg>
      </pc:sldChg>
      <pc:sldChg chg="modSp modAnim">
        <pc:chgData name="Krishna Suresh B V N V" userId="46cc3a3c-d6e3-4f9f-b2e6-2a3b85efca88" providerId="ADAL" clId="{06C18996-257C-455E-A0F6-8C8A9F546647}" dt="2023-12-25T04:38:12.923" v="5528" actId="20577"/>
        <pc:sldMkLst>
          <pc:docMk/>
          <pc:sldMk cId="4192766172" sldId="301"/>
        </pc:sldMkLst>
        <pc:spChg chg="mod">
          <ac:chgData name="Krishna Suresh B V N V" userId="46cc3a3c-d6e3-4f9f-b2e6-2a3b85efca88" providerId="ADAL" clId="{06C18996-257C-455E-A0F6-8C8A9F546647}" dt="2023-12-25T04:32:51.886" v="5198" actId="20577"/>
          <ac:spMkLst>
            <pc:docMk/>
            <pc:sldMk cId="4192766172" sldId="301"/>
            <ac:spMk id="7" creationId="{AE3D0AA7-0A5F-7BD6-7BC7-1D38F326B8B4}"/>
          </ac:spMkLst>
        </pc:spChg>
        <pc:spChg chg="mod">
          <ac:chgData name="Krishna Suresh B V N V" userId="46cc3a3c-d6e3-4f9f-b2e6-2a3b85efca88" providerId="ADAL" clId="{06C18996-257C-455E-A0F6-8C8A9F546647}" dt="2023-12-25T04:35:51.173" v="5378" actId="20577"/>
          <ac:spMkLst>
            <pc:docMk/>
            <pc:sldMk cId="4192766172" sldId="301"/>
            <ac:spMk id="11" creationId="{5D8B791C-9B35-CF16-C192-D202E0DB9A60}"/>
          </ac:spMkLst>
        </pc:spChg>
        <pc:spChg chg="mod">
          <ac:chgData name="Krishna Suresh B V N V" userId="46cc3a3c-d6e3-4f9f-b2e6-2a3b85efca88" providerId="ADAL" clId="{06C18996-257C-455E-A0F6-8C8A9F546647}" dt="2023-12-25T04:36:40.562" v="5450" actId="20577"/>
          <ac:spMkLst>
            <pc:docMk/>
            <pc:sldMk cId="4192766172" sldId="301"/>
            <ac:spMk id="13" creationId="{BB41B87C-BE5F-4BF2-531D-57DC21D1A451}"/>
          </ac:spMkLst>
        </pc:spChg>
        <pc:spChg chg="mod">
          <ac:chgData name="Krishna Suresh B V N V" userId="46cc3a3c-d6e3-4f9f-b2e6-2a3b85efca88" providerId="ADAL" clId="{06C18996-257C-455E-A0F6-8C8A9F546647}" dt="2023-12-25T04:38:12.923" v="5528" actId="20577"/>
          <ac:spMkLst>
            <pc:docMk/>
            <pc:sldMk cId="4192766172" sldId="301"/>
            <ac:spMk id="14" creationId="{7E00138C-2256-5D01-E821-A57ADA3BBCB0}"/>
          </ac:spMkLst>
        </pc:spChg>
      </pc:sldChg>
      <pc:sldChg chg="modSp mod">
        <pc:chgData name="Krishna Suresh B V N V" userId="46cc3a3c-d6e3-4f9f-b2e6-2a3b85efca88" providerId="ADAL" clId="{06C18996-257C-455E-A0F6-8C8A9F546647}" dt="2023-12-25T04:39:34.197" v="5743" actId="20577"/>
        <pc:sldMkLst>
          <pc:docMk/>
          <pc:sldMk cId="2602073769" sldId="302"/>
        </pc:sldMkLst>
        <pc:spChg chg="mod">
          <ac:chgData name="Krishna Suresh B V N V" userId="46cc3a3c-d6e3-4f9f-b2e6-2a3b85efca88" providerId="ADAL" clId="{06C18996-257C-455E-A0F6-8C8A9F546647}" dt="2023-12-25T04:39:34.197" v="5743" actId="20577"/>
          <ac:spMkLst>
            <pc:docMk/>
            <pc:sldMk cId="2602073769" sldId="302"/>
            <ac:spMk id="9" creationId="{00000000-0000-0000-0000-000000000000}"/>
          </ac:spMkLst>
        </pc:spChg>
      </pc:sldChg>
      <pc:sldChg chg="modSp mod">
        <pc:chgData name="Krishna Suresh B V N V" userId="46cc3a3c-d6e3-4f9f-b2e6-2a3b85efca88" providerId="ADAL" clId="{06C18996-257C-455E-A0F6-8C8A9F546647}" dt="2023-12-25T03:39:43.741" v="1381" actId="5793"/>
        <pc:sldMkLst>
          <pc:docMk/>
          <pc:sldMk cId="3385424300" sldId="305"/>
        </pc:sldMkLst>
        <pc:spChg chg="mod">
          <ac:chgData name="Krishna Suresh B V N V" userId="46cc3a3c-d6e3-4f9f-b2e6-2a3b85efca88" providerId="ADAL" clId="{06C18996-257C-455E-A0F6-8C8A9F546647}" dt="2023-12-25T03:39:43.741" v="1381" actId="5793"/>
          <ac:spMkLst>
            <pc:docMk/>
            <pc:sldMk cId="3385424300" sldId="305"/>
            <ac:spMk id="2" creationId="{00000000-0000-0000-0000-000000000000}"/>
          </ac:spMkLst>
        </pc:spChg>
        <pc:spChg chg="mod">
          <ac:chgData name="Krishna Suresh B V N V" userId="46cc3a3c-d6e3-4f9f-b2e6-2a3b85efca88" providerId="ADAL" clId="{06C18996-257C-455E-A0F6-8C8A9F546647}" dt="2023-12-25T03:37:40.292" v="1238" actId="20577"/>
          <ac:spMkLst>
            <pc:docMk/>
            <pc:sldMk cId="3385424300" sldId="305"/>
            <ac:spMk id="6" creationId="{0F2E30D4-6F86-49D1-9276-85CE0E9B3E3E}"/>
          </ac:spMkLst>
        </pc:spChg>
      </pc:sldChg>
      <pc:sldChg chg="modSp mod">
        <pc:chgData name="Krishna Suresh B V N V" userId="46cc3a3c-d6e3-4f9f-b2e6-2a3b85efca88" providerId="ADAL" clId="{06C18996-257C-455E-A0F6-8C8A9F546647}" dt="2023-12-25T03:45:18.204" v="1980" actId="20577"/>
        <pc:sldMkLst>
          <pc:docMk/>
          <pc:sldMk cId="3142842744" sldId="306"/>
        </pc:sldMkLst>
        <pc:spChg chg="mod">
          <ac:chgData name="Krishna Suresh B V N V" userId="46cc3a3c-d6e3-4f9f-b2e6-2a3b85efca88" providerId="ADAL" clId="{06C18996-257C-455E-A0F6-8C8A9F546647}" dt="2023-12-25T03:45:18.204" v="1980" actId="20577"/>
          <ac:spMkLst>
            <pc:docMk/>
            <pc:sldMk cId="3142842744" sldId="306"/>
            <ac:spMk id="2" creationId="{00000000-0000-0000-0000-000000000000}"/>
          </ac:spMkLst>
        </pc:spChg>
        <pc:spChg chg="mod">
          <ac:chgData name="Krishna Suresh B V N V" userId="46cc3a3c-d6e3-4f9f-b2e6-2a3b85efca88" providerId="ADAL" clId="{06C18996-257C-455E-A0F6-8C8A9F546647}" dt="2023-12-25T03:40:16.173" v="1383"/>
          <ac:spMkLst>
            <pc:docMk/>
            <pc:sldMk cId="3142842744" sldId="306"/>
            <ac:spMk id="6" creationId="{0F2E30D4-6F86-49D1-9276-85CE0E9B3E3E}"/>
          </ac:spMkLst>
        </pc:spChg>
      </pc:sldChg>
      <pc:sldChg chg="addSp delSp modSp mod delAnim modAnim">
        <pc:chgData name="Krishna Suresh B V N V" userId="46cc3a3c-d6e3-4f9f-b2e6-2a3b85efca88" providerId="ADAL" clId="{06C18996-257C-455E-A0F6-8C8A9F546647}" dt="2023-12-25T03:53:07.495" v="2642" actId="20577"/>
        <pc:sldMkLst>
          <pc:docMk/>
          <pc:sldMk cId="2148906171" sldId="307"/>
        </pc:sldMkLst>
        <pc:spChg chg="mod">
          <ac:chgData name="Krishna Suresh B V N V" userId="46cc3a3c-d6e3-4f9f-b2e6-2a3b85efca88" providerId="ADAL" clId="{06C18996-257C-455E-A0F6-8C8A9F546647}" dt="2023-12-25T03:53:07.495" v="2642" actId="20577"/>
          <ac:spMkLst>
            <pc:docMk/>
            <pc:sldMk cId="2148906171" sldId="307"/>
            <ac:spMk id="2" creationId="{00000000-0000-0000-0000-000000000000}"/>
          </ac:spMkLst>
        </pc:spChg>
        <pc:spChg chg="add mod">
          <ac:chgData name="Krishna Suresh B V N V" userId="46cc3a3c-d6e3-4f9f-b2e6-2a3b85efca88" providerId="ADAL" clId="{06C18996-257C-455E-A0F6-8C8A9F546647}" dt="2023-12-25T03:48:25.913" v="1992"/>
          <ac:spMkLst>
            <pc:docMk/>
            <pc:sldMk cId="2148906171" sldId="307"/>
            <ac:spMk id="3" creationId="{0F1935B7-7585-BA13-837B-4D36F239C8B9}"/>
          </ac:spMkLst>
        </pc:spChg>
        <pc:spChg chg="del">
          <ac:chgData name="Krishna Suresh B V N V" userId="46cc3a3c-d6e3-4f9f-b2e6-2a3b85efca88" providerId="ADAL" clId="{06C18996-257C-455E-A0F6-8C8A9F546647}" dt="2023-12-25T03:48:25.197" v="1991" actId="478"/>
          <ac:spMkLst>
            <pc:docMk/>
            <pc:sldMk cId="2148906171" sldId="307"/>
            <ac:spMk id="6" creationId="{0F2E30D4-6F86-49D1-9276-85CE0E9B3E3E}"/>
          </ac:spMkLst>
        </pc:spChg>
      </pc:sldChg>
      <pc:sldChg chg="addSp delSp modSp mod delAnim modAnim">
        <pc:chgData name="Krishna Suresh B V N V" userId="46cc3a3c-d6e3-4f9f-b2e6-2a3b85efca88" providerId="ADAL" clId="{06C18996-257C-455E-A0F6-8C8A9F546647}" dt="2023-12-25T03:59:39.339" v="3394" actId="20577"/>
        <pc:sldMkLst>
          <pc:docMk/>
          <pc:sldMk cId="3892933827" sldId="309"/>
        </pc:sldMkLst>
        <pc:spChg chg="mod">
          <ac:chgData name="Krishna Suresh B V N V" userId="46cc3a3c-d6e3-4f9f-b2e6-2a3b85efca88" providerId="ADAL" clId="{06C18996-257C-455E-A0F6-8C8A9F546647}" dt="2023-12-25T03:59:39.339" v="3394" actId="20577"/>
          <ac:spMkLst>
            <pc:docMk/>
            <pc:sldMk cId="3892933827" sldId="309"/>
            <ac:spMk id="2" creationId="{00000000-0000-0000-0000-000000000000}"/>
          </ac:spMkLst>
        </pc:spChg>
        <pc:spChg chg="add mod">
          <ac:chgData name="Krishna Suresh B V N V" userId="46cc3a3c-d6e3-4f9f-b2e6-2a3b85efca88" providerId="ADAL" clId="{06C18996-257C-455E-A0F6-8C8A9F546647}" dt="2023-12-25T03:54:41.853" v="2657"/>
          <ac:spMkLst>
            <pc:docMk/>
            <pc:sldMk cId="3892933827" sldId="309"/>
            <ac:spMk id="3" creationId="{A38ED79C-1CDB-CF36-7897-4E87B2F2BA6E}"/>
          </ac:spMkLst>
        </pc:spChg>
        <pc:spChg chg="del mod">
          <ac:chgData name="Krishna Suresh B V N V" userId="46cc3a3c-d6e3-4f9f-b2e6-2a3b85efca88" providerId="ADAL" clId="{06C18996-257C-455E-A0F6-8C8A9F546647}" dt="2023-12-25T03:54:40.874" v="2656" actId="478"/>
          <ac:spMkLst>
            <pc:docMk/>
            <pc:sldMk cId="3892933827" sldId="309"/>
            <ac:spMk id="6" creationId="{0F2E30D4-6F86-49D1-9276-85CE0E9B3E3E}"/>
          </ac:spMkLst>
        </pc:spChg>
      </pc:sldChg>
      <pc:sldChg chg="addSp delSp modSp mod delAnim modAnim">
        <pc:chgData name="Krishna Suresh B V N V" userId="46cc3a3c-d6e3-4f9f-b2e6-2a3b85efca88" providerId="ADAL" clId="{06C18996-257C-455E-A0F6-8C8A9F546647}" dt="2023-12-25T03:54:24.303" v="2653" actId="14100"/>
        <pc:sldMkLst>
          <pc:docMk/>
          <pc:sldMk cId="1460568374" sldId="310"/>
        </pc:sldMkLst>
        <pc:spChg chg="add del mod">
          <ac:chgData name="Krishna Suresh B V N V" userId="46cc3a3c-d6e3-4f9f-b2e6-2a3b85efca88" providerId="ADAL" clId="{06C18996-257C-455E-A0F6-8C8A9F546647}" dt="2023-12-25T03:53:23.302" v="2644" actId="478"/>
          <ac:spMkLst>
            <pc:docMk/>
            <pc:sldMk cId="1460568374" sldId="310"/>
            <ac:spMk id="2" creationId="{93DC7F5E-2F63-77DF-F468-E10AA3B17BB6}"/>
          </ac:spMkLst>
        </pc:spChg>
        <pc:spChg chg="add mod">
          <ac:chgData name="Krishna Suresh B V N V" userId="46cc3a3c-d6e3-4f9f-b2e6-2a3b85efca88" providerId="ADAL" clId="{06C18996-257C-455E-A0F6-8C8A9F546647}" dt="2023-12-25T03:53:56.026" v="2648" actId="1076"/>
          <ac:spMkLst>
            <pc:docMk/>
            <pc:sldMk cId="1460568374" sldId="310"/>
            <ac:spMk id="3" creationId="{04EB4D29-DEE2-3C05-E742-6244A83F64BE}"/>
          </ac:spMkLst>
        </pc:spChg>
        <pc:spChg chg="del">
          <ac:chgData name="Krishna Suresh B V N V" userId="46cc3a3c-d6e3-4f9f-b2e6-2a3b85efca88" providerId="ADAL" clId="{06C18996-257C-455E-A0F6-8C8A9F546647}" dt="2023-12-25T03:53:33.408" v="2645" actId="478"/>
          <ac:spMkLst>
            <pc:docMk/>
            <pc:sldMk cId="1460568374" sldId="310"/>
            <ac:spMk id="6" creationId="{0F2E30D4-6F86-49D1-9276-85CE0E9B3E3E}"/>
          </ac:spMkLst>
        </pc:spChg>
        <pc:picChg chg="del">
          <ac:chgData name="Krishna Suresh B V N V" userId="46cc3a3c-d6e3-4f9f-b2e6-2a3b85efca88" providerId="ADAL" clId="{06C18996-257C-455E-A0F6-8C8A9F546647}" dt="2023-12-25T03:53:19.698" v="2643" actId="478"/>
          <ac:picMkLst>
            <pc:docMk/>
            <pc:sldMk cId="1460568374" sldId="310"/>
            <ac:picMk id="7" creationId="{00000000-0000-0000-0000-000000000000}"/>
          </ac:picMkLst>
        </pc:picChg>
        <pc:picChg chg="add mod">
          <ac:chgData name="Krishna Suresh B V N V" userId="46cc3a3c-d6e3-4f9f-b2e6-2a3b85efca88" providerId="ADAL" clId="{06C18996-257C-455E-A0F6-8C8A9F546647}" dt="2023-12-25T03:54:24.303" v="2653" actId="14100"/>
          <ac:picMkLst>
            <pc:docMk/>
            <pc:sldMk cId="1460568374" sldId="310"/>
            <ac:picMk id="5122" creationId="{EE782D74-A192-FF97-861F-A52B4E405142}"/>
          </ac:picMkLst>
        </pc:picChg>
      </pc:sldChg>
      <pc:sldChg chg="addSp delSp modSp mod delAnim modAnim">
        <pc:chgData name="Krishna Suresh B V N V" userId="46cc3a3c-d6e3-4f9f-b2e6-2a3b85efca88" providerId="ADAL" clId="{06C18996-257C-455E-A0F6-8C8A9F546647}" dt="2023-12-25T03:46:44.185" v="1990" actId="1076"/>
        <pc:sldMkLst>
          <pc:docMk/>
          <pc:sldMk cId="1021365630" sldId="311"/>
        </pc:sldMkLst>
        <pc:spChg chg="add mod">
          <ac:chgData name="Krishna Suresh B V N V" userId="46cc3a3c-d6e3-4f9f-b2e6-2a3b85efca88" providerId="ADAL" clId="{06C18996-257C-455E-A0F6-8C8A9F546647}" dt="2023-12-25T03:45:46.489" v="1981"/>
          <ac:spMkLst>
            <pc:docMk/>
            <pc:sldMk cId="1021365630" sldId="311"/>
            <ac:spMk id="2" creationId="{613A8D16-92AE-4118-5A0E-7BA087379C2B}"/>
          </ac:spMkLst>
        </pc:spChg>
        <pc:spChg chg="add del mod">
          <ac:chgData name="Krishna Suresh B V N V" userId="46cc3a3c-d6e3-4f9f-b2e6-2a3b85efca88" providerId="ADAL" clId="{06C18996-257C-455E-A0F6-8C8A9F546647}" dt="2023-12-25T03:46:03.281" v="1984" actId="478"/>
          <ac:spMkLst>
            <pc:docMk/>
            <pc:sldMk cId="1021365630" sldId="311"/>
            <ac:spMk id="3" creationId="{63BCB911-390A-DB22-9A84-1511BC254FFC}"/>
          </ac:spMkLst>
        </pc:spChg>
        <pc:spChg chg="del">
          <ac:chgData name="Krishna Suresh B V N V" userId="46cc3a3c-d6e3-4f9f-b2e6-2a3b85efca88" providerId="ADAL" clId="{06C18996-257C-455E-A0F6-8C8A9F546647}" dt="2023-12-25T03:45:52.396" v="1982" actId="478"/>
          <ac:spMkLst>
            <pc:docMk/>
            <pc:sldMk cId="1021365630" sldId="311"/>
            <ac:spMk id="6" creationId="{0F2E30D4-6F86-49D1-9276-85CE0E9B3E3E}"/>
          </ac:spMkLst>
        </pc:spChg>
        <pc:picChg chg="del">
          <ac:chgData name="Krishna Suresh B V N V" userId="46cc3a3c-d6e3-4f9f-b2e6-2a3b85efca88" providerId="ADAL" clId="{06C18996-257C-455E-A0F6-8C8A9F546647}" dt="2023-12-25T03:45:55.738" v="1983" actId="478"/>
          <ac:picMkLst>
            <pc:docMk/>
            <pc:sldMk cId="1021365630" sldId="311"/>
            <ac:picMk id="5" creationId="{00000000-0000-0000-0000-000000000000}"/>
          </ac:picMkLst>
        </pc:picChg>
        <pc:picChg chg="add mod">
          <ac:chgData name="Krishna Suresh B V N V" userId="46cc3a3c-d6e3-4f9f-b2e6-2a3b85efca88" providerId="ADAL" clId="{06C18996-257C-455E-A0F6-8C8A9F546647}" dt="2023-12-25T03:46:44.185" v="1990" actId="1076"/>
          <ac:picMkLst>
            <pc:docMk/>
            <pc:sldMk cId="1021365630" sldId="311"/>
            <ac:picMk id="4098" creationId="{FB203522-D0BE-95EF-22E9-5BDF28D6F189}"/>
          </ac:picMkLst>
        </pc:picChg>
      </pc:sldChg>
      <pc:sldChg chg="addSp delSp modSp mod delAnim modAnim">
        <pc:chgData name="Krishna Suresh B V N V" userId="46cc3a3c-d6e3-4f9f-b2e6-2a3b85efca88" providerId="ADAL" clId="{06C18996-257C-455E-A0F6-8C8A9F546647}" dt="2023-12-25T04:00:37.123" v="3402" actId="14100"/>
        <pc:sldMkLst>
          <pc:docMk/>
          <pc:sldMk cId="6245963" sldId="312"/>
        </pc:sldMkLst>
        <pc:spChg chg="add mod">
          <ac:chgData name="Krishna Suresh B V N V" userId="46cc3a3c-d6e3-4f9f-b2e6-2a3b85efca88" providerId="ADAL" clId="{06C18996-257C-455E-A0F6-8C8A9F546647}" dt="2023-12-25T04:00:00.799" v="3396"/>
          <ac:spMkLst>
            <pc:docMk/>
            <pc:sldMk cId="6245963" sldId="312"/>
            <ac:spMk id="2" creationId="{DCABD01D-0814-B784-A2A7-8E7698C01010}"/>
          </ac:spMkLst>
        </pc:spChg>
        <pc:spChg chg="del">
          <ac:chgData name="Krishna Suresh B V N V" userId="46cc3a3c-d6e3-4f9f-b2e6-2a3b85efca88" providerId="ADAL" clId="{06C18996-257C-455E-A0F6-8C8A9F546647}" dt="2023-12-25T04:00:12.603" v="3399" actId="478"/>
          <ac:spMkLst>
            <pc:docMk/>
            <pc:sldMk cId="6245963" sldId="312"/>
            <ac:spMk id="3" creationId="{00000000-0000-0000-0000-000000000000}"/>
          </ac:spMkLst>
        </pc:spChg>
        <pc:spChg chg="add del mod">
          <ac:chgData name="Krishna Suresh B V N V" userId="46cc3a3c-d6e3-4f9f-b2e6-2a3b85efca88" providerId="ADAL" clId="{06C18996-257C-455E-A0F6-8C8A9F546647}" dt="2023-12-25T04:00:07.835" v="3398" actId="478"/>
          <ac:spMkLst>
            <pc:docMk/>
            <pc:sldMk cId="6245963" sldId="312"/>
            <ac:spMk id="4" creationId="{206DD703-2664-01AE-D3EA-71D7CFD5ECFB}"/>
          </ac:spMkLst>
        </pc:spChg>
        <pc:spChg chg="del">
          <ac:chgData name="Krishna Suresh B V N V" userId="46cc3a3c-d6e3-4f9f-b2e6-2a3b85efca88" providerId="ADAL" clId="{06C18996-257C-455E-A0F6-8C8A9F546647}" dt="2023-12-25T03:59:59.726" v="3395" actId="478"/>
          <ac:spMkLst>
            <pc:docMk/>
            <pc:sldMk cId="6245963" sldId="312"/>
            <ac:spMk id="6" creationId="{0F2E30D4-6F86-49D1-9276-85CE0E9B3E3E}"/>
          </ac:spMkLst>
        </pc:spChg>
        <pc:picChg chg="del">
          <ac:chgData name="Krishna Suresh B V N V" userId="46cc3a3c-d6e3-4f9f-b2e6-2a3b85efca88" providerId="ADAL" clId="{06C18996-257C-455E-A0F6-8C8A9F546647}" dt="2023-12-25T04:00:03.357" v="3397" actId="478"/>
          <ac:picMkLst>
            <pc:docMk/>
            <pc:sldMk cId="6245963" sldId="312"/>
            <ac:picMk id="5" creationId="{00000000-0000-0000-0000-000000000000}"/>
          </ac:picMkLst>
        </pc:picChg>
        <pc:picChg chg="add mod">
          <ac:chgData name="Krishna Suresh B V N V" userId="46cc3a3c-d6e3-4f9f-b2e6-2a3b85efca88" providerId="ADAL" clId="{06C18996-257C-455E-A0F6-8C8A9F546647}" dt="2023-12-25T04:00:37.123" v="3402" actId="14100"/>
          <ac:picMkLst>
            <pc:docMk/>
            <pc:sldMk cId="6245963" sldId="312"/>
            <ac:picMk id="7170" creationId="{5CDB4E4E-2B87-7603-5FCF-3859E8E78901}"/>
          </ac:picMkLst>
        </pc:picChg>
      </pc:sldChg>
      <pc:sldChg chg="addSp delSp modSp mod delAnim modAnim">
        <pc:chgData name="Krishna Suresh B V N V" userId="46cc3a3c-d6e3-4f9f-b2e6-2a3b85efca88" providerId="ADAL" clId="{06C18996-257C-455E-A0F6-8C8A9F546647}" dt="2023-12-25T04:05:14.066" v="3942" actId="5793"/>
        <pc:sldMkLst>
          <pc:docMk/>
          <pc:sldMk cId="559767460" sldId="313"/>
        </pc:sldMkLst>
        <pc:spChg chg="mod">
          <ac:chgData name="Krishna Suresh B V N V" userId="46cc3a3c-d6e3-4f9f-b2e6-2a3b85efca88" providerId="ADAL" clId="{06C18996-257C-455E-A0F6-8C8A9F546647}" dt="2023-12-25T04:05:14.066" v="3942" actId="5793"/>
          <ac:spMkLst>
            <pc:docMk/>
            <pc:sldMk cId="559767460" sldId="313"/>
            <ac:spMk id="2" creationId="{00000000-0000-0000-0000-000000000000}"/>
          </ac:spMkLst>
        </pc:spChg>
        <pc:spChg chg="add mod">
          <ac:chgData name="Krishna Suresh B V N V" userId="46cc3a3c-d6e3-4f9f-b2e6-2a3b85efca88" providerId="ADAL" clId="{06C18996-257C-455E-A0F6-8C8A9F546647}" dt="2023-12-25T04:00:54.448" v="3404"/>
          <ac:spMkLst>
            <pc:docMk/>
            <pc:sldMk cId="559767460" sldId="313"/>
            <ac:spMk id="4" creationId="{4D7D30ED-F2CB-3F78-61E0-721E936ED498}"/>
          </ac:spMkLst>
        </pc:spChg>
        <pc:spChg chg="del">
          <ac:chgData name="Krishna Suresh B V N V" userId="46cc3a3c-d6e3-4f9f-b2e6-2a3b85efca88" providerId="ADAL" clId="{06C18996-257C-455E-A0F6-8C8A9F546647}" dt="2023-12-25T04:00:53.525" v="3403" actId="478"/>
          <ac:spMkLst>
            <pc:docMk/>
            <pc:sldMk cId="559767460" sldId="313"/>
            <ac:spMk id="6" creationId="{0F2E30D4-6F86-49D1-9276-85CE0E9B3E3E}"/>
          </ac:spMkLst>
        </pc:spChg>
      </pc:sldChg>
      <pc:sldChg chg="addSp delSp modSp new mod modAnim">
        <pc:chgData name="Krishna Suresh B V N V" userId="46cc3a3c-d6e3-4f9f-b2e6-2a3b85efca88" providerId="ADAL" clId="{06C18996-257C-455E-A0F6-8C8A9F546647}" dt="2023-12-25T04:07:00.808" v="3949" actId="14100"/>
        <pc:sldMkLst>
          <pc:docMk/>
          <pc:sldMk cId="461186637" sldId="314"/>
        </pc:sldMkLst>
        <pc:spChg chg="del">
          <ac:chgData name="Krishna Suresh B V N V" userId="46cc3a3c-d6e3-4f9f-b2e6-2a3b85efca88" providerId="ADAL" clId="{06C18996-257C-455E-A0F6-8C8A9F546647}" dt="2023-12-25T04:06:29.038" v="3945" actId="478"/>
          <ac:spMkLst>
            <pc:docMk/>
            <pc:sldMk cId="461186637" sldId="314"/>
            <ac:spMk id="2" creationId="{C9347330-D334-1C1A-01F6-08EDD5F1738B}"/>
          </ac:spMkLst>
        </pc:spChg>
        <pc:spChg chg="del">
          <ac:chgData name="Krishna Suresh B V N V" userId="46cc3a3c-d6e3-4f9f-b2e6-2a3b85efca88" providerId="ADAL" clId="{06C18996-257C-455E-A0F6-8C8A9F546647}" dt="2023-12-25T04:06:27.273" v="3944" actId="478"/>
          <ac:spMkLst>
            <pc:docMk/>
            <pc:sldMk cId="461186637" sldId="314"/>
            <ac:spMk id="3" creationId="{1BD96143-DA66-4D33-AB0B-86B359A57B32}"/>
          </ac:spMkLst>
        </pc:spChg>
        <pc:spChg chg="add mod">
          <ac:chgData name="Krishna Suresh B V N V" userId="46cc3a3c-d6e3-4f9f-b2e6-2a3b85efca88" providerId="ADAL" clId="{06C18996-257C-455E-A0F6-8C8A9F546647}" dt="2023-12-25T04:06:37.444" v="3946"/>
          <ac:spMkLst>
            <pc:docMk/>
            <pc:sldMk cId="461186637" sldId="314"/>
            <ac:spMk id="5" creationId="{EB100459-EB9B-B14B-1948-70ADFAA457E1}"/>
          </ac:spMkLst>
        </pc:spChg>
        <pc:picChg chg="add mod">
          <ac:chgData name="Krishna Suresh B V N V" userId="46cc3a3c-d6e3-4f9f-b2e6-2a3b85efca88" providerId="ADAL" clId="{06C18996-257C-455E-A0F6-8C8A9F546647}" dt="2023-12-25T04:06:37.444" v="3946"/>
          <ac:picMkLst>
            <pc:docMk/>
            <pc:sldMk cId="461186637" sldId="314"/>
            <ac:picMk id="4" creationId="{A615E046-B265-D846-6C9A-2544E05C77E7}"/>
          </ac:picMkLst>
        </pc:picChg>
        <pc:picChg chg="add mod">
          <ac:chgData name="Krishna Suresh B V N V" userId="46cc3a3c-d6e3-4f9f-b2e6-2a3b85efca88" providerId="ADAL" clId="{06C18996-257C-455E-A0F6-8C8A9F546647}" dt="2023-12-25T04:07:00.808" v="3949" actId="14100"/>
          <ac:picMkLst>
            <pc:docMk/>
            <pc:sldMk cId="461186637" sldId="314"/>
            <ac:picMk id="9218" creationId="{4E0F4CB6-5665-6C67-13BB-63F92EBE2A7E}"/>
          </ac:picMkLst>
        </pc:picChg>
      </pc:sldChg>
      <pc:sldChg chg="addSp delSp modSp new mod modAnim">
        <pc:chgData name="Krishna Suresh B V N V" userId="46cc3a3c-d6e3-4f9f-b2e6-2a3b85efca88" providerId="ADAL" clId="{06C18996-257C-455E-A0F6-8C8A9F546647}" dt="2023-12-25T04:20:32.184" v="4432" actId="20577"/>
        <pc:sldMkLst>
          <pc:docMk/>
          <pc:sldMk cId="3531961876" sldId="315"/>
        </pc:sldMkLst>
        <pc:spChg chg="del">
          <ac:chgData name="Krishna Suresh B V N V" userId="46cc3a3c-d6e3-4f9f-b2e6-2a3b85efca88" providerId="ADAL" clId="{06C18996-257C-455E-A0F6-8C8A9F546647}" dt="2023-12-25T04:17:16.244" v="4326" actId="478"/>
          <ac:spMkLst>
            <pc:docMk/>
            <pc:sldMk cId="3531961876" sldId="315"/>
            <ac:spMk id="2" creationId="{F47C3515-DBF3-7CAC-2A09-D63E9C854E65}"/>
          </ac:spMkLst>
        </pc:spChg>
        <pc:spChg chg="del">
          <ac:chgData name="Krishna Suresh B V N V" userId="46cc3a3c-d6e3-4f9f-b2e6-2a3b85efca88" providerId="ADAL" clId="{06C18996-257C-455E-A0F6-8C8A9F546647}" dt="2023-12-25T04:17:13.294" v="4325" actId="478"/>
          <ac:spMkLst>
            <pc:docMk/>
            <pc:sldMk cId="3531961876" sldId="315"/>
            <ac:spMk id="3" creationId="{6E584C29-64AA-F171-E6F6-5A58D9E8EF6A}"/>
          </ac:spMkLst>
        </pc:spChg>
        <pc:spChg chg="add mod">
          <ac:chgData name="Krishna Suresh B V N V" userId="46cc3a3c-d6e3-4f9f-b2e6-2a3b85efca88" providerId="ADAL" clId="{06C18996-257C-455E-A0F6-8C8A9F546647}" dt="2023-12-25T04:17:34.452" v="4327"/>
          <ac:spMkLst>
            <pc:docMk/>
            <pc:sldMk cId="3531961876" sldId="315"/>
            <ac:spMk id="5" creationId="{5043B9C6-E719-D5C0-7030-255624001057}"/>
          </ac:spMkLst>
        </pc:spChg>
        <pc:spChg chg="add mod">
          <ac:chgData name="Krishna Suresh B V N V" userId="46cc3a3c-d6e3-4f9f-b2e6-2a3b85efca88" providerId="ADAL" clId="{06C18996-257C-455E-A0F6-8C8A9F546647}" dt="2023-12-25T04:20:32.184" v="4432" actId="20577"/>
          <ac:spMkLst>
            <pc:docMk/>
            <pc:sldMk cId="3531961876" sldId="315"/>
            <ac:spMk id="6" creationId="{308E5C76-8D3F-3B39-1AFA-2C952B24CB38}"/>
          </ac:spMkLst>
        </pc:spChg>
        <pc:spChg chg="add mod">
          <ac:chgData name="Krishna Suresh B V N V" userId="46cc3a3c-d6e3-4f9f-b2e6-2a3b85efca88" providerId="ADAL" clId="{06C18996-257C-455E-A0F6-8C8A9F546647}" dt="2023-12-25T04:20:22.694" v="4412" actId="20577"/>
          <ac:spMkLst>
            <pc:docMk/>
            <pc:sldMk cId="3531961876" sldId="315"/>
            <ac:spMk id="7" creationId="{7E6D0303-FAEF-34EB-A131-A218D3A623A6}"/>
          </ac:spMkLst>
        </pc:spChg>
        <pc:picChg chg="add mod">
          <ac:chgData name="Krishna Suresh B V N V" userId="46cc3a3c-d6e3-4f9f-b2e6-2a3b85efca88" providerId="ADAL" clId="{06C18996-257C-455E-A0F6-8C8A9F546647}" dt="2023-12-25T04:17:34.452" v="4327"/>
          <ac:picMkLst>
            <pc:docMk/>
            <pc:sldMk cId="3531961876" sldId="315"/>
            <ac:picMk id="4" creationId="{D7B14F6C-7CD2-A478-75A1-4CC51CE5474A}"/>
          </ac:picMkLst>
        </pc:picChg>
      </pc:sldChg>
      <pc:sldChg chg="addSp delSp modSp new mod modAnim">
        <pc:chgData name="Krishna Suresh B V N V" userId="46cc3a3c-d6e3-4f9f-b2e6-2a3b85efca88" providerId="ADAL" clId="{06C18996-257C-455E-A0F6-8C8A9F546647}" dt="2023-12-25T04:24:10.236" v="4564" actId="20577"/>
        <pc:sldMkLst>
          <pc:docMk/>
          <pc:sldMk cId="1681005172" sldId="316"/>
        </pc:sldMkLst>
        <pc:spChg chg="del">
          <ac:chgData name="Krishna Suresh B V N V" userId="46cc3a3c-d6e3-4f9f-b2e6-2a3b85efca88" providerId="ADAL" clId="{06C18996-257C-455E-A0F6-8C8A9F546647}" dt="2023-12-25T04:20:50.004" v="4434" actId="478"/>
          <ac:spMkLst>
            <pc:docMk/>
            <pc:sldMk cId="1681005172" sldId="316"/>
            <ac:spMk id="2" creationId="{DAF434AA-1762-2DE2-D1D1-64A2991DF827}"/>
          </ac:spMkLst>
        </pc:spChg>
        <pc:spChg chg="del">
          <ac:chgData name="Krishna Suresh B V N V" userId="46cc3a3c-d6e3-4f9f-b2e6-2a3b85efca88" providerId="ADAL" clId="{06C18996-257C-455E-A0F6-8C8A9F546647}" dt="2023-12-25T04:20:52.304" v="4435" actId="478"/>
          <ac:spMkLst>
            <pc:docMk/>
            <pc:sldMk cId="1681005172" sldId="316"/>
            <ac:spMk id="3" creationId="{FAB6D9D5-DA53-AB72-BBEF-E64BA460E22C}"/>
          </ac:spMkLst>
        </pc:spChg>
        <pc:spChg chg="add mod">
          <ac:chgData name="Krishna Suresh B V N V" userId="46cc3a3c-d6e3-4f9f-b2e6-2a3b85efca88" providerId="ADAL" clId="{06C18996-257C-455E-A0F6-8C8A9F546647}" dt="2023-12-25T04:21:02.626" v="4436"/>
          <ac:spMkLst>
            <pc:docMk/>
            <pc:sldMk cId="1681005172" sldId="316"/>
            <ac:spMk id="5" creationId="{DDEE1C5D-274C-76AE-ACBD-26CFA6C9DF23}"/>
          </ac:spMkLst>
        </pc:spChg>
        <pc:spChg chg="add mod">
          <ac:chgData name="Krishna Suresh B V N V" userId="46cc3a3c-d6e3-4f9f-b2e6-2a3b85efca88" providerId="ADAL" clId="{06C18996-257C-455E-A0F6-8C8A9F546647}" dt="2023-12-25T04:23:17.929" v="4488" actId="20577"/>
          <ac:spMkLst>
            <pc:docMk/>
            <pc:sldMk cId="1681005172" sldId="316"/>
            <ac:spMk id="6" creationId="{6550556F-FDE3-2C8C-3AA6-36571026CF67}"/>
          </ac:spMkLst>
        </pc:spChg>
        <pc:spChg chg="add mod">
          <ac:chgData name="Krishna Suresh B V N V" userId="46cc3a3c-d6e3-4f9f-b2e6-2a3b85efca88" providerId="ADAL" clId="{06C18996-257C-455E-A0F6-8C8A9F546647}" dt="2023-12-25T04:24:10.236" v="4564" actId="20577"/>
          <ac:spMkLst>
            <pc:docMk/>
            <pc:sldMk cId="1681005172" sldId="316"/>
            <ac:spMk id="7" creationId="{DCDF0ED7-6236-FF54-3A24-08F42B8BB7AB}"/>
          </ac:spMkLst>
        </pc:spChg>
        <pc:picChg chg="add mod">
          <ac:chgData name="Krishna Suresh B V N V" userId="46cc3a3c-d6e3-4f9f-b2e6-2a3b85efca88" providerId="ADAL" clId="{06C18996-257C-455E-A0F6-8C8A9F546647}" dt="2023-12-25T04:21:02.626" v="4436"/>
          <ac:picMkLst>
            <pc:docMk/>
            <pc:sldMk cId="1681005172" sldId="316"/>
            <ac:picMk id="4" creationId="{D057AFD3-558C-10ED-F83E-2F881EF5DA1C}"/>
          </ac:picMkLst>
        </pc:picChg>
      </pc:sldChg>
      <pc:sldChg chg="addSp delSp modSp new mod modAnim">
        <pc:chgData name="Krishna Suresh B V N V" userId="46cc3a3c-d6e3-4f9f-b2e6-2a3b85efca88" providerId="ADAL" clId="{06C18996-257C-455E-A0F6-8C8A9F546647}" dt="2023-12-25T04:26:24.007" v="4621" actId="20577"/>
        <pc:sldMkLst>
          <pc:docMk/>
          <pc:sldMk cId="774057235" sldId="317"/>
        </pc:sldMkLst>
        <pc:spChg chg="del">
          <ac:chgData name="Krishna Suresh B V N V" userId="46cc3a3c-d6e3-4f9f-b2e6-2a3b85efca88" providerId="ADAL" clId="{06C18996-257C-455E-A0F6-8C8A9F546647}" dt="2023-12-25T04:24:26.887" v="4567" actId="478"/>
          <ac:spMkLst>
            <pc:docMk/>
            <pc:sldMk cId="774057235" sldId="317"/>
            <ac:spMk id="2" creationId="{6D50BC33-3F43-DB4E-DC58-010EDFB52D02}"/>
          </ac:spMkLst>
        </pc:spChg>
        <pc:spChg chg="del">
          <ac:chgData name="Krishna Suresh B V N V" userId="46cc3a3c-d6e3-4f9f-b2e6-2a3b85efca88" providerId="ADAL" clId="{06C18996-257C-455E-A0F6-8C8A9F546647}" dt="2023-12-25T04:24:24.368" v="4566" actId="478"/>
          <ac:spMkLst>
            <pc:docMk/>
            <pc:sldMk cId="774057235" sldId="317"/>
            <ac:spMk id="3" creationId="{F2E8ED72-496B-2C81-9DE4-67B98D9B8E51}"/>
          </ac:spMkLst>
        </pc:spChg>
        <pc:spChg chg="add mod">
          <ac:chgData name="Krishna Suresh B V N V" userId="46cc3a3c-d6e3-4f9f-b2e6-2a3b85efca88" providerId="ADAL" clId="{06C18996-257C-455E-A0F6-8C8A9F546647}" dt="2023-12-25T04:24:36.675" v="4568"/>
          <ac:spMkLst>
            <pc:docMk/>
            <pc:sldMk cId="774057235" sldId="317"/>
            <ac:spMk id="5" creationId="{725E7E71-8159-957C-9044-B85DC749EC54}"/>
          </ac:spMkLst>
        </pc:spChg>
        <pc:spChg chg="add del mod">
          <ac:chgData name="Krishna Suresh B V N V" userId="46cc3a3c-d6e3-4f9f-b2e6-2a3b85efca88" providerId="ADAL" clId="{06C18996-257C-455E-A0F6-8C8A9F546647}" dt="2023-12-25T04:24:45.992" v="4570"/>
          <ac:spMkLst>
            <pc:docMk/>
            <pc:sldMk cId="774057235" sldId="317"/>
            <ac:spMk id="7" creationId="{550F7D09-8D3F-82D6-01D3-62B2D66FEC1C}"/>
          </ac:spMkLst>
        </pc:spChg>
        <pc:spChg chg="add mod">
          <ac:chgData name="Krishna Suresh B V N V" userId="46cc3a3c-d6e3-4f9f-b2e6-2a3b85efca88" providerId="ADAL" clId="{06C18996-257C-455E-A0F6-8C8A9F546647}" dt="2023-12-25T04:24:59.394" v="4580" actId="20577"/>
          <ac:spMkLst>
            <pc:docMk/>
            <pc:sldMk cId="774057235" sldId="317"/>
            <ac:spMk id="8" creationId="{F3BCDCDD-7B5C-6CA0-1820-D980049C3C88}"/>
          </ac:spMkLst>
        </pc:spChg>
        <pc:spChg chg="add mod">
          <ac:chgData name="Krishna Suresh B V N V" userId="46cc3a3c-d6e3-4f9f-b2e6-2a3b85efca88" providerId="ADAL" clId="{06C18996-257C-455E-A0F6-8C8A9F546647}" dt="2023-12-25T04:26:24.007" v="4621" actId="20577"/>
          <ac:spMkLst>
            <pc:docMk/>
            <pc:sldMk cId="774057235" sldId="317"/>
            <ac:spMk id="9" creationId="{8A9CB4D8-E20E-8254-0B53-F977DC38BA92}"/>
          </ac:spMkLst>
        </pc:spChg>
        <pc:picChg chg="add mod">
          <ac:chgData name="Krishna Suresh B V N V" userId="46cc3a3c-d6e3-4f9f-b2e6-2a3b85efca88" providerId="ADAL" clId="{06C18996-257C-455E-A0F6-8C8A9F546647}" dt="2023-12-25T04:24:36.675" v="4568"/>
          <ac:picMkLst>
            <pc:docMk/>
            <pc:sldMk cId="774057235" sldId="317"/>
            <ac:picMk id="4" creationId="{23FDA20A-9A3A-E5DC-D3B5-62DC710E423C}"/>
          </ac:picMkLst>
        </pc:picChg>
        <pc:picChg chg="add del mod">
          <ac:chgData name="Krishna Suresh B V N V" userId="46cc3a3c-d6e3-4f9f-b2e6-2a3b85efca88" providerId="ADAL" clId="{06C18996-257C-455E-A0F6-8C8A9F546647}" dt="2023-12-25T04:24:45.992" v="4570"/>
          <ac:picMkLst>
            <pc:docMk/>
            <pc:sldMk cId="774057235" sldId="317"/>
            <ac:picMk id="6" creationId="{E71E3699-0317-929C-F4D1-5CCC31566FA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xmlns=""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xmlns=""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xmlns=""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xmlns=""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xmlns=""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xmlns=""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xmlns=""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xmlns=""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xmlns=""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xmlns=""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docs.python.org/3/tutorial/datastructures.html" TargetMode="External"/><Relationship Id="rId2" Type="http://schemas.openxmlformats.org/officeDocument/2006/relationships/hyperlink" Target="http://greenteapress.com/wp/thinkpython/" TargetMode="Externa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www.geeksforgeeks.org/python-data-structures/" TargetMode="External"/><Relationship Id="rId4" Type="http://schemas.openxmlformats.org/officeDocument/2006/relationships/hyperlink" Target="https://www.w3schools.com/dsa/dsa_intro.php"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0"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xmlns=""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459769" y="1367351"/>
            <a:ext cx="6503631" cy="4524275"/>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solidFill>
              </a:rPr>
              <a:t>Data </a:t>
            </a:r>
            <a:r>
              <a:rPr lang="en-US" sz="3200" b="1" dirty="0" smtClean="0">
                <a:solidFill>
                  <a:schemeClr val="accent1"/>
                </a:solidFill>
              </a:rPr>
              <a:t>Structures Using Python</a:t>
            </a:r>
            <a:endParaRPr lang="en-IN" sz="3200" b="1" dirty="0">
              <a:solidFill>
                <a:schemeClr val="accent1"/>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smtClean="0">
                <a:solidFill>
                  <a:schemeClr val="accent1"/>
                </a:solidFill>
              </a:rPr>
              <a:t>24SC1204</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2.13</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Name of the topic: </a:t>
            </a:r>
          </a:p>
          <a:p>
            <a:pPr marR="0" lvl="0" indent="0" algn="ctr">
              <a:spcBef>
                <a:spcPts val="0"/>
              </a:spcBef>
              <a:spcAft>
                <a:spcPts val="0"/>
              </a:spcAft>
              <a:buNone/>
            </a:pPr>
            <a:r>
              <a:rPr lang="en-US" sz="4000" b="1" dirty="0" smtClean="0">
                <a:solidFill>
                  <a:srgbClr val="00B0F0"/>
                </a:solidFill>
                <a:effectLst/>
                <a:latin typeface="Times New Roman" pitchFamily="18" charset="0"/>
                <a:cs typeface="Times New Roman" pitchFamily="18" charset="0"/>
              </a:rPr>
              <a:t>Types </a:t>
            </a:r>
            <a:r>
              <a:rPr lang="en-US" sz="4000" b="1" dirty="0" smtClean="0">
                <a:solidFill>
                  <a:srgbClr val="00B0F0"/>
                </a:solidFill>
                <a:latin typeface="Times New Roman" pitchFamily="18" charset="0"/>
                <a:cs typeface="Times New Roman" pitchFamily="18" charset="0"/>
              </a:rPr>
              <a:t>of Queues -</a:t>
            </a:r>
            <a:r>
              <a:rPr lang="en-US" sz="4000" b="1" dirty="0" smtClean="0">
                <a:solidFill>
                  <a:srgbClr val="00B0F0"/>
                </a:solidFill>
                <a:effectLst/>
                <a:latin typeface="Times New Roman" pitchFamily="18" charset="0"/>
                <a:cs typeface="Times New Roman" pitchFamily="18" charset="0"/>
              </a:rPr>
              <a:t>Double </a:t>
            </a:r>
            <a:r>
              <a:rPr lang="en-US" sz="4000" b="1" dirty="0">
                <a:solidFill>
                  <a:srgbClr val="00B0F0"/>
                </a:solidFill>
                <a:effectLst/>
                <a:latin typeface="Times New Roman" pitchFamily="18" charset="0"/>
                <a:cs typeface="Times New Roman" pitchFamily="18" charset="0"/>
              </a:rPr>
              <a:t>Ended Queue</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xmlns="" id="{B9F0C376-F4D3-1950-3474-EFF28411BDC6}"/>
              </a:ext>
            </a:extLst>
          </p:cNvPr>
          <p:cNvSpPr/>
          <p:nvPr/>
        </p:nvSpPr>
        <p:spPr>
          <a:xfrm>
            <a:off x="6276793" y="511732"/>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193970" y="362629"/>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a16="http://schemas.microsoft.com/office/drawing/2014/main" xmlns="" id="{7153E61F-4441-DBE3-3DFF-6E9EF6C48D23}"/>
              </a:ext>
            </a:extLst>
          </p:cNvPr>
          <p:cNvSpPr/>
          <p:nvPr/>
        </p:nvSpPr>
        <p:spPr>
          <a:xfrm>
            <a:off x="7341478" y="610567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a:t>
            </a:r>
            <a:r>
              <a:rPr lang="en-US" sz="2400" dirty="0" smtClean="0">
                <a:solidFill>
                  <a:schemeClr val="lt1"/>
                </a:solidFill>
                <a:ea typeface="Calibri"/>
                <a:cs typeface="Poppins" panose="00000500000000000000" pitchFamily="2" charset="0"/>
                <a:sym typeface="Calibri"/>
              </a:rPr>
              <a:t>–20 </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xmlns="" id="{D7C61438-200D-827A-D4DD-5B5127AFA187}"/>
              </a:ext>
            </a:extLst>
          </p:cNvPr>
          <p:cNvSpPr txBox="1"/>
          <p:nvPr/>
        </p:nvSpPr>
        <p:spPr>
          <a:xfrm>
            <a:off x="914400" y="708729"/>
            <a:ext cx="10731286" cy="842282"/>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a:t>
            </a:r>
            <a:r>
              <a:rPr lang="en-US" spc="-5" dirty="0">
                <a:latin typeface="Times New Roman" panose="02020603050405020304" pitchFamily="18" charset="0"/>
                <a:ea typeface="Tahoma" panose="020B0604030504040204" pitchFamily="34" charset="0"/>
                <a:cs typeface="Times New Roman" panose="02020603050405020304" pitchFamily="18" charset="0"/>
              </a:rPr>
              <a:t>Double Ended Queue</a:t>
            </a:r>
            <a:endParaRPr lang="en-US" sz="1600" b="0" i="0" dirty="0">
              <a:effectLst/>
              <a:latin typeface="Poppins"/>
              <a:cs typeface="Poppins"/>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xmlns=""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xmlns="" id="{2B5EAD4E-C007-9DE7-A40A-12802D3C9611}"/>
              </a:ext>
            </a:extLst>
          </p:cNvPr>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a:t>
            </a:r>
            <a:r>
              <a:rPr lang="en-US" sz="1600" dirty="0">
                <a:latin typeface="Arial" panose="020B0604020202020204" pitchFamily="34" charset="0"/>
              </a:rPr>
              <a:t>the Double ended Queue (deque)</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the types of deque</a:t>
            </a:r>
          </a:p>
          <a:p>
            <a:pPr marL="342900" indent="-342900">
              <a:buAutoNum type="arabicPeriod"/>
            </a:pPr>
            <a:r>
              <a:rPr lang="en-US" sz="1600" b="0" i="0" dirty="0">
                <a:effectLst/>
                <a:latin typeface="Arial" panose="020B0604020202020204" pitchFamily="34" charset="0"/>
              </a:rPr>
              <a:t>List out the operations possible on the </a:t>
            </a:r>
            <a:r>
              <a:rPr lang="en-US" sz="1600" dirty="0">
                <a:latin typeface="Arial" panose="020B0604020202020204" pitchFamily="34" charset="0"/>
              </a:rPr>
              <a:t>deque</a:t>
            </a:r>
            <a:r>
              <a:rPr lang="en-US" sz="1600" b="0" i="0" dirty="0">
                <a:effectLst/>
                <a:latin typeface="Arial" panose="020B0604020202020204" pitchFamily="34" charset="0"/>
              </a:rPr>
              <a:t>.</a:t>
            </a:r>
          </a:p>
          <a:p>
            <a:pPr marL="342900" indent="-342900">
              <a:buAutoNum type="arabicPeriod"/>
            </a:pPr>
            <a:r>
              <a:rPr lang="en-US" sz="1600" b="0" i="0" dirty="0">
                <a:effectLst/>
                <a:latin typeface="Arial"/>
                <a:cs typeface="Arial"/>
              </a:rPr>
              <a:t>Describe the each operation </a:t>
            </a:r>
          </a:p>
          <a:p>
            <a:pPr marL="342900" indent="-342900">
              <a:buAutoNum type="arabicPeriod"/>
            </a:pPr>
            <a:r>
              <a:rPr lang="en-US" sz="1600" dirty="0">
                <a:latin typeface="Arial"/>
                <a:cs typeface="Arial"/>
              </a:rPr>
              <a:t>List out the advantages and applications of deque.</a:t>
            </a:r>
          </a:p>
        </p:txBody>
      </p:sp>
      <p:pic>
        <p:nvPicPr>
          <p:cNvPr id="11" name="Graphic 10" descr="Bullseye outline">
            <a:extLst>
              <a:ext uri="{FF2B5EF4-FFF2-40B4-BE49-F238E27FC236}">
                <a16:creationId xmlns:a16="http://schemas.microsoft.com/office/drawing/2014/main" xmlns="" id="{AB75B03E-9C0C-0AF7-2A76-D8618F8F999A}"/>
              </a:ext>
            </a:extLst>
          </p:cNvPr>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xmlns="" id="{1E9F25CA-EF99-00B6-5FFA-810D1F1806C7}"/>
              </a:ext>
            </a:extLst>
          </p:cNvPr>
          <p:cNvPicPr>
            <a:picLocks noChangeAspect="1"/>
          </p:cNvPicPr>
          <p:nvPr/>
        </p:nvPicPr>
        <p:blipFill>
          <a:blip r:embed="rId4" cstate="print">
            <a:extLst>
              <a:ext uri="{28A0092B-C50C-407E-A947-70E740481C1C}">
                <a14:useLocalDpi xmlns:a14="http://schemas.microsoft.com/office/drawing/2010/main" xmlns="" val="0"/>
              </a:ext>
              <a:ext uri="{96DAC541-7B7A-43D3-8B79-37D633B846F1}">
                <asvg:svgBlip xmlns:asvg="http://schemas.microsoft.com/office/drawing/2016/SVG/main" xmlns=""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xmlns=""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xmlns="" id="{5F765FC3-60CF-297F-C1BD-F5A7B8B943AF}"/>
              </a:ext>
            </a:extLst>
          </p:cNvPr>
          <p:cNvPicPr>
            <a:picLocks noChangeAspect="1"/>
          </p:cNvPicPr>
          <p:nvPr/>
        </p:nvPicPr>
        <p:blipFill>
          <a:blip r:embed="rId6" cstate="print">
            <a:extLst>
              <a:ext uri="{28A0092B-C50C-407E-A947-70E740481C1C}">
                <a14:useLocalDpi xmlns:a14="http://schemas.microsoft.com/office/drawing/2010/main" xmlns="" val="0"/>
              </a:ext>
              <a:ext uri="{96DAC541-7B7A-43D3-8B79-37D633B846F1}">
                <asvg:svgBlip xmlns:asvg="http://schemas.microsoft.com/office/drawing/2016/SVG/main" xmlns=""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xmlns=""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a:t>
            </a:r>
            <a:r>
              <a:rPr lang="en-US" sz="1600" dirty="0">
                <a:latin typeface="Arial" panose="020B0604020202020204" pitchFamily="34" charset="0"/>
              </a:rPr>
              <a:t>Double Ended Queue (deque)</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two types of deque. And their operations</a:t>
            </a:r>
          </a:p>
          <a:p>
            <a:pPr marL="342900" indent="-342900">
              <a:buAutoNum type="arabicPeriod"/>
            </a:pPr>
            <a:r>
              <a:rPr lang="en-US" sz="1600" dirty="0">
                <a:latin typeface="Arial" panose="020B0604020202020204" pitchFamily="34" charset="0"/>
              </a:rPr>
              <a:t>Summarize definition, types and operations of deque and its applications</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xmlns=""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Double Ended  Queue</a:t>
            </a:r>
          </a:p>
          <a:p>
            <a:r>
              <a:rPr lang="en-US" sz="2400" dirty="0"/>
              <a:t>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247444" y="1465781"/>
            <a:ext cx="11336055" cy="4524315"/>
          </a:xfrm>
          <a:prstGeom prst="rect">
            <a:avLst/>
          </a:prstGeom>
          <a:noFill/>
        </p:spPr>
        <p:txBody>
          <a:bodyPr wrap="square" rtlCol="0">
            <a:spAutoFit/>
          </a:bodyPr>
          <a:lstStyle/>
          <a:p>
            <a:pPr algn="just">
              <a:buFont typeface="Wingdings" pitchFamily="2" charset="2"/>
              <a:buChar char="Ø"/>
            </a:pPr>
            <a:r>
              <a:rPr lang="en-IN" sz="3200" dirty="0"/>
              <a:t> A </a:t>
            </a:r>
            <a:r>
              <a:rPr lang="en-IN" sz="3200" b="1" dirty="0"/>
              <a:t>double-ended queue </a:t>
            </a:r>
            <a:r>
              <a:rPr lang="en-IN" sz="3200" dirty="0"/>
              <a:t>is a linear data structure where the insertion and deletion operations are performed from both ends. It is also called as </a:t>
            </a:r>
            <a:r>
              <a:rPr lang="en-IN" sz="3200" dirty="0" err="1" smtClean="0"/>
              <a:t>deque</a:t>
            </a:r>
            <a:r>
              <a:rPr lang="en-IN" sz="3200" dirty="0" smtClean="0"/>
              <a:t>(Deck).</a:t>
            </a:r>
            <a:endParaRPr lang="en-IN" sz="3200" dirty="0"/>
          </a:p>
          <a:p>
            <a:pPr algn="just">
              <a:buNone/>
            </a:pPr>
            <a:endParaRPr lang="en-IN" sz="3200" dirty="0">
              <a:latin typeface="Times New Roman" pitchFamily="18" charset="0"/>
              <a:cs typeface="Times New Roman" pitchFamily="18" charset="0"/>
            </a:endParaRPr>
          </a:p>
          <a:p>
            <a:pPr algn="just">
              <a:buFont typeface="Wingdings" pitchFamily="2" charset="2"/>
              <a:buChar char="Ø"/>
            </a:pPr>
            <a:r>
              <a:rPr lang="en-IN" sz="3200" dirty="0"/>
              <a:t> Though the insertion and deletion in a deque can be performed on both ends, it does not follow the FIFO rule. The representation of a deque is given as follows:</a:t>
            </a:r>
          </a:p>
          <a:p>
            <a:pPr algn="just">
              <a:buFont typeface="Wingdings" pitchFamily="2" charset="2"/>
              <a:buChar char="Ø"/>
            </a:pPr>
            <a:endParaRPr lang="en-IN" sz="32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p:txBody>
      </p:sp>
      <p:pic>
        <p:nvPicPr>
          <p:cNvPr id="1026" name="Picture 2" descr="Deque (or double-ended queue)">
            <a:extLst>
              <a:ext uri="{FF2B5EF4-FFF2-40B4-BE49-F238E27FC236}">
                <a16:creationId xmlns:a16="http://schemas.microsoft.com/office/drawing/2014/main" xmlns="" id="{C9BF08A2-0256-8B79-C439-BF3FF440C4F2}"/>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299185" y="4752023"/>
            <a:ext cx="9593630" cy="202130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39DC903D-9003-4F3D-87E9-EE7D5BEB5D03}"/>
              </a:ext>
            </a:extLst>
          </p:cNvPr>
          <p:cNvSpPr/>
          <p:nvPr/>
        </p:nvSpPr>
        <p:spPr>
          <a:xfrm>
            <a:off x="1722291" y="235906"/>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800" b="1" dirty="0">
                <a:solidFill>
                  <a:schemeClr val="bg1"/>
                </a:solidFill>
                <a:latin typeface="Times New Roman" pitchFamily="18" charset="0"/>
                <a:cs typeface="Times New Roman" pitchFamily="18" charset="0"/>
              </a:rPr>
              <a:t>Types of Double Ended Queues</a:t>
            </a:r>
            <a:endParaRPr lang="en-US" sz="2800" dirty="0">
              <a:solidFill>
                <a:schemeClr val="bg1"/>
              </a:solidFill>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TextBox 5">
            <a:extLst>
              <a:ext uri="{FF2B5EF4-FFF2-40B4-BE49-F238E27FC236}">
                <a16:creationId xmlns:a16="http://schemas.microsoft.com/office/drawing/2014/main" xmlns="" id="{38D22C47-19E7-D0A5-602B-8F118BE236C4}"/>
              </a:ext>
            </a:extLst>
          </p:cNvPr>
          <p:cNvSpPr txBox="1"/>
          <p:nvPr/>
        </p:nvSpPr>
        <p:spPr>
          <a:xfrm>
            <a:off x="226319" y="958563"/>
            <a:ext cx="10461523" cy="3046988"/>
          </a:xfrm>
          <a:prstGeom prst="rect">
            <a:avLst/>
          </a:prstGeom>
          <a:noFill/>
        </p:spPr>
        <p:txBody>
          <a:bodyPr wrap="square" rtlCol="0">
            <a:spAutoFit/>
          </a:bodyPr>
          <a:lstStyle/>
          <a:p>
            <a:pPr marL="285750" indent="-285750">
              <a:buFont typeface="Wingdings" panose="05000000000000000000" pitchFamily="2" charset="2"/>
              <a:buChar char="Ø"/>
            </a:pPr>
            <a:r>
              <a:rPr lang="en-IN" sz="3200" dirty="0"/>
              <a:t>There are two types of deque:</a:t>
            </a:r>
          </a:p>
          <a:p>
            <a:pPr marL="742950" lvl="1" indent="-285750">
              <a:buFont typeface="Wingdings" panose="05000000000000000000" pitchFamily="2" charset="2"/>
              <a:buChar char="Ø"/>
            </a:pPr>
            <a:r>
              <a:rPr lang="en-IN" sz="3200" dirty="0"/>
              <a:t>Input restricted queue</a:t>
            </a:r>
          </a:p>
          <a:p>
            <a:pPr marL="742950" lvl="1" indent="-285750">
              <a:buFont typeface="Wingdings" panose="05000000000000000000" pitchFamily="2" charset="2"/>
              <a:buChar char="Ø"/>
            </a:pPr>
            <a:r>
              <a:rPr lang="en-IN" sz="3200" dirty="0"/>
              <a:t>Output restricted queue.</a:t>
            </a:r>
          </a:p>
          <a:p>
            <a:pPr marL="742950" lvl="1" indent="-285750">
              <a:buFont typeface="Wingdings" panose="05000000000000000000" pitchFamily="2" charset="2"/>
              <a:buChar char="Ø"/>
            </a:pPr>
            <a:endParaRPr lang="en-IN" sz="3200" dirty="0"/>
          </a:p>
          <a:p>
            <a:pPr marL="742950" lvl="1" indent="-285750">
              <a:buFont typeface="Wingdings" panose="05000000000000000000" pitchFamily="2" charset="2"/>
              <a:buChar char="Ø"/>
            </a:pPr>
            <a:endParaRPr lang="en-IN" sz="3200" dirty="0"/>
          </a:p>
          <a:p>
            <a:pPr lvl="1"/>
            <a:endParaRPr lang="en-IN" sz="3200" dirty="0"/>
          </a:p>
        </p:txBody>
      </p:sp>
      <p:sp>
        <p:nvSpPr>
          <p:cNvPr id="8" name="TextBox 7">
            <a:extLst>
              <a:ext uri="{FF2B5EF4-FFF2-40B4-BE49-F238E27FC236}">
                <a16:creationId xmlns:a16="http://schemas.microsoft.com/office/drawing/2014/main" xmlns="" id="{4023E793-ABA3-F5D1-A934-8F6010CD2776}"/>
              </a:ext>
            </a:extLst>
          </p:cNvPr>
          <p:cNvSpPr txBox="1"/>
          <p:nvPr/>
        </p:nvSpPr>
        <p:spPr>
          <a:xfrm>
            <a:off x="0" y="2471171"/>
            <a:ext cx="11150298" cy="1569660"/>
          </a:xfrm>
          <a:prstGeom prst="rect">
            <a:avLst/>
          </a:prstGeom>
          <a:noFill/>
        </p:spPr>
        <p:txBody>
          <a:bodyPr wrap="square" rtlCol="0">
            <a:spAutoFit/>
          </a:bodyPr>
          <a:lstStyle/>
          <a:p>
            <a:r>
              <a:rPr lang="en-IN" sz="3200" b="1" dirty="0"/>
              <a:t>1. Input restricted Queue </a:t>
            </a:r>
            <a:r>
              <a:rPr lang="en-IN" sz="3200" dirty="0"/>
              <a:t>:</a:t>
            </a:r>
          </a:p>
          <a:p>
            <a:r>
              <a:rPr lang="en-IN" sz="3200" dirty="0"/>
              <a:t>In input restricted queue, insertion operation can be performed </a:t>
            </a:r>
            <a:r>
              <a:rPr lang="en-IN" sz="3200" dirty="0" err="1"/>
              <a:t>ar</a:t>
            </a:r>
            <a:r>
              <a:rPr lang="en-IN" sz="3200" dirty="0"/>
              <a:t> only one end, while deletion can be performed from both ends.</a:t>
            </a:r>
          </a:p>
        </p:txBody>
      </p:sp>
      <p:pic>
        <p:nvPicPr>
          <p:cNvPr id="2050" name="Picture 2" descr="Deque (or double-ended queue)">
            <a:extLst>
              <a:ext uri="{FF2B5EF4-FFF2-40B4-BE49-F238E27FC236}">
                <a16:creationId xmlns:a16="http://schemas.microsoft.com/office/drawing/2014/main" xmlns="" id="{4E8BE09E-C2B3-F5F0-B34B-F3F292D1ED15}"/>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315454" y="4040831"/>
            <a:ext cx="8406062" cy="258126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680355262"/>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1567543" y="77212"/>
            <a:ext cx="9927771" cy="86984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Types of Double Ended Queues                    </a:t>
            </a:r>
            <a:r>
              <a:rPr lang="en-US" sz="3200" b="1" dirty="0" err="1"/>
              <a:t>Contd</a:t>
            </a:r>
            <a:r>
              <a:rPr lang="en-US" sz="3200" b="1" dirty="0"/>
              <a: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62642" y="1263079"/>
            <a:ext cx="11866715" cy="3354765"/>
          </a:xfrm>
          <a:prstGeom prst="rect">
            <a:avLst/>
          </a:prstGeom>
          <a:noFill/>
        </p:spPr>
        <p:txBody>
          <a:bodyPr wrap="square" rtlCol="0">
            <a:spAutoFit/>
          </a:bodyPr>
          <a:lstStyle/>
          <a:p>
            <a:r>
              <a:rPr lang="en-IN" sz="2400" b="1" dirty="0"/>
              <a:t>2. </a:t>
            </a:r>
            <a:r>
              <a:rPr lang="en-IN" sz="2800" b="1" dirty="0"/>
              <a:t>Output restricted Queue:</a:t>
            </a:r>
            <a:endParaRPr lang="en-IN" sz="2800" dirty="0"/>
          </a:p>
          <a:p>
            <a:r>
              <a:rPr lang="en-IN" sz="2400" dirty="0"/>
              <a:t>In output restricted queue, deletion operation can be performed at only one end, while insertion can be performed from both ends.</a:t>
            </a:r>
          </a:p>
          <a:p>
            <a:endParaRPr lang="en-IN" sz="2800" dirty="0"/>
          </a:p>
          <a:p>
            <a:endParaRPr lang="en-IN" sz="2800" b="1" dirty="0"/>
          </a:p>
          <a:p>
            <a:endParaRPr lang="en-IN" sz="2800" b="1" dirty="0"/>
          </a:p>
          <a:p>
            <a:pPr algn="ctr"/>
            <a:endParaRPr lang="en-IN" sz="2800" b="1" dirty="0"/>
          </a:p>
          <a:p>
            <a:r>
              <a:rPr lang="en-IN" sz="2400" b="1" dirty="0"/>
              <a:t>			</a:t>
            </a:r>
            <a:endParaRPr lang="en-IN" sz="2000" dirty="0"/>
          </a:p>
        </p:txBody>
      </p:sp>
      <p:pic>
        <p:nvPicPr>
          <p:cNvPr id="3074" name="Picture 2" descr="Deque (or double-ended queue)">
            <a:extLst>
              <a:ext uri="{FF2B5EF4-FFF2-40B4-BE49-F238E27FC236}">
                <a16:creationId xmlns:a16="http://schemas.microsoft.com/office/drawing/2014/main" xmlns="" id="{2D181660-809A-9660-122B-D2E43A9DA948}"/>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751894" y="2538413"/>
            <a:ext cx="7327937" cy="272032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38542430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979460" y="245393"/>
            <a:ext cx="592390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OPERATIONS ON DEQUE</a:t>
            </a:r>
            <a:r>
              <a:rPr lang="en-US" sz="2400" dirty="0"/>
              <a:t>                          </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56259" y="1320731"/>
            <a:ext cx="11313227" cy="4216539"/>
          </a:xfrm>
          <a:prstGeom prst="rect">
            <a:avLst/>
          </a:prstGeom>
        </p:spPr>
        <p:txBody>
          <a:bodyPr wrap="square">
            <a:spAutoFit/>
          </a:bodyPr>
          <a:lstStyle/>
          <a:p>
            <a:r>
              <a:rPr lang="en-IN" sz="2400" dirty="0"/>
              <a:t>In a double ended queue, we can perform the following operations</a:t>
            </a:r>
            <a:r>
              <a:rPr lang="en-IN" sz="2400" dirty="0" smtClean="0"/>
              <a:t>...</a:t>
            </a:r>
          </a:p>
          <a:p>
            <a:r>
              <a:rPr lang="en-IN" sz="2400" dirty="0" smtClean="0"/>
              <a:t>	</a:t>
            </a:r>
            <a:endParaRPr lang="en-US" dirty="0" smtClean="0"/>
          </a:p>
          <a:p>
            <a:pPr lvl="1" algn="just">
              <a:buFont typeface="Wingdings" pitchFamily="2" charset="2"/>
              <a:buChar char="q"/>
            </a:pPr>
            <a:r>
              <a:rPr lang="en-US" sz="2400" b="1" dirty="0" smtClean="0"/>
              <a:t>Insert at Front</a:t>
            </a:r>
            <a:r>
              <a:rPr lang="en-US" sz="2400" dirty="0" smtClean="0"/>
              <a:t>: Add an element to the front of the </a:t>
            </a:r>
            <a:r>
              <a:rPr lang="en-US" sz="2400" dirty="0" err="1" smtClean="0"/>
              <a:t>deque</a:t>
            </a:r>
            <a:r>
              <a:rPr lang="en-US" sz="2400" dirty="0" smtClean="0"/>
              <a:t>.</a:t>
            </a:r>
          </a:p>
          <a:p>
            <a:pPr lvl="1" algn="just">
              <a:buFont typeface="Wingdings" pitchFamily="2" charset="2"/>
              <a:buChar char="q"/>
            </a:pPr>
            <a:r>
              <a:rPr lang="en-US" sz="2400" b="1" dirty="0" smtClean="0"/>
              <a:t>Insert at Rear</a:t>
            </a:r>
            <a:r>
              <a:rPr lang="en-US" sz="2400" dirty="0" smtClean="0"/>
              <a:t>: Add an element to the rear of the </a:t>
            </a:r>
            <a:r>
              <a:rPr lang="en-US" sz="2400" dirty="0" err="1" smtClean="0"/>
              <a:t>deque</a:t>
            </a:r>
            <a:r>
              <a:rPr lang="en-US" sz="2400" dirty="0" smtClean="0"/>
              <a:t>.</a:t>
            </a:r>
          </a:p>
          <a:p>
            <a:pPr lvl="1" algn="just">
              <a:buFont typeface="Wingdings" pitchFamily="2" charset="2"/>
              <a:buChar char="q"/>
            </a:pPr>
            <a:r>
              <a:rPr lang="en-US" sz="2400" b="1" dirty="0" smtClean="0"/>
              <a:t>Delete from Front</a:t>
            </a:r>
            <a:r>
              <a:rPr lang="en-US" sz="2400" dirty="0" smtClean="0"/>
              <a:t>: Remove an element from the front of the </a:t>
            </a:r>
            <a:r>
              <a:rPr lang="en-US" sz="2400" dirty="0" err="1" smtClean="0"/>
              <a:t>deque</a:t>
            </a:r>
            <a:r>
              <a:rPr lang="en-US" sz="2400" dirty="0" smtClean="0"/>
              <a:t>.</a:t>
            </a:r>
          </a:p>
          <a:p>
            <a:pPr lvl="1" algn="just">
              <a:buFont typeface="Wingdings" pitchFamily="2" charset="2"/>
              <a:buChar char="q"/>
            </a:pPr>
            <a:r>
              <a:rPr lang="en-US" sz="2400" b="1" dirty="0" smtClean="0"/>
              <a:t>Delete from Rear</a:t>
            </a:r>
            <a:r>
              <a:rPr lang="en-US" sz="2400" dirty="0" smtClean="0"/>
              <a:t>: Remove an element from the rear of the </a:t>
            </a:r>
            <a:r>
              <a:rPr lang="en-US" sz="2400" dirty="0" err="1" smtClean="0"/>
              <a:t>deque</a:t>
            </a:r>
            <a:r>
              <a:rPr lang="en-US" sz="2400" dirty="0" smtClean="0"/>
              <a:t>.</a:t>
            </a:r>
          </a:p>
          <a:p>
            <a:pPr lvl="1" algn="just">
              <a:buFont typeface="Wingdings" pitchFamily="2" charset="2"/>
              <a:buChar char="q"/>
            </a:pPr>
            <a:r>
              <a:rPr lang="en-US" sz="2400" b="1" dirty="0" smtClean="0"/>
              <a:t>Peek Front</a:t>
            </a:r>
            <a:r>
              <a:rPr lang="en-US" sz="2400" dirty="0" smtClean="0"/>
              <a:t>: Retrieve the front element without removing it.</a:t>
            </a:r>
          </a:p>
          <a:p>
            <a:pPr lvl="1" algn="just">
              <a:buFont typeface="Wingdings" pitchFamily="2" charset="2"/>
              <a:buChar char="q"/>
            </a:pPr>
            <a:r>
              <a:rPr lang="en-US" sz="2400" b="1" dirty="0" smtClean="0"/>
              <a:t>Peek Rear</a:t>
            </a:r>
            <a:r>
              <a:rPr lang="en-US" sz="2400" dirty="0" smtClean="0"/>
              <a:t>: Retrieve the rear element without removing it.</a:t>
            </a:r>
          </a:p>
          <a:p>
            <a:endParaRPr lang="en-IN" sz="2400" dirty="0"/>
          </a:p>
          <a:p>
            <a:pPr lvl="1">
              <a:buFont typeface="Wingdings" pitchFamily="2" charset="2"/>
              <a:buChar char="v"/>
            </a:pPr>
            <a:endParaRPr lang="en-IN" sz="2800" b="1" dirty="0"/>
          </a:p>
          <a:p>
            <a:pPr lvl="1"/>
            <a:endParaRPr lang="en-IN" sz="2400" dirty="0"/>
          </a:p>
        </p:txBody>
      </p:sp>
    </p:spTree>
    <p:extLst>
      <p:ext uri="{BB962C8B-B14F-4D97-AF65-F5344CB8AC3E}">
        <p14:creationId xmlns:p14="http://schemas.microsoft.com/office/powerpoint/2010/main" xmlns="" val="338542430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979460" y="245393"/>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56259" y="1320731"/>
            <a:ext cx="11542815" cy="3939540"/>
          </a:xfrm>
          <a:prstGeom prst="rect">
            <a:avLst/>
          </a:prstGeom>
        </p:spPr>
        <p:txBody>
          <a:bodyPr wrap="square">
            <a:spAutoFit/>
          </a:bodyPr>
          <a:lstStyle/>
          <a:p>
            <a:pPr marL="457200" indent="-457200">
              <a:buAutoNum type="arabicPeriod"/>
            </a:pPr>
            <a:r>
              <a:rPr lang="en-IN" sz="2500" b="1" dirty="0"/>
              <a:t>Insertion at the front end:</a:t>
            </a:r>
          </a:p>
          <a:p>
            <a:pPr marL="457200" indent="-457200">
              <a:buAutoNum type="arabicPeriod"/>
            </a:pPr>
            <a:endParaRPr lang="en-IN" sz="2500" b="1" dirty="0"/>
          </a:p>
          <a:p>
            <a:r>
              <a:rPr lang="en-IN" sz="2500" dirty="0"/>
              <a:t>In this operation, the element is inserted from the front end of the queue. Before implementing the operation, first we have to check whether the queue is full or not. If the queue is not full, then the element can be inserted from the front end by using the following conditions:</a:t>
            </a:r>
          </a:p>
          <a:p>
            <a:pPr marL="800100" lvl="1" indent="-342900">
              <a:buFont typeface="Wingdings" panose="05000000000000000000" pitchFamily="2" charset="2"/>
              <a:buChar char="Ø"/>
            </a:pPr>
            <a:r>
              <a:rPr lang="en-IN" sz="2500" dirty="0"/>
              <a:t>If the queue is empty, both rear and front are initialized with 0. Now, both will point to the first element.</a:t>
            </a:r>
          </a:p>
          <a:p>
            <a:pPr marL="800100" lvl="1" indent="-342900">
              <a:buFont typeface="Wingdings" panose="05000000000000000000" pitchFamily="2" charset="2"/>
              <a:buChar char="Ø"/>
            </a:pPr>
            <a:r>
              <a:rPr lang="en-IN" sz="2500" dirty="0"/>
              <a:t> otherwise, check the position of the front, if the front is less than 1, then reinitialize it by front=n-1 i.e., the last index of the array.</a:t>
            </a:r>
          </a:p>
        </p:txBody>
      </p:sp>
    </p:spTree>
    <p:extLst>
      <p:ext uri="{BB962C8B-B14F-4D97-AF65-F5344CB8AC3E}">
        <p14:creationId xmlns:p14="http://schemas.microsoft.com/office/powerpoint/2010/main" xmlns="" val="3142842744"/>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ounded Rectangle 17">
            <a:extLst>
              <a:ext uri="{FF2B5EF4-FFF2-40B4-BE49-F238E27FC236}">
                <a16:creationId xmlns:a16="http://schemas.microsoft.com/office/drawing/2014/main" xmlns="" id="{613A8D16-92AE-4118-5A0E-7BA087379C2B}"/>
              </a:ext>
            </a:extLst>
          </p:cNvPr>
          <p:cNvSpPr/>
          <p:nvPr/>
        </p:nvSpPr>
        <p:spPr>
          <a:xfrm>
            <a:off x="2979460" y="245393"/>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pic>
        <p:nvPicPr>
          <p:cNvPr id="4098" name="Picture 2" descr="Deque (or double-ended queue)">
            <a:extLst>
              <a:ext uri="{FF2B5EF4-FFF2-40B4-BE49-F238E27FC236}">
                <a16:creationId xmlns:a16="http://schemas.microsoft.com/office/drawing/2014/main" xmlns="" id="{FB203522-D0BE-95EF-22E9-5BDF28D6F189}"/>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443790" y="1187117"/>
            <a:ext cx="7358089" cy="508860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02136563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56259" y="1320731"/>
            <a:ext cx="11732822" cy="3785652"/>
          </a:xfrm>
          <a:prstGeom prst="rect">
            <a:avLst/>
          </a:prstGeom>
        </p:spPr>
        <p:txBody>
          <a:bodyPr wrap="square">
            <a:spAutoFit/>
          </a:bodyPr>
          <a:lstStyle/>
          <a:p>
            <a:r>
              <a:rPr lang="en-IN" sz="2400" b="1" dirty="0"/>
              <a:t>2. Insertion at the rear end:</a:t>
            </a:r>
          </a:p>
          <a:p>
            <a:r>
              <a:rPr lang="en-IN" sz="2400" dirty="0"/>
              <a:t>In this operation, the element is inserted from the rear end of the queue. Before implementing the operation, first we have to check whether the queue is full or not. If the queue is not full, then the element can be inserted from the rear end by using the below conditions:</a:t>
            </a:r>
          </a:p>
          <a:p>
            <a:endParaRPr lang="en-IN" sz="2400" dirty="0"/>
          </a:p>
          <a:p>
            <a:pPr marL="342900" indent="-342900">
              <a:buFont typeface="Wingdings" panose="05000000000000000000" pitchFamily="2" charset="2"/>
              <a:buChar char="Ø"/>
            </a:pPr>
            <a:r>
              <a:rPr lang="en-IN" sz="2400" dirty="0"/>
              <a:t> If the queue is empty, both rear and front are initialized with 0. Now, both will point to the first element.</a:t>
            </a:r>
          </a:p>
          <a:p>
            <a:pPr marL="342900" indent="-342900">
              <a:buFont typeface="Wingdings" panose="05000000000000000000" pitchFamily="2" charset="2"/>
              <a:buChar char="Ø"/>
            </a:pPr>
            <a:r>
              <a:rPr lang="en-IN" sz="2400" dirty="0"/>
              <a:t> Otherwise, increment the rear by 1. If the rear is at last index ( or size -1), then instead of increasing it by 1, we have to make it equal to 0.</a:t>
            </a:r>
          </a:p>
        </p:txBody>
      </p:sp>
      <p:sp>
        <p:nvSpPr>
          <p:cNvPr id="3" name="Rounded Rectangle 17">
            <a:extLst>
              <a:ext uri="{FF2B5EF4-FFF2-40B4-BE49-F238E27FC236}">
                <a16:creationId xmlns:a16="http://schemas.microsoft.com/office/drawing/2014/main" xmlns="" id="{0F1935B7-7585-BA13-837B-4D36F239C8B9}"/>
              </a:ext>
            </a:extLst>
          </p:cNvPr>
          <p:cNvSpPr/>
          <p:nvPr/>
        </p:nvSpPr>
        <p:spPr>
          <a:xfrm>
            <a:off x="2979460" y="245393"/>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spTree>
    <p:extLst>
      <p:ext uri="{BB962C8B-B14F-4D97-AF65-F5344CB8AC3E}">
        <p14:creationId xmlns:p14="http://schemas.microsoft.com/office/powerpoint/2010/main" xmlns="" val="2148906171"/>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ounded Rectangle 17">
            <a:extLst>
              <a:ext uri="{FF2B5EF4-FFF2-40B4-BE49-F238E27FC236}">
                <a16:creationId xmlns:a16="http://schemas.microsoft.com/office/drawing/2014/main" xmlns="" id="{04EB4D29-DEE2-3C05-E742-6244A83F64BE}"/>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pic>
        <p:nvPicPr>
          <p:cNvPr id="5122" name="Picture 2" descr="Deque (or double-ended queue)">
            <a:extLst>
              <a:ext uri="{FF2B5EF4-FFF2-40B4-BE49-F238E27FC236}">
                <a16:creationId xmlns:a16="http://schemas.microsoft.com/office/drawing/2014/main" xmlns="" id="{EE782D74-A192-FF97-861F-A52B4E405142}"/>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690548" y="1200149"/>
            <a:ext cx="6972189" cy="496001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60568374"/>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p:cNvSpPr>
            <a:spLocks noGrp="1"/>
          </p:cNvSpPr>
          <p:nvPr>
            <p:ph idx="1"/>
          </p:nvPr>
        </p:nvSpPr>
        <p:spPr>
          <a:xfrm>
            <a:off x="838199" y="1175656"/>
            <a:ext cx="11072751" cy="5498275"/>
          </a:xfrm>
        </p:spPr>
        <p:txBody>
          <a:bodyPr/>
          <a:lstStyle/>
          <a:p>
            <a:pPr marL="0" indent="0">
              <a:buNone/>
            </a:pPr>
            <a:r>
              <a:rPr lang="en-IN" sz="2400" b="1" dirty="0"/>
              <a:t>3. Deletion at the front end:</a:t>
            </a:r>
          </a:p>
          <a:p>
            <a:pPr marL="0" indent="0">
              <a:buNone/>
            </a:pPr>
            <a:r>
              <a:rPr lang="en-IN" sz="2400" dirty="0"/>
              <a:t>In this operation, the element is deleted from the front end of the queue. Before implementing the operation, we first check whether the queue is empty or not.</a:t>
            </a:r>
          </a:p>
          <a:p>
            <a:pPr marL="0" indent="0">
              <a:buNone/>
            </a:pPr>
            <a:r>
              <a:rPr lang="en-IN" sz="2400" dirty="0"/>
              <a:t>If the queue is empty i.e., front = -1, it is the underflow condition, and we cannot perform the deletion. If the queue is not full, then the element an be inserted from the front end by using the below conditions:</a:t>
            </a:r>
          </a:p>
          <a:p>
            <a:pPr marL="0" indent="0">
              <a:buNone/>
            </a:pPr>
            <a:endParaRPr lang="en-IN" sz="2400" dirty="0"/>
          </a:p>
          <a:p>
            <a:pPr marL="0" indent="0">
              <a:buNone/>
            </a:pPr>
            <a:r>
              <a:rPr lang="en-IN" sz="2400" dirty="0"/>
              <a:t>If the deque has only one element, set rear = -1 and front = -1</a:t>
            </a:r>
          </a:p>
          <a:p>
            <a:pPr marL="0" indent="0">
              <a:buNone/>
            </a:pPr>
            <a:r>
              <a:rPr lang="en-IN" sz="2400" dirty="0"/>
              <a:t>else, if front is at end (that means front = size – 1) set front = 0’</a:t>
            </a:r>
          </a:p>
          <a:p>
            <a:pPr marL="0" indent="0">
              <a:buNone/>
            </a:pPr>
            <a:r>
              <a:rPr lang="en-IN" sz="2400" dirty="0"/>
              <a:t>else, increment the front by 1. (i.e., front = front + 1)</a:t>
            </a:r>
          </a:p>
          <a:p>
            <a:pPr marL="0" indent="0">
              <a:buNone/>
            </a:pPr>
            <a:endParaRPr lang="en-IN" sz="2400" dirty="0"/>
          </a:p>
          <a:p>
            <a:endParaRPr lang="en-IN" sz="2400" dirty="0"/>
          </a:p>
        </p:txBody>
      </p:sp>
      <p:sp>
        <p:nvSpPr>
          <p:cNvPr id="3" name="Rounded Rectangle 17">
            <a:extLst>
              <a:ext uri="{FF2B5EF4-FFF2-40B4-BE49-F238E27FC236}">
                <a16:creationId xmlns:a16="http://schemas.microsoft.com/office/drawing/2014/main" xmlns="" id="{A38ED79C-1CDB-CF36-7897-4E87B2F2BA6E}"/>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spTree>
    <p:extLst>
      <p:ext uri="{BB962C8B-B14F-4D97-AF65-F5344CB8AC3E}">
        <p14:creationId xmlns:p14="http://schemas.microsoft.com/office/powerpoint/2010/main" xmlns="" val="3892933827"/>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ounded Rectangle 17">
            <a:extLst>
              <a:ext uri="{FF2B5EF4-FFF2-40B4-BE49-F238E27FC236}">
                <a16:creationId xmlns:a16="http://schemas.microsoft.com/office/drawing/2014/main" xmlns="" id="{DCABD01D-0814-B784-A2A7-8E7698C01010}"/>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pic>
        <p:nvPicPr>
          <p:cNvPr id="7170" name="Picture 2" descr="Deque (or double-ended queue)">
            <a:extLst>
              <a:ext uri="{FF2B5EF4-FFF2-40B4-BE49-F238E27FC236}">
                <a16:creationId xmlns:a16="http://schemas.microsoft.com/office/drawing/2014/main" xmlns="" id="{5CDB4E4E-2B87-7603-5FCF-3859E8E78901}"/>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845845" y="1200149"/>
            <a:ext cx="8033452" cy="470334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6245963"/>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163782"/>
            <a:ext cx="11649692" cy="5557652"/>
          </a:xfrm>
        </p:spPr>
        <p:txBody>
          <a:bodyPr/>
          <a:lstStyle/>
          <a:p>
            <a:pPr marL="0" indent="0">
              <a:buNone/>
            </a:pPr>
            <a:r>
              <a:rPr lang="en-IN" sz="2500" dirty="0"/>
              <a:t>4. </a:t>
            </a:r>
            <a:r>
              <a:rPr lang="en-IN" sz="2500" b="1" dirty="0"/>
              <a:t>Deletion at the rear end:</a:t>
            </a:r>
          </a:p>
          <a:p>
            <a:pPr marL="0" indent="0">
              <a:buNone/>
            </a:pPr>
            <a:r>
              <a:rPr lang="en-IN" sz="2500" dirty="0"/>
              <a:t>In this operation, the element is deleted from the rear end of the queue. Before implementing the queue operation, we first check the queue is empty or not.</a:t>
            </a:r>
          </a:p>
          <a:p>
            <a:pPr marL="0" indent="0">
              <a:buNone/>
            </a:pPr>
            <a:endParaRPr lang="en-IN" sz="2500" dirty="0"/>
          </a:p>
          <a:p>
            <a:pPr marL="0" indent="0">
              <a:buNone/>
            </a:pPr>
            <a:r>
              <a:rPr lang="en-IN" sz="2500" dirty="0"/>
              <a:t>If the queue is empty, i.e., front = -1, it is the underflow condition, and we can’t perform the deletion.</a:t>
            </a:r>
          </a:p>
          <a:p>
            <a:pPr marL="0" indent="0">
              <a:buNone/>
            </a:pPr>
            <a:r>
              <a:rPr lang="en-IN" sz="2500" dirty="0"/>
              <a:t>If the deque has only one element, set rear = -1 and front = -1.</a:t>
            </a:r>
          </a:p>
          <a:p>
            <a:pPr marL="0" indent="0">
              <a:buNone/>
            </a:pPr>
            <a:r>
              <a:rPr lang="en-IN" sz="2500" dirty="0"/>
              <a:t>If rear = 0 (rear is at front), then set rear = n-1.</a:t>
            </a:r>
          </a:p>
          <a:p>
            <a:pPr marL="0" indent="0">
              <a:buNone/>
            </a:pPr>
            <a:r>
              <a:rPr lang="en-IN" sz="2500" dirty="0"/>
              <a:t>else, decrement the rear by 1 (or rear = rear – 1)</a:t>
            </a:r>
          </a:p>
          <a:p>
            <a:endParaRPr lang="en-IN" sz="2500" dirty="0"/>
          </a:p>
        </p:txBody>
      </p:sp>
      <p:sp>
        <p:nvSpPr>
          <p:cNvPr id="4" name="Rounded Rectangle 17">
            <a:extLst>
              <a:ext uri="{FF2B5EF4-FFF2-40B4-BE49-F238E27FC236}">
                <a16:creationId xmlns:a16="http://schemas.microsoft.com/office/drawing/2014/main" xmlns="" id="{4D7D30ED-F2CB-3F78-61E0-721E936ED498}"/>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spTree>
    <p:extLst>
      <p:ext uri="{BB962C8B-B14F-4D97-AF65-F5344CB8AC3E}">
        <p14:creationId xmlns:p14="http://schemas.microsoft.com/office/powerpoint/2010/main" xmlns="" val="55976746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a:extLst>
              <a:ext uri="{FF2B5EF4-FFF2-40B4-BE49-F238E27FC236}">
                <a16:creationId xmlns:a16="http://schemas.microsoft.com/office/drawing/2014/main" xmlns="" id="{A615E046-B265-D846-6C9A-2544E05C77E7}"/>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xmlns="" id="{EB100459-EB9B-B14B-1948-70ADFAA457E1}"/>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pic>
        <p:nvPicPr>
          <p:cNvPr id="9218" name="Picture 2" descr="Deque (or double-ended queue)">
            <a:extLst>
              <a:ext uri="{FF2B5EF4-FFF2-40B4-BE49-F238E27FC236}">
                <a16:creationId xmlns:a16="http://schemas.microsoft.com/office/drawing/2014/main" xmlns="" id="{4E0F4CB6-5665-6C67-13BB-63F92EBE2A7E}"/>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278333" y="1469608"/>
            <a:ext cx="7802887" cy="379220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61186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271940" y="1134833"/>
            <a:ext cx="6472620" cy="523220"/>
          </a:xfrm>
          <a:prstGeom prst="rect">
            <a:avLst/>
          </a:prstGeom>
          <a:noFill/>
        </p:spPr>
        <p:txBody>
          <a:bodyPr wrap="square" rtlCol="0">
            <a:spAutoFit/>
          </a:bodyPr>
          <a:lstStyle/>
          <a:p>
            <a:r>
              <a:rPr lang="en-IN" sz="2800" b="0" i="0" dirty="0" smtClean="0">
                <a:solidFill>
                  <a:srgbClr val="000000"/>
                </a:solidFill>
                <a:effectLst/>
                <a:latin typeface="inter-regular"/>
              </a:rPr>
              <a:t> </a:t>
            </a:r>
            <a:endParaRPr lang="en-IN" sz="2800" b="0" i="0" dirty="0">
              <a:solidFill>
                <a:srgbClr val="000000"/>
              </a:solidFill>
              <a:effectLst/>
              <a:latin typeface="inter-regular"/>
            </a:endParaRPr>
          </a:p>
        </p:txBody>
      </p:sp>
      <p:sp>
        <p:nvSpPr>
          <p:cNvPr id="2" name="Rounded Rectangle 17">
            <a:extLst>
              <a:ext uri="{FF2B5EF4-FFF2-40B4-BE49-F238E27FC236}">
                <a16:creationId xmlns:a16="http://schemas.microsoft.com/office/drawing/2014/main" xmlns="" id="{F11E4390-10C3-84D0-99DD-DD9053CA7920}"/>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OPERATIONS ON DEQUE                                </a:t>
            </a:r>
            <a:r>
              <a:rPr lang="en-US" sz="2400" dirty="0"/>
              <a:t>(Cont..)</a:t>
            </a:r>
          </a:p>
        </p:txBody>
      </p:sp>
      <p:sp>
        <p:nvSpPr>
          <p:cNvPr id="10245" name="Rectangle 5"/>
          <p:cNvSpPr>
            <a:spLocks noChangeArrowheads="1"/>
          </p:cNvSpPr>
          <p:nvPr/>
        </p:nvSpPr>
        <p:spPr bwMode="auto">
          <a:xfrm>
            <a:off x="457200" y="1295401"/>
            <a:ext cx="11223171" cy="517064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ea typeface="Times New Roman" pitchFamily="18" charset="0"/>
                <a:cs typeface="Arial" pitchFamily="34" charset="0"/>
              </a:rPr>
              <a:t>The basic operations of a </a:t>
            </a:r>
            <a:r>
              <a:rPr kumimoji="0" lang="en-US" sz="2400" b="0" i="0" u="none" strike="noStrike" cap="none" normalizeH="0" baseline="0" dirty="0" err="1" smtClean="0">
                <a:ln>
                  <a:noFill/>
                </a:ln>
                <a:solidFill>
                  <a:schemeClr val="tx1"/>
                </a:solidFill>
                <a:effectLst/>
                <a:ea typeface="Times New Roman" pitchFamily="18" charset="0"/>
                <a:cs typeface="Arial" pitchFamily="34" charset="0"/>
              </a:rPr>
              <a:t>deque</a:t>
            </a:r>
            <a:r>
              <a:rPr kumimoji="0" lang="en-US" sz="2400" b="0" i="0" u="none" strike="noStrike" cap="none" normalizeH="0" baseline="0" dirty="0" smtClean="0">
                <a:ln>
                  <a:noFill/>
                </a:ln>
                <a:solidFill>
                  <a:schemeClr val="tx1"/>
                </a:solidFill>
                <a:effectLst/>
                <a:ea typeface="Times New Roman" pitchFamily="18" charset="0"/>
                <a:cs typeface="Arial" pitchFamily="34" charset="0"/>
              </a:rPr>
              <a:t>:</a:t>
            </a:r>
            <a:endParaRPr kumimoji="0" lang="en-US" sz="24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2400" b="1" i="0" u="none" strike="noStrike" cap="none" normalizeH="0" baseline="0" dirty="0" smtClean="0">
                <a:ln>
                  <a:noFill/>
                </a:ln>
                <a:solidFill>
                  <a:schemeClr val="tx1"/>
                </a:solidFill>
                <a:effectLst/>
                <a:ea typeface="Calibri" pitchFamily="34" charset="0"/>
                <a:cs typeface="Times New Roman" pitchFamily="18" charset="0"/>
              </a:rPr>
              <a:t>append(x)</a:t>
            </a:r>
            <a:r>
              <a:rPr kumimoji="0" lang="en-US" sz="2400" b="0" i="0" u="none" strike="noStrike" cap="none" normalizeH="0" baseline="0" dirty="0" smtClean="0">
                <a:ln>
                  <a:noFill/>
                </a:ln>
                <a:solidFill>
                  <a:schemeClr val="tx1"/>
                </a:solidFill>
                <a:effectLst/>
                <a:ea typeface="Calibri" pitchFamily="34" charset="0"/>
                <a:cs typeface="Times New Roman" pitchFamily="18" charset="0"/>
              </a:rPr>
              <a:t> – Adds </a:t>
            </a:r>
            <a:r>
              <a:rPr kumimoji="0" lang="en-US" sz="2400" b="0" i="0" u="none" strike="noStrike" cap="none" normalizeH="0" baseline="0" dirty="0" smtClean="0">
                <a:ln>
                  <a:noFill/>
                </a:ln>
                <a:solidFill>
                  <a:schemeClr val="tx1"/>
                </a:solidFill>
                <a:effectLst/>
                <a:ea typeface="Calibri" pitchFamily="34" charset="0"/>
                <a:cs typeface="Courier New" pitchFamily="49" charset="0"/>
              </a:rPr>
              <a:t>x</a:t>
            </a:r>
            <a:r>
              <a:rPr kumimoji="0" lang="en-US" sz="2400" b="0" i="0" u="none" strike="noStrike" cap="none" normalizeH="0" baseline="0" dirty="0" smtClean="0">
                <a:ln>
                  <a:noFill/>
                </a:ln>
                <a:solidFill>
                  <a:schemeClr val="tx1"/>
                </a:solidFill>
                <a:effectLst/>
                <a:ea typeface="Calibri" pitchFamily="34" charset="0"/>
                <a:cs typeface="Times New Roman" pitchFamily="18" charset="0"/>
              </a:rPr>
              <a:t> to the right end of the </a:t>
            </a:r>
            <a:r>
              <a:rPr kumimoji="0" lang="en-US" sz="2400" b="0" i="0" u="none" strike="noStrike" cap="none" normalizeH="0" baseline="0" dirty="0" err="1" smtClean="0">
                <a:ln>
                  <a:noFill/>
                </a:ln>
                <a:solidFill>
                  <a:schemeClr val="tx1"/>
                </a:solidFill>
                <a:effectLst/>
                <a:ea typeface="Calibri" pitchFamily="34" charset="0"/>
                <a:cs typeface="Times New Roman" pitchFamily="18" charset="0"/>
              </a:rPr>
              <a:t>deque</a:t>
            </a:r>
            <a:r>
              <a:rPr kumimoji="0" lang="en-US" sz="2400" b="0" i="0" u="none" strike="noStrike" cap="none" normalizeH="0" baseline="0" dirty="0" smtClean="0">
                <a:ln>
                  <a:noFill/>
                </a:ln>
                <a:solidFill>
                  <a:schemeClr val="tx1"/>
                </a:solidFill>
                <a:effectLst/>
                <a:ea typeface="Calibri" pitchFamily="34" charset="0"/>
                <a:cs typeface="Times New Roman"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2400" b="1" i="0" u="none" strike="noStrike" cap="none" normalizeH="0" baseline="0" dirty="0" err="1" smtClean="0">
                <a:ln>
                  <a:noFill/>
                </a:ln>
                <a:solidFill>
                  <a:schemeClr val="tx1"/>
                </a:solidFill>
                <a:effectLst/>
                <a:ea typeface="Calibri" pitchFamily="34" charset="0"/>
                <a:cs typeface="Times New Roman" pitchFamily="18" charset="0"/>
              </a:rPr>
              <a:t>appendleft</a:t>
            </a:r>
            <a:r>
              <a:rPr kumimoji="0" lang="en-US" sz="2400" b="1" i="0" u="none" strike="noStrike" cap="none" normalizeH="0" baseline="0" dirty="0" smtClean="0">
                <a:ln>
                  <a:noFill/>
                </a:ln>
                <a:solidFill>
                  <a:schemeClr val="tx1"/>
                </a:solidFill>
                <a:effectLst/>
                <a:ea typeface="Calibri" pitchFamily="34" charset="0"/>
                <a:cs typeface="Times New Roman" pitchFamily="18" charset="0"/>
              </a:rPr>
              <a:t>(x)</a:t>
            </a:r>
            <a:r>
              <a:rPr kumimoji="0" lang="en-US" sz="2400" b="0" i="0" u="none" strike="noStrike" cap="none" normalizeH="0" baseline="0" dirty="0" smtClean="0">
                <a:ln>
                  <a:noFill/>
                </a:ln>
                <a:solidFill>
                  <a:schemeClr val="tx1"/>
                </a:solidFill>
                <a:effectLst/>
                <a:ea typeface="Calibri" pitchFamily="34" charset="0"/>
                <a:cs typeface="Times New Roman" pitchFamily="18" charset="0"/>
              </a:rPr>
              <a:t> – Adds </a:t>
            </a:r>
            <a:r>
              <a:rPr kumimoji="0" lang="en-US" sz="2400" b="0" i="0" u="none" strike="noStrike" cap="none" normalizeH="0" baseline="0" dirty="0" smtClean="0">
                <a:ln>
                  <a:noFill/>
                </a:ln>
                <a:solidFill>
                  <a:schemeClr val="tx1"/>
                </a:solidFill>
                <a:effectLst/>
                <a:ea typeface="Calibri" pitchFamily="34" charset="0"/>
                <a:cs typeface="Courier New" pitchFamily="49" charset="0"/>
              </a:rPr>
              <a:t>x</a:t>
            </a:r>
            <a:r>
              <a:rPr kumimoji="0" lang="en-US" sz="2400" b="0" i="0" u="none" strike="noStrike" cap="none" normalizeH="0" baseline="0" dirty="0" smtClean="0">
                <a:ln>
                  <a:noFill/>
                </a:ln>
                <a:solidFill>
                  <a:schemeClr val="tx1"/>
                </a:solidFill>
                <a:effectLst/>
                <a:ea typeface="Calibri" pitchFamily="34" charset="0"/>
                <a:cs typeface="Times New Roman" pitchFamily="18" charset="0"/>
              </a:rPr>
              <a:t> to the left end of the </a:t>
            </a:r>
            <a:r>
              <a:rPr kumimoji="0" lang="en-US" sz="2400" b="0" i="0" u="none" strike="noStrike" cap="none" normalizeH="0" baseline="0" dirty="0" err="1" smtClean="0">
                <a:ln>
                  <a:noFill/>
                </a:ln>
                <a:solidFill>
                  <a:schemeClr val="tx1"/>
                </a:solidFill>
                <a:effectLst/>
                <a:ea typeface="Calibri" pitchFamily="34" charset="0"/>
                <a:cs typeface="Times New Roman" pitchFamily="18" charset="0"/>
              </a:rPr>
              <a:t>deque</a:t>
            </a:r>
            <a:r>
              <a:rPr kumimoji="0" lang="en-US" sz="2400" b="0" i="0" u="none" strike="noStrike" cap="none" normalizeH="0" baseline="0" dirty="0" smtClean="0">
                <a:ln>
                  <a:noFill/>
                </a:ln>
                <a:solidFill>
                  <a:schemeClr val="tx1"/>
                </a:solidFill>
                <a:effectLst/>
                <a:ea typeface="Calibri" pitchFamily="34" charset="0"/>
                <a:cs typeface="Times New Roman"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2400" b="1" i="0" u="none" strike="noStrike" cap="none" normalizeH="0" baseline="0" dirty="0" smtClean="0">
                <a:ln>
                  <a:noFill/>
                </a:ln>
                <a:solidFill>
                  <a:schemeClr val="tx1"/>
                </a:solidFill>
                <a:effectLst/>
                <a:ea typeface="Calibri" pitchFamily="34" charset="0"/>
                <a:cs typeface="Times New Roman" pitchFamily="18" charset="0"/>
              </a:rPr>
              <a:t>pop()</a:t>
            </a:r>
            <a:r>
              <a:rPr kumimoji="0" lang="en-US" sz="2400" b="0" i="0" u="none" strike="noStrike" cap="none" normalizeH="0" baseline="0" dirty="0" smtClean="0">
                <a:ln>
                  <a:noFill/>
                </a:ln>
                <a:solidFill>
                  <a:schemeClr val="tx1"/>
                </a:solidFill>
                <a:effectLst/>
                <a:ea typeface="Calibri" pitchFamily="34" charset="0"/>
                <a:cs typeface="Times New Roman" pitchFamily="18" charset="0"/>
              </a:rPr>
              <a:t> – Removes and returns the rightmost element.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2400" b="1" i="0" u="none" strike="noStrike" cap="none" normalizeH="0" baseline="0" dirty="0" err="1" smtClean="0">
                <a:ln>
                  <a:noFill/>
                </a:ln>
                <a:solidFill>
                  <a:schemeClr val="tx1"/>
                </a:solidFill>
                <a:effectLst/>
                <a:ea typeface="Calibri" pitchFamily="34" charset="0"/>
                <a:cs typeface="Times New Roman" pitchFamily="18" charset="0"/>
              </a:rPr>
              <a:t>popleft</a:t>
            </a:r>
            <a:r>
              <a:rPr kumimoji="0" lang="en-US" sz="2400" b="1" i="0" u="none" strike="noStrike" cap="none" normalizeH="0" baseline="0" dirty="0" smtClean="0">
                <a:ln>
                  <a:noFill/>
                </a:ln>
                <a:solidFill>
                  <a:schemeClr val="tx1"/>
                </a:solidFill>
                <a:effectLst/>
                <a:ea typeface="Calibri" pitchFamily="34" charset="0"/>
                <a:cs typeface="Times New Roman" pitchFamily="18" charset="0"/>
              </a:rPr>
              <a:t>()</a:t>
            </a:r>
            <a:r>
              <a:rPr kumimoji="0" lang="en-US" sz="2400" b="0" i="0" u="none" strike="noStrike" cap="none" normalizeH="0" baseline="0" dirty="0" smtClean="0">
                <a:ln>
                  <a:noFill/>
                </a:ln>
                <a:solidFill>
                  <a:schemeClr val="tx1"/>
                </a:solidFill>
                <a:effectLst/>
                <a:ea typeface="Calibri" pitchFamily="34" charset="0"/>
                <a:cs typeface="Times New Roman" pitchFamily="18" charset="0"/>
              </a:rPr>
              <a:t> – Removes and returns the leftmost element.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2400" b="1" i="0" u="none" strike="noStrike" cap="none" normalizeH="0" baseline="0" dirty="0" smtClean="0">
                <a:ln>
                  <a:noFill/>
                </a:ln>
                <a:solidFill>
                  <a:schemeClr val="tx1"/>
                </a:solidFill>
                <a:effectLst/>
                <a:ea typeface="Calibri" pitchFamily="34" charset="0"/>
                <a:cs typeface="Times New Roman" pitchFamily="18" charset="0"/>
              </a:rPr>
              <a:t>peek (front/rear)</a:t>
            </a:r>
            <a:r>
              <a:rPr kumimoji="0" lang="en-US" sz="2400" b="0" i="0" u="none" strike="noStrike" cap="none" normalizeH="0" baseline="0" dirty="0" smtClean="0">
                <a:ln>
                  <a:noFill/>
                </a:ln>
                <a:solidFill>
                  <a:schemeClr val="tx1"/>
                </a:solidFill>
                <a:effectLst/>
                <a:ea typeface="Calibri" pitchFamily="34" charset="0"/>
                <a:cs typeface="Times New Roman" pitchFamily="18" charset="0"/>
              </a:rPr>
              <a:t> – View the front or rear element without removing it.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2400" b="1" i="0" u="none" strike="noStrike" cap="none" normalizeH="0" baseline="0" dirty="0" smtClean="0">
                <a:ln>
                  <a:noFill/>
                </a:ln>
                <a:solidFill>
                  <a:schemeClr val="tx1"/>
                </a:solidFill>
                <a:effectLst/>
                <a:ea typeface="Calibri" pitchFamily="34" charset="0"/>
                <a:cs typeface="Times New Roman" pitchFamily="18" charset="0"/>
              </a:rPr>
              <a:t>clear()</a:t>
            </a:r>
            <a:r>
              <a:rPr kumimoji="0" lang="en-US" sz="2400" b="0" i="0" u="none" strike="noStrike" cap="none" normalizeH="0" baseline="0" dirty="0" smtClean="0">
                <a:ln>
                  <a:noFill/>
                </a:ln>
                <a:solidFill>
                  <a:schemeClr val="tx1"/>
                </a:solidFill>
                <a:effectLst/>
                <a:ea typeface="Calibri" pitchFamily="34" charset="0"/>
                <a:cs typeface="Times New Roman" pitchFamily="18" charset="0"/>
              </a:rPr>
              <a:t> – Removes all elements from the </a:t>
            </a:r>
            <a:r>
              <a:rPr kumimoji="0" lang="en-US" sz="2400" b="0" i="0" u="none" strike="noStrike" cap="none" normalizeH="0" baseline="0" dirty="0" err="1" smtClean="0">
                <a:ln>
                  <a:noFill/>
                </a:ln>
                <a:solidFill>
                  <a:schemeClr val="tx1"/>
                </a:solidFill>
                <a:effectLst/>
                <a:ea typeface="Calibri" pitchFamily="34" charset="0"/>
                <a:cs typeface="Times New Roman" pitchFamily="18" charset="0"/>
              </a:rPr>
              <a:t>deque</a:t>
            </a:r>
            <a:r>
              <a:rPr kumimoji="0" lang="en-US" sz="2400" b="0" i="0" u="none" strike="noStrike" cap="none" normalizeH="0" baseline="0" dirty="0" smtClean="0">
                <a:ln>
                  <a:noFill/>
                </a:ln>
                <a:solidFill>
                  <a:schemeClr val="tx1"/>
                </a:solidFill>
                <a:effectLst/>
                <a:ea typeface="Calibri" pitchFamily="34" charset="0"/>
                <a:cs typeface="Times New Roman"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lang="en-US" sz="2400" dirty="0" smtClean="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sz="2400" b="0" i="0" u="none" strike="noStrike" cap="none" normalizeH="0" baseline="0" dirty="0" smtClean="0">
              <a:ln>
                <a:noFill/>
              </a:ln>
              <a:solidFill>
                <a:schemeClr val="tx1"/>
              </a:solidFill>
              <a:effectLst/>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lang="en-US" sz="2400" dirty="0" smtClean="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sz="2400" b="0" i="0" u="none" strike="noStrike" cap="none" normalizeH="0" baseline="0" dirty="0" smtClean="0">
              <a:ln>
                <a:noFill/>
              </a:ln>
              <a:solidFill>
                <a:schemeClr val="tx1"/>
              </a:solidFill>
              <a:effectLst/>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sz="2400" dirty="0" smtClean="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sz="24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1269629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a:extLst>
              <a:ext uri="{FF2B5EF4-FFF2-40B4-BE49-F238E27FC236}">
                <a16:creationId xmlns:a16="http://schemas.microsoft.com/office/drawing/2014/main" xmlns="" id="{D057AFD3-558C-10ED-F83E-2F881EF5DA1C}"/>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xmlns="" id="{DDEE1C5D-274C-76AE-ACBD-26CFA6C9DF23}"/>
              </a:ext>
            </a:extLst>
          </p:cNvPr>
          <p:cNvSpPr/>
          <p:nvPr/>
        </p:nvSpPr>
        <p:spPr>
          <a:xfrm>
            <a:off x="1990725" y="245392"/>
            <a:ext cx="8100218" cy="6378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b="1" dirty="0" smtClean="0"/>
          </a:p>
          <a:p>
            <a:r>
              <a:rPr lang="en-US" sz="2800" b="1" dirty="0" smtClean="0"/>
              <a:t>Min-Priority Queue (</a:t>
            </a:r>
            <a:r>
              <a:rPr lang="en-US" sz="2800" b="1" dirty="0" err="1" smtClean="0"/>
              <a:t>Dequeue</a:t>
            </a:r>
            <a:r>
              <a:rPr lang="en-US" sz="2800" b="1" dirty="0" smtClean="0"/>
              <a:t> Operation)</a:t>
            </a:r>
            <a:endParaRPr lang="en-US" sz="2800" dirty="0" smtClean="0"/>
          </a:p>
          <a:p>
            <a:endParaRPr lang="en-US" sz="2400" dirty="0"/>
          </a:p>
        </p:txBody>
      </p:sp>
      <p:sp>
        <p:nvSpPr>
          <p:cNvPr id="6" name="TextBox 5">
            <a:extLst>
              <a:ext uri="{FF2B5EF4-FFF2-40B4-BE49-F238E27FC236}">
                <a16:creationId xmlns:a16="http://schemas.microsoft.com/office/drawing/2014/main" xmlns="" id="{6550556F-FDE3-2C8C-3AA6-36571026CF67}"/>
              </a:ext>
            </a:extLst>
          </p:cNvPr>
          <p:cNvSpPr txBox="1"/>
          <p:nvPr/>
        </p:nvSpPr>
        <p:spPr>
          <a:xfrm>
            <a:off x="489654" y="1200149"/>
            <a:ext cx="6472620" cy="523220"/>
          </a:xfrm>
          <a:prstGeom prst="rect">
            <a:avLst/>
          </a:prstGeom>
          <a:noFill/>
        </p:spPr>
        <p:txBody>
          <a:bodyPr wrap="square" rtlCol="0">
            <a:spAutoFit/>
          </a:bodyPr>
          <a:lstStyle/>
          <a:p>
            <a:pPr algn="just"/>
            <a:endParaRPr lang="en-IN" sz="2800" b="0" i="0" dirty="0">
              <a:solidFill>
                <a:srgbClr val="000000"/>
              </a:solidFill>
              <a:effectLst/>
              <a:latin typeface="inter-regular"/>
            </a:endParaRPr>
          </a:p>
        </p:txBody>
      </p:sp>
      <p:sp>
        <p:nvSpPr>
          <p:cNvPr id="7" name="TextBox 6">
            <a:extLst>
              <a:ext uri="{FF2B5EF4-FFF2-40B4-BE49-F238E27FC236}">
                <a16:creationId xmlns:a16="http://schemas.microsoft.com/office/drawing/2014/main" xmlns="" id="{DCDF0ED7-6236-FF54-3A24-08F42B8BB7AB}"/>
              </a:ext>
            </a:extLst>
          </p:cNvPr>
          <p:cNvSpPr txBox="1"/>
          <p:nvPr/>
        </p:nvSpPr>
        <p:spPr>
          <a:xfrm>
            <a:off x="301336" y="909204"/>
            <a:ext cx="11118273" cy="5693866"/>
          </a:xfrm>
          <a:prstGeom prst="rect">
            <a:avLst/>
          </a:prstGeom>
          <a:noFill/>
        </p:spPr>
        <p:txBody>
          <a:bodyPr wrap="square" rtlCol="0">
            <a:spAutoFit/>
          </a:bodyPr>
          <a:lstStyle/>
          <a:p>
            <a:r>
              <a:rPr lang="en-US" sz="2800" dirty="0" smtClean="0"/>
              <a:t>In a </a:t>
            </a:r>
            <a:r>
              <a:rPr lang="en-US" sz="2800" b="1" dirty="0" smtClean="0"/>
              <a:t>min-priority queue</a:t>
            </a:r>
            <a:r>
              <a:rPr lang="en-US" sz="2800" dirty="0" smtClean="0"/>
              <a:t>, the item with the smallest priority value is </a:t>
            </a:r>
            <a:r>
              <a:rPr lang="en-US" sz="2800" dirty="0" err="1" smtClean="0"/>
              <a:t>dequeued</a:t>
            </a:r>
            <a:r>
              <a:rPr lang="en-US" sz="2800" dirty="0" smtClean="0"/>
              <a:t> first. </a:t>
            </a:r>
          </a:p>
          <a:p>
            <a:r>
              <a:rPr lang="en-US" sz="2800" dirty="0" smtClean="0"/>
              <a:t>Python’s </a:t>
            </a:r>
            <a:r>
              <a:rPr lang="en-US" sz="2800" dirty="0" err="1" smtClean="0"/>
              <a:t>heapq</a:t>
            </a:r>
            <a:r>
              <a:rPr lang="en-US" sz="2800" dirty="0" smtClean="0"/>
              <a:t> implements a </a:t>
            </a:r>
            <a:r>
              <a:rPr lang="en-US" sz="2800" b="1" dirty="0" smtClean="0"/>
              <a:t>min-heap</a:t>
            </a:r>
            <a:r>
              <a:rPr lang="en-US" sz="2800" dirty="0" smtClean="0"/>
              <a:t> by default, which makes it a natural fit for this type of queue.</a:t>
            </a:r>
          </a:p>
          <a:p>
            <a:r>
              <a:rPr lang="en-US" sz="2800" b="1" dirty="0" err="1" smtClean="0"/>
              <a:t>Dequeue</a:t>
            </a:r>
            <a:r>
              <a:rPr lang="en-US" sz="2800" b="1" dirty="0" smtClean="0"/>
              <a:t> Algorithm in Min-Priority Queue:</a:t>
            </a:r>
          </a:p>
          <a:p>
            <a:endParaRPr lang="en-US" sz="2800" dirty="0" smtClean="0"/>
          </a:p>
          <a:p>
            <a:pPr marL="514350" lvl="0" indent="-514350">
              <a:buFont typeface="+mj-lt"/>
              <a:buAutoNum type="arabicPeriod"/>
            </a:pPr>
            <a:r>
              <a:rPr lang="en-US" sz="2800" b="1" dirty="0" smtClean="0"/>
              <a:t>Check if the queue is empty</a:t>
            </a:r>
            <a:r>
              <a:rPr lang="en-US" sz="2800" dirty="0" smtClean="0"/>
              <a:t>: If the queue is empty, the operation should raise an error or return None.</a:t>
            </a:r>
          </a:p>
          <a:p>
            <a:pPr marL="514350" lvl="0" indent="-514350">
              <a:buFont typeface="+mj-lt"/>
              <a:buAutoNum type="arabicPeriod"/>
            </a:pPr>
            <a:r>
              <a:rPr lang="en-US" sz="2800" b="1" dirty="0" smtClean="0"/>
              <a:t>Remove the highest priority element</a:t>
            </a:r>
            <a:r>
              <a:rPr lang="en-US" sz="2800" dirty="0" smtClean="0"/>
              <a:t>: The highest priority element is always at the root (index 0) of the heap.</a:t>
            </a:r>
          </a:p>
          <a:p>
            <a:pPr marL="514350" lvl="0" indent="-514350">
              <a:buFont typeface="+mj-lt"/>
              <a:buAutoNum type="arabicPeriod"/>
            </a:pPr>
            <a:r>
              <a:rPr lang="en-US" sz="2800" b="1" dirty="0" smtClean="0"/>
              <a:t>Return the removed element</a:t>
            </a:r>
            <a:r>
              <a:rPr lang="en-US" sz="2800" dirty="0" smtClean="0"/>
              <a:t>: Return the element with the smallest priority value.</a:t>
            </a:r>
          </a:p>
          <a:p>
            <a:pPr algn="just"/>
            <a:endParaRPr lang="en-IN" sz="2800" b="0" i="0" dirty="0">
              <a:solidFill>
                <a:srgbClr val="000000"/>
              </a:solidFill>
              <a:effectLst/>
              <a:latin typeface="inter-regular"/>
            </a:endParaRPr>
          </a:p>
        </p:txBody>
      </p:sp>
    </p:spTree>
    <p:extLst>
      <p:ext uri="{BB962C8B-B14F-4D97-AF65-F5344CB8AC3E}">
        <p14:creationId xmlns:p14="http://schemas.microsoft.com/office/powerpoint/2010/main" xmlns="" val="1681005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a:extLst>
              <a:ext uri="{FF2B5EF4-FFF2-40B4-BE49-F238E27FC236}">
                <a16:creationId xmlns:a16="http://schemas.microsoft.com/office/drawing/2014/main" xmlns="" id="{23FDA20A-9A3A-E5DC-D3B5-62DC710E423C}"/>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xmlns="" id="{725E7E71-8159-957C-9044-B85DC749EC54}"/>
              </a:ext>
            </a:extLst>
          </p:cNvPr>
          <p:cNvSpPr/>
          <p:nvPr/>
        </p:nvSpPr>
        <p:spPr>
          <a:xfrm>
            <a:off x="1990725" y="245392"/>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t>Python Code for Min-Priority Queue (</a:t>
            </a:r>
            <a:r>
              <a:rPr lang="en-US" sz="2400" dirty="0" err="1" smtClean="0"/>
              <a:t>Dequeue</a:t>
            </a:r>
            <a:r>
              <a:rPr lang="en-US" sz="2400" dirty="0" smtClean="0"/>
              <a:t> Operation)</a:t>
            </a:r>
            <a:endParaRPr lang="en-US" sz="2400" dirty="0"/>
          </a:p>
        </p:txBody>
      </p:sp>
      <p:sp>
        <p:nvSpPr>
          <p:cNvPr id="6" name="Rectangle 5"/>
          <p:cNvSpPr/>
          <p:nvPr/>
        </p:nvSpPr>
        <p:spPr>
          <a:xfrm>
            <a:off x="273627" y="1087272"/>
            <a:ext cx="6096000" cy="5078313"/>
          </a:xfrm>
          <a:prstGeom prst="rect">
            <a:avLst/>
          </a:prstGeom>
        </p:spPr>
        <p:txBody>
          <a:bodyPr>
            <a:spAutoFit/>
          </a:bodyPr>
          <a:lstStyle/>
          <a:p>
            <a:r>
              <a:rPr lang="en-US" dirty="0" smtClean="0"/>
              <a:t>import </a:t>
            </a:r>
            <a:r>
              <a:rPr lang="en-US" dirty="0" err="1" smtClean="0"/>
              <a:t>heapq</a:t>
            </a:r>
            <a:endParaRPr lang="en-US" dirty="0" smtClean="0"/>
          </a:p>
          <a:p>
            <a:r>
              <a:rPr lang="en-US" dirty="0" smtClean="0"/>
              <a:t>class </a:t>
            </a:r>
            <a:r>
              <a:rPr lang="en-US" dirty="0" err="1" smtClean="0"/>
              <a:t>PriorityQueue</a:t>
            </a:r>
            <a:r>
              <a:rPr lang="en-US" dirty="0" smtClean="0"/>
              <a:t>:</a:t>
            </a:r>
          </a:p>
          <a:p>
            <a:r>
              <a:rPr lang="en-US" dirty="0" smtClean="0"/>
              <a:t>    def __init__(self):</a:t>
            </a:r>
          </a:p>
          <a:p>
            <a:r>
              <a:rPr lang="en-US" dirty="0" smtClean="0"/>
              <a:t>        </a:t>
            </a:r>
            <a:r>
              <a:rPr lang="en-US" dirty="0" err="1" smtClean="0"/>
              <a:t>self._queue</a:t>
            </a:r>
            <a:r>
              <a:rPr lang="en-US" dirty="0" smtClean="0"/>
              <a:t> = []  </a:t>
            </a:r>
          </a:p>
          <a:p>
            <a:r>
              <a:rPr lang="en-US" dirty="0" smtClean="0"/>
              <a:t>        </a:t>
            </a:r>
            <a:r>
              <a:rPr lang="en-US" dirty="0" err="1" smtClean="0"/>
              <a:t>self._index</a:t>
            </a:r>
            <a:r>
              <a:rPr lang="en-US" dirty="0" smtClean="0"/>
              <a:t> = 0  </a:t>
            </a:r>
          </a:p>
          <a:p>
            <a:r>
              <a:rPr lang="en-US" dirty="0" smtClean="0"/>
              <a:t>    def </a:t>
            </a:r>
            <a:r>
              <a:rPr lang="en-US" dirty="0" err="1" smtClean="0"/>
              <a:t>enqueue</a:t>
            </a:r>
            <a:r>
              <a:rPr lang="en-US" dirty="0" smtClean="0"/>
              <a:t>(self, item, priority):</a:t>
            </a:r>
          </a:p>
          <a:p>
            <a:r>
              <a:rPr lang="en-US" dirty="0" smtClean="0"/>
              <a:t># Insert element as a </a:t>
            </a:r>
            <a:r>
              <a:rPr lang="en-US" dirty="0" err="1" smtClean="0"/>
              <a:t>tuple</a:t>
            </a:r>
            <a:r>
              <a:rPr lang="en-US" dirty="0" smtClean="0"/>
              <a:t> (priority, index, item)</a:t>
            </a:r>
          </a:p>
          <a:p>
            <a:r>
              <a:rPr lang="en-US" dirty="0" smtClean="0"/>
              <a:t>        </a:t>
            </a:r>
            <a:r>
              <a:rPr lang="en-US" dirty="0" err="1" smtClean="0"/>
              <a:t>heapq.heappush</a:t>
            </a:r>
            <a:r>
              <a:rPr lang="en-US" dirty="0" smtClean="0"/>
              <a:t>(</a:t>
            </a:r>
            <a:r>
              <a:rPr lang="en-US" dirty="0" err="1" smtClean="0"/>
              <a:t>self._queue</a:t>
            </a:r>
            <a:r>
              <a:rPr lang="en-US" dirty="0" smtClean="0"/>
              <a:t>, (priority, </a:t>
            </a:r>
            <a:r>
              <a:rPr lang="en-US" dirty="0" err="1" smtClean="0"/>
              <a:t>self._index</a:t>
            </a:r>
            <a:r>
              <a:rPr lang="en-US" dirty="0" smtClean="0"/>
              <a:t>, item))</a:t>
            </a:r>
          </a:p>
          <a:p>
            <a:r>
              <a:rPr lang="en-US" dirty="0" smtClean="0"/>
              <a:t>        </a:t>
            </a:r>
            <a:r>
              <a:rPr lang="en-US" dirty="0" err="1" smtClean="0"/>
              <a:t>self._index</a:t>
            </a:r>
            <a:r>
              <a:rPr lang="en-US" dirty="0" smtClean="0"/>
              <a:t> += 1</a:t>
            </a:r>
          </a:p>
          <a:p>
            <a:r>
              <a:rPr lang="en-US" dirty="0" smtClean="0"/>
              <a:t>    def </a:t>
            </a:r>
            <a:r>
              <a:rPr lang="en-US" dirty="0" err="1" smtClean="0"/>
              <a:t>dequeue</a:t>
            </a:r>
            <a:r>
              <a:rPr lang="en-US" dirty="0" smtClean="0"/>
              <a:t>(self):</a:t>
            </a:r>
          </a:p>
          <a:p>
            <a:r>
              <a:rPr lang="en-US" dirty="0" smtClean="0"/>
              <a:t>        if </a:t>
            </a:r>
            <a:r>
              <a:rPr lang="en-US" dirty="0" err="1" smtClean="0"/>
              <a:t>self.is_empty</a:t>
            </a:r>
            <a:r>
              <a:rPr lang="en-US" dirty="0" smtClean="0"/>
              <a:t>():</a:t>
            </a:r>
          </a:p>
          <a:p>
            <a:r>
              <a:rPr lang="en-US" dirty="0" smtClean="0"/>
              <a:t>            raise </a:t>
            </a:r>
            <a:r>
              <a:rPr lang="en-US" dirty="0" err="1" smtClean="0"/>
              <a:t>IndexError</a:t>
            </a:r>
            <a:r>
              <a:rPr lang="en-US" dirty="0" smtClean="0"/>
              <a:t>("</a:t>
            </a:r>
            <a:r>
              <a:rPr lang="en-US" dirty="0" err="1" smtClean="0"/>
              <a:t>dequeue</a:t>
            </a:r>
            <a:r>
              <a:rPr lang="en-US" dirty="0" smtClean="0"/>
              <a:t> from an empty priority queue")</a:t>
            </a:r>
          </a:p>
          <a:p>
            <a:r>
              <a:rPr lang="en-US" dirty="0" smtClean="0"/>
              <a:t>        return </a:t>
            </a:r>
            <a:r>
              <a:rPr lang="en-US" dirty="0" err="1" smtClean="0"/>
              <a:t>heapq.heappop</a:t>
            </a:r>
            <a:r>
              <a:rPr lang="en-US" dirty="0" smtClean="0"/>
              <a:t>(</a:t>
            </a:r>
            <a:r>
              <a:rPr lang="en-US" dirty="0" err="1" smtClean="0"/>
              <a:t>self._queue</a:t>
            </a:r>
            <a:r>
              <a:rPr lang="en-US" dirty="0" smtClean="0"/>
              <a:t>)[-1]</a:t>
            </a:r>
          </a:p>
          <a:p>
            <a:r>
              <a:rPr lang="en-US" dirty="0" smtClean="0"/>
              <a:t>    def peek(self):</a:t>
            </a:r>
          </a:p>
          <a:p>
            <a:r>
              <a:rPr lang="en-US" dirty="0" smtClean="0"/>
              <a:t>        if </a:t>
            </a:r>
            <a:r>
              <a:rPr lang="en-US" dirty="0" err="1" smtClean="0"/>
              <a:t>self.is_empty</a:t>
            </a:r>
            <a:r>
              <a:rPr lang="en-US" dirty="0" smtClean="0"/>
              <a:t>():</a:t>
            </a:r>
          </a:p>
          <a:p>
            <a:r>
              <a:rPr lang="en-US" dirty="0" smtClean="0"/>
              <a:t>            raise </a:t>
            </a:r>
            <a:r>
              <a:rPr lang="en-US" dirty="0" err="1" smtClean="0"/>
              <a:t>IndexError</a:t>
            </a:r>
            <a:r>
              <a:rPr lang="en-US" dirty="0" smtClean="0"/>
              <a:t>("peek from an empty priority queue")</a:t>
            </a:r>
          </a:p>
          <a:p>
            <a:r>
              <a:rPr lang="en-US" dirty="0" smtClean="0"/>
              <a:t>        return </a:t>
            </a:r>
            <a:r>
              <a:rPr lang="en-US" dirty="0" err="1" smtClean="0"/>
              <a:t>self._queue</a:t>
            </a:r>
            <a:r>
              <a:rPr lang="en-US" dirty="0" smtClean="0"/>
              <a:t>[0][-1]</a:t>
            </a:r>
            <a:endParaRPr lang="en-US" dirty="0"/>
          </a:p>
        </p:txBody>
      </p:sp>
      <p:sp>
        <p:nvSpPr>
          <p:cNvPr id="7" name="Rectangle 6"/>
          <p:cNvSpPr/>
          <p:nvPr/>
        </p:nvSpPr>
        <p:spPr>
          <a:xfrm>
            <a:off x="6456218" y="1069768"/>
            <a:ext cx="5735782" cy="5355312"/>
          </a:xfrm>
          <a:prstGeom prst="rect">
            <a:avLst/>
          </a:prstGeom>
        </p:spPr>
        <p:txBody>
          <a:bodyPr wrap="square">
            <a:spAutoFit/>
          </a:bodyPr>
          <a:lstStyle/>
          <a:p>
            <a:r>
              <a:rPr lang="en-US" dirty="0" smtClean="0"/>
              <a:t>def </a:t>
            </a:r>
            <a:r>
              <a:rPr lang="en-US" dirty="0" err="1" smtClean="0"/>
              <a:t>is_empty</a:t>
            </a:r>
            <a:r>
              <a:rPr lang="en-US" dirty="0" smtClean="0"/>
              <a:t>(self):</a:t>
            </a:r>
          </a:p>
          <a:p>
            <a:r>
              <a:rPr lang="en-US" dirty="0" smtClean="0"/>
              <a:t>        return </a:t>
            </a:r>
            <a:r>
              <a:rPr lang="en-US" dirty="0" err="1" smtClean="0"/>
              <a:t>len</a:t>
            </a:r>
            <a:r>
              <a:rPr lang="en-US" dirty="0" smtClean="0"/>
              <a:t>(</a:t>
            </a:r>
            <a:r>
              <a:rPr lang="en-US" dirty="0" err="1" smtClean="0"/>
              <a:t>self._queue</a:t>
            </a:r>
            <a:r>
              <a:rPr lang="en-US" dirty="0" smtClean="0"/>
              <a:t>) == 0</a:t>
            </a:r>
          </a:p>
          <a:p>
            <a:endParaRPr lang="en-US" dirty="0" smtClean="0"/>
          </a:p>
          <a:p>
            <a:r>
              <a:rPr lang="en-US" dirty="0" smtClean="0"/>
              <a:t># Example Usage:</a:t>
            </a:r>
          </a:p>
          <a:p>
            <a:r>
              <a:rPr lang="en-US" dirty="0" err="1" smtClean="0"/>
              <a:t>pq</a:t>
            </a:r>
            <a:r>
              <a:rPr lang="en-US" dirty="0" smtClean="0"/>
              <a:t> = </a:t>
            </a:r>
            <a:r>
              <a:rPr lang="en-US" dirty="0" err="1" smtClean="0"/>
              <a:t>PriorityQueue</a:t>
            </a:r>
            <a:r>
              <a:rPr lang="en-US" dirty="0" smtClean="0"/>
              <a:t>()</a:t>
            </a:r>
          </a:p>
          <a:p>
            <a:r>
              <a:rPr lang="en-US" dirty="0" err="1" smtClean="0"/>
              <a:t>pq.enqueue</a:t>
            </a:r>
            <a:r>
              <a:rPr lang="en-US" dirty="0" smtClean="0"/>
              <a:t>("task1", priority=3)</a:t>
            </a:r>
          </a:p>
          <a:p>
            <a:r>
              <a:rPr lang="en-US" dirty="0" err="1" smtClean="0"/>
              <a:t>pq.enqueue</a:t>
            </a:r>
            <a:r>
              <a:rPr lang="en-US" dirty="0" smtClean="0"/>
              <a:t>("task2", priority=1)  </a:t>
            </a:r>
          </a:p>
          <a:p>
            <a:r>
              <a:rPr lang="en-US" dirty="0" err="1" smtClean="0"/>
              <a:t>pq.enqueue</a:t>
            </a:r>
            <a:r>
              <a:rPr lang="en-US" dirty="0" smtClean="0"/>
              <a:t>("task3", priority=2)</a:t>
            </a:r>
          </a:p>
          <a:p>
            <a:endParaRPr lang="en-US" dirty="0" smtClean="0"/>
          </a:p>
          <a:p>
            <a:r>
              <a:rPr lang="en-US" dirty="0" smtClean="0"/>
              <a:t># </a:t>
            </a:r>
            <a:r>
              <a:rPr lang="en-US" dirty="0" err="1" smtClean="0"/>
              <a:t>Dequeue</a:t>
            </a:r>
            <a:r>
              <a:rPr lang="en-US" dirty="0" smtClean="0"/>
              <a:t> operations</a:t>
            </a:r>
          </a:p>
          <a:p>
            <a:r>
              <a:rPr lang="en-US" dirty="0" smtClean="0"/>
              <a:t>print(</a:t>
            </a:r>
            <a:r>
              <a:rPr lang="en-US" dirty="0" err="1" smtClean="0"/>
              <a:t>pq.dequeue</a:t>
            </a:r>
            <a:r>
              <a:rPr lang="en-US" dirty="0" smtClean="0"/>
              <a:t>())  </a:t>
            </a:r>
          </a:p>
          <a:p>
            <a:r>
              <a:rPr lang="en-US" dirty="0" smtClean="0"/>
              <a:t>print(</a:t>
            </a:r>
            <a:r>
              <a:rPr lang="en-US" dirty="0" err="1" smtClean="0"/>
              <a:t>pq.dequeue</a:t>
            </a:r>
            <a:r>
              <a:rPr lang="en-US" dirty="0" smtClean="0"/>
              <a:t>())   </a:t>
            </a:r>
          </a:p>
          <a:p>
            <a:r>
              <a:rPr lang="en-US" dirty="0" smtClean="0"/>
              <a:t>print(</a:t>
            </a:r>
            <a:r>
              <a:rPr lang="en-US" dirty="0" err="1" smtClean="0"/>
              <a:t>pq.peek</a:t>
            </a:r>
            <a:r>
              <a:rPr lang="en-US" dirty="0" smtClean="0"/>
              <a:t>())      </a:t>
            </a:r>
          </a:p>
          <a:p>
            <a:r>
              <a:rPr lang="en-US" dirty="0" smtClean="0"/>
              <a:t>print(</a:t>
            </a:r>
            <a:r>
              <a:rPr lang="en-US" dirty="0" err="1" smtClean="0"/>
              <a:t>pq.dequeue</a:t>
            </a:r>
            <a:r>
              <a:rPr lang="en-US" dirty="0" smtClean="0"/>
              <a:t>()) </a:t>
            </a:r>
          </a:p>
          <a:p>
            <a:r>
              <a:rPr lang="en-US" dirty="0" smtClean="0"/>
              <a:t>OUTPUT :</a:t>
            </a:r>
          </a:p>
          <a:p>
            <a:r>
              <a:rPr lang="en-US" dirty="0" smtClean="0"/>
              <a:t>task2</a:t>
            </a:r>
          </a:p>
          <a:p>
            <a:r>
              <a:rPr lang="en-US" dirty="0" smtClean="0"/>
              <a:t>task3</a:t>
            </a:r>
          </a:p>
          <a:p>
            <a:r>
              <a:rPr lang="en-US" dirty="0" smtClean="0"/>
              <a:t>task1</a:t>
            </a:r>
          </a:p>
          <a:p>
            <a:r>
              <a:rPr lang="en-US" dirty="0" smtClean="0"/>
              <a:t>task1</a:t>
            </a:r>
            <a:endParaRPr lang="en-US" dirty="0"/>
          </a:p>
        </p:txBody>
      </p:sp>
    </p:spTree>
    <p:extLst>
      <p:ext uri="{BB962C8B-B14F-4D97-AF65-F5344CB8AC3E}">
        <p14:creationId xmlns:p14="http://schemas.microsoft.com/office/powerpoint/2010/main" xmlns="" val="77405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a:extLst>
              <a:ext uri="{FF2B5EF4-FFF2-40B4-BE49-F238E27FC236}">
                <a16:creationId xmlns:a16="http://schemas.microsoft.com/office/drawing/2014/main" xmlns="" id="{23FDA20A-9A3A-E5DC-D3B5-62DC710E423C}"/>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xmlns="" id="{725E7E71-8159-957C-9044-B85DC749EC54}"/>
              </a:ext>
            </a:extLst>
          </p:cNvPr>
          <p:cNvSpPr/>
          <p:nvPr/>
        </p:nvSpPr>
        <p:spPr>
          <a:xfrm>
            <a:off x="1710170" y="0"/>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t>Input Restricted Queue (Inserting at the Beginning)</a:t>
            </a:r>
            <a:endParaRPr lang="en-US" sz="2400" dirty="0"/>
          </a:p>
        </p:txBody>
      </p:sp>
      <p:sp>
        <p:nvSpPr>
          <p:cNvPr id="8" name="Rectangle 7"/>
          <p:cNvSpPr/>
          <p:nvPr/>
        </p:nvSpPr>
        <p:spPr>
          <a:xfrm>
            <a:off x="207818" y="945573"/>
            <a:ext cx="5798127" cy="5355312"/>
          </a:xfrm>
          <a:prstGeom prst="rect">
            <a:avLst/>
          </a:prstGeom>
        </p:spPr>
        <p:txBody>
          <a:bodyPr wrap="square">
            <a:spAutoFit/>
          </a:bodyPr>
          <a:lstStyle/>
          <a:p>
            <a:r>
              <a:rPr lang="en-US" dirty="0" smtClean="0"/>
              <a:t>from collections import </a:t>
            </a:r>
            <a:r>
              <a:rPr lang="en-US" dirty="0" err="1" smtClean="0"/>
              <a:t>deque</a:t>
            </a:r>
            <a:endParaRPr lang="en-US" dirty="0" smtClean="0"/>
          </a:p>
          <a:p>
            <a:r>
              <a:rPr lang="en-US" dirty="0" smtClean="0"/>
              <a:t>class </a:t>
            </a:r>
            <a:r>
              <a:rPr lang="en-US" dirty="0" err="1" smtClean="0"/>
              <a:t>InputRestrictedQueue</a:t>
            </a:r>
            <a:r>
              <a:rPr lang="en-US" dirty="0" smtClean="0"/>
              <a:t>:</a:t>
            </a:r>
          </a:p>
          <a:p>
            <a:r>
              <a:rPr lang="en-US" dirty="0" smtClean="0"/>
              <a:t>    def __init__(self, size):</a:t>
            </a:r>
          </a:p>
          <a:p>
            <a:r>
              <a:rPr lang="en-US" dirty="0" smtClean="0"/>
              <a:t>        </a:t>
            </a:r>
            <a:r>
              <a:rPr lang="en-US" dirty="0" err="1" smtClean="0"/>
              <a:t>self.queue</a:t>
            </a:r>
            <a:r>
              <a:rPr lang="en-US" dirty="0" smtClean="0"/>
              <a:t> = </a:t>
            </a:r>
            <a:r>
              <a:rPr lang="en-US" dirty="0" err="1" smtClean="0"/>
              <a:t>deque</a:t>
            </a:r>
            <a:r>
              <a:rPr lang="en-US" dirty="0" smtClean="0"/>
              <a:t>(</a:t>
            </a:r>
            <a:r>
              <a:rPr lang="en-US" dirty="0" err="1" smtClean="0"/>
              <a:t>maxlen</a:t>
            </a:r>
            <a:r>
              <a:rPr lang="en-US" dirty="0" smtClean="0"/>
              <a:t>=size)  # Initialize a </a:t>
            </a:r>
            <a:r>
              <a:rPr lang="en-US" dirty="0" err="1" smtClean="0"/>
              <a:t>deque</a:t>
            </a:r>
            <a:r>
              <a:rPr lang="en-US" dirty="0" smtClean="0"/>
              <a:t> with a max size</a:t>
            </a:r>
          </a:p>
          <a:p>
            <a:r>
              <a:rPr lang="en-US" dirty="0" smtClean="0"/>
              <a:t>        </a:t>
            </a:r>
            <a:r>
              <a:rPr lang="en-US" dirty="0" err="1" smtClean="0"/>
              <a:t>self.size</a:t>
            </a:r>
            <a:r>
              <a:rPr lang="en-US" dirty="0" smtClean="0"/>
              <a:t> = size</a:t>
            </a:r>
          </a:p>
          <a:p>
            <a:r>
              <a:rPr lang="en-US" dirty="0" smtClean="0"/>
              <a:t>    def </a:t>
            </a:r>
            <a:r>
              <a:rPr lang="en-US" dirty="0" err="1" smtClean="0"/>
              <a:t>insert_at_end</a:t>
            </a:r>
            <a:r>
              <a:rPr lang="en-US" dirty="0" smtClean="0"/>
              <a:t>(self, item):</a:t>
            </a:r>
          </a:p>
          <a:p>
            <a:r>
              <a:rPr lang="en-US" dirty="0" smtClean="0"/>
              <a:t>        """Insert an item at the end (rear) of the queue."""</a:t>
            </a:r>
          </a:p>
          <a:p>
            <a:r>
              <a:rPr lang="en-US" dirty="0" smtClean="0"/>
              <a:t>        if </a:t>
            </a:r>
            <a:r>
              <a:rPr lang="en-US" dirty="0" err="1" smtClean="0"/>
              <a:t>len</a:t>
            </a:r>
            <a:r>
              <a:rPr lang="en-US" dirty="0" smtClean="0"/>
              <a:t>(</a:t>
            </a:r>
            <a:r>
              <a:rPr lang="en-US" dirty="0" err="1" smtClean="0"/>
              <a:t>self.queue</a:t>
            </a:r>
            <a:r>
              <a:rPr lang="en-US" dirty="0" smtClean="0"/>
              <a:t>) &lt; </a:t>
            </a:r>
            <a:r>
              <a:rPr lang="en-US" dirty="0" err="1" smtClean="0"/>
              <a:t>self.size</a:t>
            </a:r>
            <a:r>
              <a:rPr lang="en-US" dirty="0" smtClean="0"/>
              <a:t>:</a:t>
            </a:r>
          </a:p>
          <a:p>
            <a:r>
              <a:rPr lang="en-US" dirty="0" smtClean="0"/>
              <a:t>            </a:t>
            </a:r>
            <a:r>
              <a:rPr lang="en-US" dirty="0" err="1" smtClean="0"/>
              <a:t>self.queue.append</a:t>
            </a:r>
            <a:r>
              <a:rPr lang="en-US" dirty="0" smtClean="0"/>
              <a:t>(item)</a:t>
            </a:r>
          </a:p>
          <a:p>
            <a:r>
              <a:rPr lang="en-US" dirty="0" smtClean="0"/>
              <a:t>        else:</a:t>
            </a:r>
          </a:p>
          <a:p>
            <a:r>
              <a:rPr lang="en-US" dirty="0" smtClean="0"/>
              <a:t>            print("Queue is full! Cannot insert at the rear.")</a:t>
            </a:r>
          </a:p>
          <a:p>
            <a:r>
              <a:rPr lang="en-US" dirty="0" smtClean="0"/>
              <a:t>    def </a:t>
            </a:r>
            <a:r>
              <a:rPr lang="en-US" dirty="0" err="1" smtClean="0"/>
              <a:t>insert_at_beginning</a:t>
            </a:r>
            <a:r>
              <a:rPr lang="en-US" dirty="0" smtClean="0"/>
              <a:t>(self, item):</a:t>
            </a:r>
          </a:p>
          <a:p>
            <a:r>
              <a:rPr lang="en-US" dirty="0" smtClean="0"/>
              <a:t>        """Insert an item at the front (beginning) of the queue."""</a:t>
            </a:r>
          </a:p>
          <a:p>
            <a:r>
              <a:rPr lang="en-US" dirty="0" smtClean="0"/>
              <a:t>        if </a:t>
            </a:r>
            <a:r>
              <a:rPr lang="en-US" dirty="0" err="1" smtClean="0"/>
              <a:t>len</a:t>
            </a:r>
            <a:r>
              <a:rPr lang="en-US" dirty="0" smtClean="0"/>
              <a:t>(</a:t>
            </a:r>
            <a:r>
              <a:rPr lang="en-US" dirty="0" err="1" smtClean="0"/>
              <a:t>self.queue</a:t>
            </a:r>
            <a:r>
              <a:rPr lang="en-US" dirty="0" smtClean="0"/>
              <a:t>) &lt; </a:t>
            </a:r>
            <a:r>
              <a:rPr lang="en-US" dirty="0" err="1" smtClean="0"/>
              <a:t>self.size</a:t>
            </a:r>
            <a:r>
              <a:rPr lang="en-US" dirty="0" smtClean="0"/>
              <a:t>:</a:t>
            </a:r>
          </a:p>
          <a:p>
            <a:r>
              <a:rPr lang="en-US" dirty="0" smtClean="0"/>
              <a:t>            </a:t>
            </a:r>
            <a:r>
              <a:rPr lang="en-US" dirty="0" err="1" smtClean="0"/>
              <a:t>self.queue.appendleft</a:t>
            </a:r>
            <a:r>
              <a:rPr lang="en-US" dirty="0" smtClean="0"/>
              <a:t>(item)  # Insert at the front</a:t>
            </a:r>
          </a:p>
          <a:p>
            <a:r>
              <a:rPr lang="en-US" dirty="0" smtClean="0"/>
              <a:t>        else:</a:t>
            </a:r>
          </a:p>
          <a:p>
            <a:r>
              <a:rPr lang="en-US" dirty="0" smtClean="0"/>
              <a:t>            print("Queue is full! Cannot insert at the beginning.")</a:t>
            </a:r>
            <a:endParaRPr lang="en-US" dirty="0"/>
          </a:p>
        </p:txBody>
      </p:sp>
      <p:sp>
        <p:nvSpPr>
          <p:cNvPr id="9" name="Rectangle 8"/>
          <p:cNvSpPr/>
          <p:nvPr/>
        </p:nvSpPr>
        <p:spPr>
          <a:xfrm>
            <a:off x="5884718" y="782516"/>
            <a:ext cx="6096000" cy="5355312"/>
          </a:xfrm>
          <a:prstGeom prst="rect">
            <a:avLst/>
          </a:prstGeom>
        </p:spPr>
        <p:txBody>
          <a:bodyPr wrap="square">
            <a:spAutoFit/>
          </a:bodyPr>
          <a:lstStyle/>
          <a:p>
            <a:r>
              <a:rPr lang="en-US" dirty="0" smtClean="0"/>
              <a:t>def </a:t>
            </a:r>
            <a:r>
              <a:rPr lang="en-US" dirty="0" err="1" smtClean="0"/>
              <a:t>delete_from_front</a:t>
            </a:r>
            <a:r>
              <a:rPr lang="en-US" dirty="0" smtClean="0"/>
              <a:t>(self):</a:t>
            </a:r>
          </a:p>
          <a:p>
            <a:r>
              <a:rPr lang="en-US" dirty="0" smtClean="0"/>
              <a:t>        """Delete an item from the front of the queue."""</a:t>
            </a:r>
          </a:p>
          <a:p>
            <a:r>
              <a:rPr lang="en-US" dirty="0" smtClean="0"/>
              <a:t>        if </a:t>
            </a:r>
            <a:r>
              <a:rPr lang="en-US" dirty="0" err="1" smtClean="0"/>
              <a:t>self.queue</a:t>
            </a:r>
            <a:r>
              <a:rPr lang="en-US" dirty="0" smtClean="0"/>
              <a:t>:</a:t>
            </a:r>
          </a:p>
          <a:p>
            <a:r>
              <a:rPr lang="en-US" dirty="0" smtClean="0"/>
              <a:t>            return </a:t>
            </a:r>
            <a:r>
              <a:rPr lang="en-US" dirty="0" err="1" smtClean="0"/>
              <a:t>self.queue.popleft</a:t>
            </a:r>
            <a:r>
              <a:rPr lang="en-US" dirty="0" smtClean="0"/>
              <a:t>()</a:t>
            </a:r>
          </a:p>
          <a:p>
            <a:r>
              <a:rPr lang="en-US" dirty="0" smtClean="0"/>
              <a:t>        else:</a:t>
            </a:r>
          </a:p>
          <a:p>
            <a:r>
              <a:rPr lang="en-US" dirty="0" smtClean="0"/>
              <a:t>            print("Queue is empty! Cannot delete from the front.")</a:t>
            </a:r>
          </a:p>
          <a:p>
            <a:r>
              <a:rPr lang="en-US" dirty="0" smtClean="0"/>
              <a:t>            return None</a:t>
            </a:r>
          </a:p>
          <a:p>
            <a:endParaRPr lang="en-US" dirty="0" smtClean="0"/>
          </a:p>
          <a:p>
            <a:r>
              <a:rPr lang="en-US" dirty="0" smtClean="0"/>
              <a:t>    def </a:t>
            </a:r>
            <a:r>
              <a:rPr lang="en-US" dirty="0" err="1" smtClean="0"/>
              <a:t>delete_from_rear</a:t>
            </a:r>
            <a:r>
              <a:rPr lang="en-US" dirty="0" smtClean="0"/>
              <a:t>(self):</a:t>
            </a:r>
          </a:p>
          <a:p>
            <a:r>
              <a:rPr lang="en-US" dirty="0" smtClean="0"/>
              <a:t>        """Delete an item from the rear of the queue."""</a:t>
            </a:r>
          </a:p>
          <a:p>
            <a:r>
              <a:rPr lang="en-US" dirty="0" smtClean="0"/>
              <a:t>        if </a:t>
            </a:r>
            <a:r>
              <a:rPr lang="en-US" dirty="0" err="1" smtClean="0"/>
              <a:t>self.queue</a:t>
            </a:r>
            <a:r>
              <a:rPr lang="en-US" dirty="0" smtClean="0"/>
              <a:t>:</a:t>
            </a:r>
          </a:p>
          <a:p>
            <a:r>
              <a:rPr lang="en-US" dirty="0" smtClean="0"/>
              <a:t>            return </a:t>
            </a:r>
            <a:r>
              <a:rPr lang="en-US" dirty="0" err="1" smtClean="0"/>
              <a:t>self.queue.pop</a:t>
            </a:r>
            <a:r>
              <a:rPr lang="en-US" dirty="0" smtClean="0"/>
              <a:t>()</a:t>
            </a:r>
          </a:p>
          <a:p>
            <a:r>
              <a:rPr lang="en-US" dirty="0" smtClean="0"/>
              <a:t>        else:</a:t>
            </a:r>
          </a:p>
          <a:p>
            <a:r>
              <a:rPr lang="en-US" dirty="0" smtClean="0"/>
              <a:t>            print("Queue is empty! Cannot delete from the rear.")</a:t>
            </a:r>
          </a:p>
          <a:p>
            <a:r>
              <a:rPr lang="en-US" dirty="0" smtClean="0"/>
              <a:t>            return None</a:t>
            </a:r>
          </a:p>
          <a:p>
            <a:endParaRPr lang="en-US" dirty="0" smtClean="0"/>
          </a:p>
          <a:p>
            <a:r>
              <a:rPr lang="en-US" dirty="0" smtClean="0"/>
              <a:t>    def display(self):</a:t>
            </a:r>
          </a:p>
          <a:p>
            <a:r>
              <a:rPr lang="en-US" dirty="0" smtClean="0"/>
              <a:t>        """Display the current state of the queue."""</a:t>
            </a:r>
          </a:p>
          <a:p>
            <a:r>
              <a:rPr lang="en-US" dirty="0" smtClean="0"/>
              <a:t>        print("Queue:", list(</a:t>
            </a:r>
            <a:r>
              <a:rPr lang="en-US" dirty="0" err="1" smtClean="0"/>
              <a:t>self.queue</a:t>
            </a:r>
            <a:r>
              <a:rPr lang="en-US" dirty="0" smtClean="0"/>
              <a:t>))</a:t>
            </a:r>
            <a:endParaRPr lang="en-US" dirty="0"/>
          </a:p>
        </p:txBody>
      </p:sp>
    </p:spTree>
    <p:extLst>
      <p:ext uri="{BB962C8B-B14F-4D97-AF65-F5344CB8AC3E}">
        <p14:creationId xmlns:p14="http://schemas.microsoft.com/office/powerpoint/2010/main" xmlns="" val="77405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a:extLst>
              <a:ext uri="{FF2B5EF4-FFF2-40B4-BE49-F238E27FC236}">
                <a16:creationId xmlns:a16="http://schemas.microsoft.com/office/drawing/2014/main" xmlns="" id="{23FDA20A-9A3A-E5DC-D3B5-62DC710E423C}"/>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xmlns="" id="{725E7E71-8159-957C-9044-B85DC749EC54}"/>
              </a:ext>
            </a:extLst>
          </p:cNvPr>
          <p:cNvSpPr/>
          <p:nvPr/>
        </p:nvSpPr>
        <p:spPr>
          <a:xfrm>
            <a:off x="1710170" y="0"/>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t>Input Restricted Queue (Inserting at the Beginning)</a:t>
            </a:r>
            <a:endParaRPr lang="en-US" sz="2400" dirty="0"/>
          </a:p>
        </p:txBody>
      </p:sp>
      <p:sp>
        <p:nvSpPr>
          <p:cNvPr id="9" name="Rectangle 8"/>
          <p:cNvSpPr/>
          <p:nvPr/>
        </p:nvSpPr>
        <p:spPr>
          <a:xfrm>
            <a:off x="5884718" y="782516"/>
            <a:ext cx="6096000" cy="3970318"/>
          </a:xfrm>
          <a:prstGeom prst="rect">
            <a:avLst/>
          </a:prstGeom>
        </p:spPr>
        <p:txBody>
          <a:bodyPr wrap="square">
            <a:spAutoFit/>
          </a:bodyPr>
          <a:lstStyle/>
          <a:p>
            <a:r>
              <a:rPr lang="en-US" dirty="0" smtClean="0"/>
              <a:t># Deleting from the rear</a:t>
            </a:r>
          </a:p>
          <a:p>
            <a:r>
              <a:rPr lang="en-US" dirty="0" smtClean="0"/>
              <a:t>print("Deleted from rear:", </a:t>
            </a:r>
            <a:r>
              <a:rPr lang="en-US" dirty="0" err="1" smtClean="0"/>
              <a:t>queue.delete_from_rear</a:t>
            </a:r>
            <a:r>
              <a:rPr lang="en-US" dirty="0" smtClean="0"/>
              <a:t>())  # Output: Deleted from rear: 30</a:t>
            </a:r>
          </a:p>
          <a:p>
            <a:r>
              <a:rPr lang="en-US" dirty="0" err="1" smtClean="0"/>
              <a:t>queue.display</a:t>
            </a:r>
            <a:r>
              <a:rPr lang="en-US" dirty="0" smtClean="0"/>
              <a:t>()  # Output: Queue: [5, 10, 20]</a:t>
            </a:r>
          </a:p>
          <a:p>
            <a:endParaRPr lang="en-US" dirty="0" smtClean="0"/>
          </a:p>
          <a:p>
            <a:r>
              <a:rPr lang="en-US" dirty="0" smtClean="0"/>
              <a:t>OUTPUT :</a:t>
            </a:r>
          </a:p>
          <a:p>
            <a:endParaRPr lang="en-US" dirty="0" smtClean="0"/>
          </a:p>
          <a:p>
            <a:r>
              <a:rPr lang="en-US" dirty="0" smtClean="0"/>
              <a:t>Queue: [10, 20, 30]</a:t>
            </a:r>
          </a:p>
          <a:p>
            <a:r>
              <a:rPr lang="en-US" dirty="0" smtClean="0"/>
              <a:t>Queue: [0, 5, 10, 20, 30]</a:t>
            </a:r>
          </a:p>
          <a:p>
            <a:r>
              <a:rPr lang="en-US" dirty="0" smtClean="0"/>
              <a:t>Deleted from front: 0</a:t>
            </a:r>
          </a:p>
          <a:p>
            <a:r>
              <a:rPr lang="en-US" dirty="0" smtClean="0"/>
              <a:t>Queue: [5, 10, 20, 30]</a:t>
            </a:r>
          </a:p>
          <a:p>
            <a:r>
              <a:rPr lang="en-US" dirty="0" smtClean="0"/>
              <a:t>Deleted from rear: 30</a:t>
            </a:r>
          </a:p>
          <a:p>
            <a:r>
              <a:rPr lang="en-US" smtClean="0"/>
              <a:t>Queue: [5, 10, 20]</a:t>
            </a:r>
            <a:endParaRPr lang="en-US" dirty="0" smtClean="0"/>
          </a:p>
          <a:p>
            <a:endParaRPr lang="en-US" dirty="0"/>
          </a:p>
        </p:txBody>
      </p:sp>
      <p:sp>
        <p:nvSpPr>
          <p:cNvPr id="6" name="Rectangle 5"/>
          <p:cNvSpPr/>
          <p:nvPr/>
        </p:nvSpPr>
        <p:spPr>
          <a:xfrm>
            <a:off x="284018" y="955607"/>
            <a:ext cx="6096000" cy="4801314"/>
          </a:xfrm>
          <a:prstGeom prst="rect">
            <a:avLst/>
          </a:prstGeom>
        </p:spPr>
        <p:txBody>
          <a:bodyPr>
            <a:spAutoFit/>
          </a:bodyPr>
          <a:lstStyle/>
          <a:p>
            <a:r>
              <a:rPr lang="en-US" dirty="0" smtClean="0"/>
              <a:t>queue = </a:t>
            </a:r>
            <a:r>
              <a:rPr lang="en-US" dirty="0" err="1" smtClean="0"/>
              <a:t>InputRestrictedQueue</a:t>
            </a:r>
            <a:r>
              <a:rPr lang="en-US" dirty="0" smtClean="0"/>
              <a:t>(size=5)</a:t>
            </a:r>
          </a:p>
          <a:p>
            <a:endParaRPr lang="en-US" dirty="0" smtClean="0"/>
          </a:p>
          <a:p>
            <a:r>
              <a:rPr lang="en-US" dirty="0" smtClean="0"/>
              <a:t># Inserting at the rear</a:t>
            </a:r>
          </a:p>
          <a:p>
            <a:r>
              <a:rPr lang="en-US" dirty="0" err="1" smtClean="0"/>
              <a:t>queue.insert_at_end</a:t>
            </a:r>
            <a:r>
              <a:rPr lang="en-US" dirty="0" smtClean="0"/>
              <a:t>(10)</a:t>
            </a:r>
          </a:p>
          <a:p>
            <a:r>
              <a:rPr lang="en-US" dirty="0" err="1" smtClean="0"/>
              <a:t>queue.insert_at_end</a:t>
            </a:r>
            <a:r>
              <a:rPr lang="en-US" dirty="0" smtClean="0"/>
              <a:t>(20)</a:t>
            </a:r>
          </a:p>
          <a:p>
            <a:r>
              <a:rPr lang="en-US" dirty="0" err="1" smtClean="0"/>
              <a:t>queue.insert_at_end</a:t>
            </a:r>
            <a:r>
              <a:rPr lang="en-US" dirty="0" smtClean="0"/>
              <a:t>(30)</a:t>
            </a:r>
          </a:p>
          <a:p>
            <a:r>
              <a:rPr lang="en-US" dirty="0" err="1" smtClean="0"/>
              <a:t>queue.display</a:t>
            </a:r>
            <a:r>
              <a:rPr lang="en-US" dirty="0" smtClean="0"/>
              <a:t>()  # Output: Queue: [10, 20, 30]</a:t>
            </a:r>
          </a:p>
          <a:p>
            <a:endParaRPr lang="en-US" dirty="0" smtClean="0"/>
          </a:p>
          <a:p>
            <a:r>
              <a:rPr lang="en-US" dirty="0" smtClean="0"/>
              <a:t># Inserting at the front (beginning)</a:t>
            </a:r>
          </a:p>
          <a:p>
            <a:r>
              <a:rPr lang="en-US" dirty="0" err="1" smtClean="0"/>
              <a:t>queue.insert_at_beginning</a:t>
            </a:r>
            <a:r>
              <a:rPr lang="en-US" dirty="0" smtClean="0"/>
              <a:t>(5)</a:t>
            </a:r>
          </a:p>
          <a:p>
            <a:r>
              <a:rPr lang="en-US" dirty="0" err="1" smtClean="0"/>
              <a:t>queue.insert_at_beginning</a:t>
            </a:r>
            <a:r>
              <a:rPr lang="en-US" dirty="0" smtClean="0"/>
              <a:t>(0)</a:t>
            </a:r>
          </a:p>
          <a:p>
            <a:r>
              <a:rPr lang="en-US" dirty="0" err="1" smtClean="0"/>
              <a:t>queue.display</a:t>
            </a:r>
            <a:r>
              <a:rPr lang="en-US" dirty="0" smtClean="0"/>
              <a:t>()  # Output: Queue: [0, 5, 10, 20, 30]</a:t>
            </a:r>
          </a:p>
          <a:p>
            <a:endParaRPr lang="en-US" dirty="0" smtClean="0"/>
          </a:p>
          <a:p>
            <a:r>
              <a:rPr lang="en-US" dirty="0" smtClean="0"/>
              <a:t># Deleting from the front</a:t>
            </a:r>
          </a:p>
          <a:p>
            <a:r>
              <a:rPr lang="en-US" dirty="0" smtClean="0"/>
              <a:t>print("Deleted from front:", </a:t>
            </a:r>
            <a:r>
              <a:rPr lang="en-US" dirty="0" err="1" smtClean="0"/>
              <a:t>queue.delete_from_front</a:t>
            </a:r>
            <a:r>
              <a:rPr lang="en-US" dirty="0" smtClean="0"/>
              <a:t>())  # Output: Deleted from front: 0</a:t>
            </a:r>
          </a:p>
          <a:p>
            <a:r>
              <a:rPr lang="en-US" dirty="0" err="1" smtClean="0"/>
              <a:t>queue.display</a:t>
            </a:r>
            <a:r>
              <a:rPr lang="en-US" dirty="0" smtClean="0"/>
              <a:t>()  # Output: Queue: [5, 10, 20, 30]</a:t>
            </a:r>
            <a:endParaRPr lang="en-US" dirty="0"/>
          </a:p>
        </p:txBody>
      </p:sp>
    </p:spTree>
    <p:extLst>
      <p:ext uri="{BB962C8B-B14F-4D97-AF65-F5344CB8AC3E}">
        <p14:creationId xmlns:p14="http://schemas.microsoft.com/office/powerpoint/2010/main" xmlns="" val="77405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APPLICATIONS OF </a:t>
            </a:r>
            <a:r>
              <a:rPr lang="en-US" sz="2400" dirty="0" smtClean="0"/>
              <a:t>DEQUEUE</a:t>
            </a:r>
            <a:endParaRPr lang="en-US" sz="2400" dirty="0"/>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1" y="856357"/>
            <a:ext cx="11544299" cy="4278094"/>
          </a:xfrm>
          <a:prstGeom prst="rect">
            <a:avLst/>
          </a:prstGeom>
          <a:noFill/>
        </p:spPr>
        <p:txBody>
          <a:bodyPr wrap="square" rtlCol="0">
            <a:spAutoFit/>
          </a:bodyPr>
          <a:lstStyle/>
          <a:p>
            <a:pPr marL="457200" indent="-457200" algn="just">
              <a:buFont typeface="+mj-lt"/>
              <a:buAutoNum type="arabicPeriod"/>
            </a:pPr>
            <a:r>
              <a:rPr lang="en-US" sz="2400" b="1" dirty="0" smtClean="0"/>
              <a:t>Queue Implementation</a:t>
            </a:r>
            <a:r>
              <a:rPr lang="en-US" sz="2400" dirty="0" smtClean="0"/>
              <a:t>: For tasks like scheduling and processing in FIFO order.</a:t>
            </a:r>
          </a:p>
          <a:p>
            <a:pPr marL="457200" indent="-457200" algn="just">
              <a:buFont typeface="+mj-lt"/>
              <a:buAutoNum type="arabicPeriod"/>
            </a:pPr>
            <a:r>
              <a:rPr lang="en-US" sz="2400" b="1" dirty="0" smtClean="0"/>
              <a:t>Palindrome Checker</a:t>
            </a:r>
            <a:r>
              <a:rPr lang="en-US" sz="2400" dirty="0" smtClean="0"/>
              <a:t>: Efficient checking of palindromes by comparing characters from both ends.</a:t>
            </a:r>
          </a:p>
          <a:p>
            <a:pPr marL="457200" indent="-457200" algn="just">
              <a:buFont typeface="+mj-lt"/>
              <a:buAutoNum type="arabicPeriod"/>
            </a:pPr>
            <a:r>
              <a:rPr lang="en-US" sz="2400" b="1" dirty="0" smtClean="0"/>
              <a:t>Sliding Window Algorithms</a:t>
            </a:r>
            <a:r>
              <a:rPr lang="en-US" sz="2400" dirty="0" smtClean="0"/>
              <a:t>: For problems like finding maximum/minimum in a sliding window.</a:t>
            </a:r>
          </a:p>
          <a:p>
            <a:pPr marL="457200" indent="-457200" algn="just">
              <a:buFont typeface="+mj-lt"/>
              <a:buAutoNum type="arabicPeriod"/>
            </a:pPr>
            <a:r>
              <a:rPr lang="en-US" sz="2400" b="1" dirty="0" smtClean="0"/>
              <a:t>Circular Buffer</a:t>
            </a:r>
            <a:r>
              <a:rPr lang="en-US" sz="2400" dirty="0" smtClean="0"/>
              <a:t>: For implementing buffers that use a fixed amount of memory and wrap around.</a:t>
            </a:r>
          </a:p>
          <a:p>
            <a:pPr marL="457200" indent="-457200" algn="just">
              <a:buFont typeface="+mj-lt"/>
              <a:buAutoNum type="arabicPeriod"/>
            </a:pPr>
            <a:r>
              <a:rPr lang="en-US" sz="2400" b="1" dirty="0" smtClean="0"/>
              <a:t>Undo/Redo Operations</a:t>
            </a:r>
            <a:r>
              <a:rPr lang="en-US" sz="2400" dirty="0" smtClean="0"/>
              <a:t>: Storing actions for undo/redo functionality.</a:t>
            </a:r>
          </a:p>
          <a:p>
            <a:pPr marL="457200" indent="-457200" algn="just">
              <a:buFont typeface="+mj-lt"/>
              <a:buAutoNum type="arabicPeriod"/>
            </a:pPr>
            <a:r>
              <a:rPr lang="en-US" sz="2400" b="1" dirty="0" smtClean="0"/>
              <a:t>Breadth-First Search (BFS)</a:t>
            </a:r>
            <a:r>
              <a:rPr lang="en-US" sz="2400" dirty="0" smtClean="0"/>
              <a:t>: Efficient traversal of graphs in level order.</a:t>
            </a:r>
          </a:p>
          <a:p>
            <a:pPr marL="457200" indent="-457200" algn="just">
              <a:buFont typeface="+mj-lt"/>
              <a:buAutoNum type="arabicPeriod"/>
            </a:pPr>
            <a:r>
              <a:rPr lang="en-US" sz="2400" b="1" dirty="0" smtClean="0"/>
              <a:t>LRU Cache</a:t>
            </a:r>
            <a:r>
              <a:rPr lang="en-US" sz="2400" dirty="0" smtClean="0"/>
              <a:t>: Efficient caching using the least recently used eviction policy.</a:t>
            </a:r>
          </a:p>
          <a:p>
            <a:pPr marL="342900" indent="-342900"/>
            <a:endParaRPr lang="en-IN" sz="3200" dirty="0"/>
          </a:p>
        </p:txBody>
      </p:sp>
    </p:spTree>
    <p:extLst>
      <p:ext uri="{BB962C8B-B14F-4D97-AF65-F5344CB8AC3E}">
        <p14:creationId xmlns:p14="http://schemas.microsoft.com/office/powerpoint/2010/main" xmlns="" val="13001463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4524315"/>
          </a:xfrm>
          <a:prstGeom prst="rect">
            <a:avLst/>
          </a:prstGeom>
          <a:noFill/>
        </p:spPr>
        <p:txBody>
          <a:bodyPr wrap="square" rtlCol="0">
            <a:spAutoFit/>
          </a:bodyPr>
          <a:lstStyle/>
          <a:p>
            <a:pPr marL="285750" indent="-285750">
              <a:buFont typeface="Wingdings" pitchFamily="2" charset="2"/>
              <a:buChar char="Ø"/>
            </a:pPr>
            <a:r>
              <a:rPr lang="en-IN" sz="2400" dirty="0"/>
              <a:t>Double ended Queue is a linear data structure, where the insertion and deletion operations are performed from both ends. It is also called as deque.</a:t>
            </a:r>
          </a:p>
          <a:p>
            <a:pPr marL="285750" indent="-285750">
              <a:buFont typeface="Wingdings" pitchFamily="2" charset="2"/>
              <a:buChar char="Ø"/>
            </a:pPr>
            <a:r>
              <a:rPr lang="en-IN" sz="2400" dirty="0"/>
              <a:t>In deque, there are two types...</a:t>
            </a:r>
          </a:p>
          <a:p>
            <a:r>
              <a:rPr lang="en-IN" sz="2400" dirty="0"/>
              <a:t>      i) Input restricted queue</a:t>
            </a:r>
          </a:p>
          <a:p>
            <a:r>
              <a:rPr lang="en-IN" sz="2400" dirty="0"/>
              <a:t>      ii) output restricted queue</a:t>
            </a:r>
          </a:p>
          <a:p>
            <a:endParaRPr lang="en-IN" sz="2400" dirty="0"/>
          </a:p>
          <a:p>
            <a:pPr marL="285750" indent="-285750">
              <a:buFont typeface="Wingdings" pitchFamily="2" charset="2"/>
              <a:buChar char="Ø"/>
            </a:pPr>
            <a:r>
              <a:rPr lang="en-IN" sz="2400" dirty="0"/>
              <a:t>In input restricted queue the following operations are performed:</a:t>
            </a:r>
          </a:p>
          <a:p>
            <a:r>
              <a:rPr lang="en-IN" sz="2400" dirty="0"/>
              <a:t>      i)   Inserting At Beginning </a:t>
            </a:r>
          </a:p>
          <a:p>
            <a:r>
              <a:rPr lang="en-IN" sz="2400" dirty="0"/>
              <a:t>      ii)  Inserting At End </a:t>
            </a:r>
          </a:p>
          <a:p>
            <a:pPr marL="285750" indent="-285750">
              <a:buFont typeface="Wingdings" pitchFamily="2" charset="2"/>
              <a:buChar char="Ø"/>
            </a:pPr>
            <a:r>
              <a:rPr lang="en-IN" sz="2400" dirty="0"/>
              <a:t>In output restricted queue, the following operations are performed:</a:t>
            </a:r>
          </a:p>
          <a:p>
            <a:r>
              <a:rPr lang="en-IN" sz="2400" dirty="0"/>
              <a:t>      i)   Deleting from Beginning</a:t>
            </a:r>
          </a:p>
          <a:p>
            <a:r>
              <a:rPr lang="en-IN" sz="2400" dirty="0"/>
              <a:t>      ii)  Deleting from End</a:t>
            </a:r>
          </a:p>
        </p:txBody>
      </p:sp>
    </p:spTree>
    <p:extLst>
      <p:ext uri="{BB962C8B-B14F-4D97-AF65-F5344CB8AC3E}">
        <p14:creationId xmlns:p14="http://schemas.microsoft.com/office/powerpoint/2010/main" xmlns="" val="4254978408"/>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xmlns=""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IN" sz="2400" dirty="0"/>
              <a:t>Which of the following application makes use of a deque?</a:t>
            </a:r>
            <a:br>
              <a:rPr lang="en-IN" sz="2400" dirty="0"/>
            </a:br>
            <a:endParaRPr sz="24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xmlns="" id="{5D8B791C-9B35-CF16-C192-D202E0DB9A60}"/>
              </a:ext>
            </a:extLst>
          </p:cNvPr>
          <p:cNvSpPr/>
          <p:nvPr/>
        </p:nvSpPr>
        <p:spPr>
          <a:xfrm>
            <a:off x="1026828" y="1888177"/>
            <a:ext cx="6430876"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IN" dirty="0"/>
              <a:t>a) Checks palindrome</a:t>
            </a:r>
            <a:br>
              <a:rPr lang="en-IN" dirty="0"/>
            </a:br>
            <a:r>
              <a:rPr lang="en-IN" dirty="0"/>
              <a:t>b) Insert an element</a:t>
            </a:r>
            <a:br>
              <a:rPr lang="en-IN" dirty="0"/>
            </a:br>
            <a:r>
              <a:rPr lang="en-IN" dirty="0"/>
              <a:t>c) Delete an element</a:t>
            </a:r>
            <a:br>
              <a:rPr lang="en-IN" dirty="0"/>
            </a:br>
            <a:r>
              <a:rPr lang="en-IN" dirty="0"/>
              <a:t>d) All the above</a:t>
            </a:r>
            <a:br>
              <a:rPr lang="en-IN" dirty="0"/>
            </a:br>
            <a:endParaRPr lang="en-US" dirty="0"/>
          </a:p>
        </p:txBody>
      </p:sp>
      <p:sp>
        <p:nvSpPr>
          <p:cNvPr id="13" name="Google Shape;502;p17">
            <a:extLst>
              <a:ext uri="{FF2B5EF4-FFF2-40B4-BE49-F238E27FC236}">
                <a16:creationId xmlns:a16="http://schemas.microsoft.com/office/drawing/2014/main" xmlns=""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sz="2400" dirty="0"/>
              <a:t>2. Which of the following is true to check deque is full or not?</a:t>
            </a:r>
            <a:br>
              <a:rPr lang="en-IN" sz="2400" dirty="0"/>
            </a:br>
            <a:endParaRPr lang="en-IN" sz="2400" dirty="0"/>
          </a:p>
        </p:txBody>
      </p:sp>
      <p:sp>
        <p:nvSpPr>
          <p:cNvPr id="14" name="Rounded Rectangle 17">
            <a:extLst>
              <a:ext uri="{FF2B5EF4-FFF2-40B4-BE49-F238E27FC236}">
                <a16:creationId xmlns:a16="http://schemas.microsoft.com/office/drawing/2014/main" xmlns="" id="{7E00138C-2256-5D01-E821-A57ADA3BBCB0}"/>
              </a:ext>
            </a:extLst>
          </p:cNvPr>
          <p:cNvSpPr/>
          <p:nvPr/>
        </p:nvSpPr>
        <p:spPr>
          <a:xfrm>
            <a:off x="1009895" y="4727197"/>
            <a:ext cx="779146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a) front = rear + 1</a:t>
            </a:r>
            <a:br>
              <a:rPr lang="en-IN" dirty="0"/>
            </a:br>
            <a:r>
              <a:rPr lang="en-IN" dirty="0"/>
              <a:t>b) Front = rear</a:t>
            </a:r>
          </a:p>
          <a:p>
            <a:r>
              <a:rPr lang="en-IN" dirty="0"/>
              <a:t>c) front=0</a:t>
            </a:r>
          </a:p>
          <a:p>
            <a:r>
              <a:rPr lang="en-IN" dirty="0"/>
              <a:t>d) rear=-1</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xmlns=""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2230739"/>
          </a:xfrm>
          <a:prstGeom prst="rect">
            <a:avLst/>
          </a:prstGeom>
          <a:noFill/>
        </p:spPr>
        <p:txBody>
          <a:bodyPr wrap="square" rtlCol="0">
            <a:spAutoFit/>
          </a:bodyPr>
          <a:lstStyle/>
          <a:p>
            <a:pPr>
              <a:lnSpc>
                <a:spcPct val="200000"/>
              </a:lnSpc>
            </a:pPr>
            <a:r>
              <a:rPr lang="en-US" b="1" dirty="0"/>
              <a:t>1. Describe About double ended queue?</a:t>
            </a:r>
          </a:p>
          <a:p>
            <a:pPr>
              <a:lnSpc>
                <a:spcPct val="200000"/>
              </a:lnSpc>
            </a:pPr>
            <a:r>
              <a:rPr lang="en-US" b="1" dirty="0"/>
              <a:t>2. List out different types of deque?</a:t>
            </a:r>
          </a:p>
          <a:p>
            <a:pPr>
              <a:lnSpc>
                <a:spcPct val="200000"/>
              </a:lnSpc>
            </a:pPr>
            <a:r>
              <a:rPr lang="en-US" b="1" dirty="0"/>
              <a:t>3. List out different operations can perform on deque?</a:t>
            </a:r>
          </a:p>
          <a:p>
            <a:pPr marL="342900" indent="-342900">
              <a:lnSpc>
                <a:spcPct val="200000"/>
              </a:lnSpc>
            </a:pPr>
            <a:r>
              <a:rPr lang="en-US" b="1" dirty="0"/>
              <a:t>4. Analyze the time complexity of the deque for the operations such as insertion, deletion.</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xmlns=""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4619854"/>
          </a:xfrm>
          <a:prstGeom prst="rect">
            <a:avLst/>
          </a:prstGeom>
          <a:noFill/>
        </p:spPr>
        <p:txBody>
          <a:bodyPr wrap="square" rtlCol="0">
            <a:spAutoFit/>
          </a:bodyPr>
          <a:lstStyle/>
          <a:p>
            <a:r>
              <a:rPr lang="en-US" b="1" dirty="0" smtClean="0"/>
              <a:t>Textbooks:</a:t>
            </a:r>
            <a:endParaRPr lang="en-US" dirty="0" smtClean="0"/>
          </a:p>
          <a:p>
            <a:pPr lvl="0"/>
            <a:r>
              <a:rPr lang="en-US" dirty="0" smtClean="0"/>
              <a:t>Mark Allen Weiss, Data Structures and Algorithm Analysis in C, 2010, Second Edition, Pearson Education.</a:t>
            </a:r>
          </a:p>
          <a:p>
            <a:pPr lvl="0"/>
            <a:r>
              <a:rPr lang="en-US" dirty="0" smtClean="0"/>
              <a:t>Allen B. Downey, ”Think Python: How to Think Like a Computer Scientist’’, 2nd edition, Updated for Python 3, </a:t>
            </a:r>
            <a:r>
              <a:rPr lang="en-US" dirty="0" err="1" smtClean="0"/>
              <a:t>Shroff</a:t>
            </a:r>
            <a:r>
              <a:rPr lang="en-US" dirty="0" smtClean="0"/>
              <a:t>/O’Reilly Publishers, 2016 (</a:t>
            </a:r>
            <a:r>
              <a:rPr lang="en-US" u="sng" dirty="0" smtClean="0">
                <a:hlinkClick r:id="rId2"/>
              </a:rPr>
              <a:t>http://greenteapress.com/wp/thinkpython/</a:t>
            </a:r>
            <a:r>
              <a:rPr lang="en-US" dirty="0" smtClean="0"/>
              <a:t>)</a:t>
            </a:r>
          </a:p>
          <a:p>
            <a:pPr lvl="0"/>
            <a:r>
              <a:rPr lang="en-US" dirty="0" smtClean="0"/>
              <a:t>Data Structures and algorithms using python, 2011,Rance D, </a:t>
            </a:r>
            <a:r>
              <a:rPr lang="en-US" dirty="0" err="1" smtClean="0"/>
              <a:t>Necaise</a:t>
            </a:r>
            <a:r>
              <a:rPr lang="en-US" dirty="0" smtClean="0"/>
              <a:t>, </a:t>
            </a:r>
            <a:r>
              <a:rPr lang="en-US" dirty="0" err="1" smtClean="0"/>
              <a:t>himilton</a:t>
            </a:r>
            <a:r>
              <a:rPr lang="en-US" dirty="0" smtClean="0"/>
              <a:t> printing</a:t>
            </a:r>
          </a:p>
          <a:p>
            <a:r>
              <a:rPr lang="en-US" b="1" dirty="0" err="1" smtClean="0"/>
              <a:t>ReferenceBooks</a:t>
            </a:r>
            <a:r>
              <a:rPr lang="en-US" b="1" dirty="0" smtClean="0"/>
              <a:t>:</a:t>
            </a:r>
            <a:endParaRPr lang="en-US" dirty="0" smtClean="0"/>
          </a:p>
          <a:p>
            <a:pPr lvl="0"/>
            <a:r>
              <a:rPr lang="en-US" dirty="0" smtClean="0"/>
              <a:t>Data Structures and Algorithm Analysis in PYTHON, 2010, Mark Allen Weiss, Second Edition, Pearson Education.</a:t>
            </a:r>
          </a:p>
          <a:p>
            <a:pPr lvl="0"/>
            <a:r>
              <a:rPr lang="en-US" dirty="0" smtClean="0"/>
              <a:t>Data Structures and Algorithms, </a:t>
            </a:r>
            <a:r>
              <a:rPr lang="en-US" dirty="0" err="1" smtClean="0"/>
              <a:t>A.V.Aho</a:t>
            </a:r>
            <a:r>
              <a:rPr lang="en-US" dirty="0" smtClean="0"/>
              <a:t>, </a:t>
            </a:r>
            <a:r>
              <a:rPr lang="en-US" dirty="0" err="1" smtClean="0"/>
              <a:t>J.E.Hopcroft</a:t>
            </a:r>
            <a:r>
              <a:rPr lang="en-US" dirty="0" smtClean="0"/>
              <a:t>, and </a:t>
            </a:r>
            <a:r>
              <a:rPr lang="en-US" dirty="0" err="1" smtClean="0"/>
              <a:t>J.D.Ullman</a:t>
            </a:r>
            <a:r>
              <a:rPr lang="en-US" dirty="0" smtClean="0"/>
              <a:t>, Pearson Education, First Edition Reprint2003.</a:t>
            </a:r>
          </a:p>
          <a:p>
            <a:pPr lvl="0"/>
            <a:r>
              <a:rPr lang="en-US" dirty="0" smtClean="0"/>
              <a:t>Advanced Guide to Python 3 Programming, John Hunt, 4</a:t>
            </a:r>
            <a:r>
              <a:rPr lang="en-US" baseline="30000" dirty="0" smtClean="0"/>
              <a:t>th</a:t>
            </a:r>
            <a:r>
              <a:rPr lang="en-US" dirty="0" smtClean="0"/>
              <a:t> Edition, Springer Nature Switzerland AG 2019.</a:t>
            </a:r>
          </a:p>
          <a:p>
            <a:pPr lvl="0"/>
            <a:r>
              <a:rPr lang="en-US" dirty="0" smtClean="0"/>
              <a:t>Python Basics: A Practice Introduction to Python 3, David Amos, Dan Bader, Joanna </a:t>
            </a:r>
            <a:r>
              <a:rPr lang="en-US" dirty="0" err="1" smtClean="0"/>
              <a:t>Jablonski</a:t>
            </a:r>
            <a:r>
              <a:rPr lang="en-US" dirty="0" smtClean="0"/>
              <a:t>, Fletcher </a:t>
            </a:r>
            <a:r>
              <a:rPr lang="en-US" dirty="0" err="1" smtClean="0"/>
              <a:t>Heisler</a:t>
            </a:r>
            <a:r>
              <a:rPr lang="en-US" dirty="0" smtClean="0"/>
              <a:t>, 4</a:t>
            </a:r>
            <a:r>
              <a:rPr lang="en-US" baseline="30000" dirty="0" smtClean="0"/>
              <a:t>th</a:t>
            </a:r>
            <a:r>
              <a:rPr lang="en-US" dirty="0" smtClean="0"/>
              <a:t> edition, Real Python.</a:t>
            </a:r>
          </a:p>
          <a:p>
            <a:r>
              <a:rPr lang="en-US" b="1" dirty="0" err="1" smtClean="0"/>
              <a:t>WebLinks</a:t>
            </a:r>
            <a:r>
              <a:rPr lang="en-US" b="1" dirty="0" smtClean="0"/>
              <a:t>:</a:t>
            </a:r>
            <a:endParaRPr lang="en-US" dirty="0" smtClean="0"/>
          </a:p>
          <a:p>
            <a:pPr lvl="0"/>
            <a:r>
              <a:rPr lang="en-US" u="sng" dirty="0" smtClean="0">
                <a:hlinkClick r:id="rId3"/>
              </a:rPr>
              <a:t>https://docs.python.org/3/tutorial/datastructures.html</a:t>
            </a:r>
            <a:endParaRPr lang="en-US" dirty="0" smtClean="0"/>
          </a:p>
          <a:p>
            <a:pPr lvl="0"/>
            <a:r>
              <a:rPr lang="en-US" u="sng" dirty="0" smtClean="0">
                <a:hlinkClick r:id="rId4"/>
              </a:rPr>
              <a:t>https://www.w3schools.com/dsa/dsa_intro.php</a:t>
            </a:r>
            <a:endParaRPr lang="en-US" dirty="0" smtClean="0"/>
          </a:p>
          <a:p>
            <a:pPr lvl="0"/>
            <a:r>
              <a:rPr lang="en-US" u="sng" smtClean="0">
                <a:hlinkClick r:id="rId5"/>
              </a:rPr>
              <a:t>https://www.geeksforgeeks.org/python-data-structures/</a:t>
            </a:r>
            <a:endParaRPr lang="en-US" smtClean="0"/>
          </a:p>
          <a:p>
            <a:pPr>
              <a:lnSpc>
                <a:spcPct val="150000"/>
              </a:lnSpc>
            </a:pPr>
            <a:endParaRPr lang="en-US" dirty="0"/>
          </a:p>
        </p:txBody>
      </p:sp>
      <p:pic>
        <p:nvPicPr>
          <p:cNvPr id="5" name="Picture 2" descr="KL Deemed to be University Logo"/>
          <p:cNvPicPr>
            <a:picLocks noChangeAspect="1" noChangeArrowheads="1"/>
          </p:cNvPicPr>
          <p:nvPr/>
        </p:nvPicPr>
        <p:blipFill>
          <a:blip r:embed="rId6"/>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xmlns=""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xmlns=""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a:t>
            </a:r>
            <a:r>
              <a:rPr lang="en-US" sz="3600" b="1" dirty="0" err="1">
                <a:latin typeface="Poppins" pitchFamily="2" charset="77"/>
                <a:cs typeface="Poppins" pitchFamily="2" charset="77"/>
              </a:rPr>
              <a:t>Sructures</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BBD0A98-E68B-4DAA-8964-2F739D6D4075}">
  <ds:schemaRefs>
    <ds:schemaRef ds:uri="http://schemas.microsoft.com/office/2006/metadata/properties"/>
    <ds:schemaRef ds:uri="http://www.w3.org/2000/xmln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1864</TotalTime>
  <Words>2133</Words>
  <Application>Microsoft Office PowerPoint</Application>
  <PresentationFormat>Custom</PresentationFormat>
  <Paragraphs>267</Paragraphs>
  <Slides>25</Slides>
  <Notes>2</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1_Office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Administrator</cp:lastModifiedBy>
  <cp:revision>47</cp:revision>
  <dcterms:created xsi:type="dcterms:W3CDTF">2020-02-08T09:57:44Z</dcterms:created>
  <dcterms:modified xsi:type="dcterms:W3CDTF">2024-12-14T06:47:00Z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