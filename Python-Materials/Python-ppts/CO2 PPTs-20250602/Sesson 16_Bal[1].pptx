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71" r:id="rId5"/>
    <p:sldId id="300" r:id="rId6"/>
    <p:sldId id="342" r:id="rId7"/>
    <p:sldId id="340" r:id="rId8"/>
    <p:sldId id="337" r:id="rId9"/>
    <p:sldId id="326" r:id="rId10"/>
    <p:sldId id="329" r:id="rId11"/>
    <p:sldId id="330" r:id="rId12"/>
    <p:sldId id="338" r:id="rId13"/>
    <p:sldId id="339" r:id="rId14"/>
    <p:sldId id="301" r:id="rId15"/>
    <p:sldId id="336" r:id="rId16"/>
    <p:sldId id="302" r:id="rId17"/>
    <p:sldId id="30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2D2"/>
    <a:srgbClr val="FF9900"/>
    <a:srgbClr val="E84845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B850D1-3DE1-5E49-ABFC-00B1F4CAB20B}" v="706" dt="2022-04-26T05:00:35.908"/>
    <p1510:client id="{B8906113-84A5-D6EE-8131-D504648287C4}" v="62" dt="2022-09-08T10:44:06.607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edx.org/course/algorithm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68541" y="-327696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025141" y="1947162"/>
            <a:ext cx="6902548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24SC1204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STACK APPLICATIONS CONT….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Balancing symbols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12283" y="5152976"/>
            <a:ext cx="2235116" cy="77963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</a:t>
            </a:r>
            <a:r>
              <a:rPr lang="en-US" sz="240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– 16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dirty="0">
                <a:latin typeface="Poppins"/>
                <a:cs typeface="Poppins"/>
              </a:rPr>
              <a:t>Applications of stacks .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318685"/>
            <a:ext cx="8791575" cy="236988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 bring: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Gain knowledge on</a:t>
            </a:r>
            <a:r>
              <a:rPr lang="en-US" sz="1600" dirty="0"/>
              <a:t> different types of symbols used in programming, including parentheses, brackets, and braces.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 T</a:t>
            </a:r>
            <a:r>
              <a:rPr lang="en-US" sz="1600" dirty="0"/>
              <a:t>o analyze code snippets and identify instances where symbols may be unbalanced or improperly    nested.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Knowledge on </a:t>
            </a:r>
            <a:r>
              <a:rPr lang="en-US" sz="1600" dirty="0"/>
              <a:t>balancing symbols when writing code to ensure that all symbols are correctly paired and nested.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168001" y="447396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93712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/>
              <a:t>Develop debugging skills to identify and correct symbol balancing errors in code, using a systematic approach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/>
              <a:t>Implement algorithms or functions to check for symbol balance in a program 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 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92369" y="1477105"/>
            <a:ext cx="11141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65184" y="869438"/>
            <a:ext cx="7126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52954" y="2473569"/>
            <a:ext cx="95543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Stacks can be used to check if the given expression has balanced symbols or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4677" y="4138246"/>
            <a:ext cx="9741877" cy="1951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Balancing symbols involves ensuring that for every opening symbol there is a corresponding closing symbol in an expression.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0892" y="857181"/>
            <a:ext cx="9788770" cy="130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Symbol balancing is crucial in mathematical expressions, conditional statements, and function calls.</a:t>
            </a:r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Unbalanced symbols lead to syntax errors, Common issues include mismatched pairs or incorrect nesting.</a:t>
            </a:r>
          </a:p>
          <a:p>
            <a:pPr algn="just"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3200" dirty="0">
                <a:latin typeface="Arial" pitchFamily="34" charset="0"/>
                <a:cs typeface="Arial" pitchFamily="34" charset="0"/>
              </a:rPr>
              <a:t>Proper symbol balancing enhances code readability.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257907"/>
            <a:ext cx="6639951" cy="59787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Stack-Based Approach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LIFO Principle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</a:rPr>
              <a:t>A stack adheres to the Last In, First Out (LIFO) principle, making it well-suited for the verification of symbol balance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930" y="119920"/>
            <a:ext cx="1990725" cy="600076"/>
          </a:xfrm>
          <a:prstGeom prst="rect">
            <a:avLst/>
          </a:prstGeom>
          <a:noFill/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047006" y="224851"/>
            <a:ext cx="6201295" cy="55463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dirty="0">
              <a:solidFill>
                <a:srgbClr val="FAD2D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 dirty="0">
                <a:solidFill>
                  <a:srgbClr val="FAD2D2"/>
                </a:solidFill>
                <a:latin typeface="Times New Roman" pitchFamily="18" charset="0"/>
                <a:cs typeface="Times New Roman" pitchFamily="18" charset="0"/>
              </a:rPr>
              <a:t>Delimiter Checking/Balancing Symbols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400" b="1" kern="0" dirty="0">
              <a:solidFill>
                <a:srgbClr val="FAD2D2"/>
              </a:solidFill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755558" y="744336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48752" y="1183340"/>
            <a:ext cx="8541986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Arial" pitchFamily="34" charset="0"/>
                <a:cs typeface="Arial" pitchFamily="34" charset="0"/>
              </a:rPr>
              <a:t>Algorithm: Balance Symbols</a:t>
            </a:r>
          </a:p>
          <a:p>
            <a:pPr algn="just"/>
            <a:r>
              <a:rPr lang="en-US" sz="2000" b="1" dirty="0">
                <a:latin typeface="Arial" pitchFamily="34" charset="0"/>
                <a:cs typeface="Arial" pitchFamily="34" charset="0"/>
              </a:rPr>
              <a:t>Input: A string containing symbols (e.g., parentheses, braces, brackets)</a:t>
            </a:r>
          </a:p>
          <a:p>
            <a:pPr algn="just"/>
            <a:r>
              <a:rPr lang="en-US" sz="2000" b="1" dirty="0">
                <a:latin typeface="Arial" pitchFamily="34" charset="0"/>
                <a:cs typeface="Arial" pitchFamily="34" charset="0"/>
              </a:rPr>
              <a:t>Output: True if symbols are balanced, False otherwise</a:t>
            </a:r>
          </a:p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1. Initialize an empty stack.</a:t>
            </a: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2. For each symbol in the input string:</a:t>
            </a: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   a. If the symbol is an opening symbol ('(', '{', '['), push it onto the stack.</a:t>
            </a: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   b. If the symbol is a closing symbol (')', '}', ']'):</a:t>
            </a: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    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 If the stack is empty, return False (unbalanced).</a:t>
            </a: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      ii. Pop the top symbol from the stack.</a:t>
            </a:r>
          </a:p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      iii. If the popped symbol does not match the corresponding opening symbol for the current closing symbol, return False (unbalanced).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3. After processing all symbols in the input string: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a. If the stack is empty, return True (balanced).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b. Otherwise, return False (unbalanced).</a:t>
            </a:r>
          </a:p>
          <a:p>
            <a:pPr algn="just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Input:”({[]})”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20271" y="1897343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({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({[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({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Result:True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533900" y="3160713"/>
          <a:ext cx="31226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3122640" imgH="532800" progId="Package">
                  <p:embed/>
                </p:oleObj>
              </mc:Choice>
              <mc:Fallback>
                <p:oleObj name="Packager Shell Object" showAsIcon="1" r:id="rId2" imgW="3122640" imgH="532800" progId="Package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3160713"/>
                        <a:ext cx="31226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5" descr="C:\Users\new\AppData\Local\Packages\Microsoft.Windows.Photos_8wekyb3d8bbwe\TempState\ShareServiceTempFolder\balanced-parentheses-using-stack-image (2)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6823" y="1712257"/>
            <a:ext cx="10705239" cy="4500284"/>
          </a:xfrm>
          <a:prstGeom prst="rect">
            <a:avLst/>
          </a:prstGeom>
          <a:noFill/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Importance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IN" b="1" dirty="0"/>
          </a:p>
          <a:p>
            <a:pPr algn="just">
              <a:lnSpc>
                <a:spcPct val="150000"/>
              </a:lnSpc>
            </a:pPr>
            <a:r>
              <a:rPr lang="en-IN" b="1" dirty="0"/>
              <a:t>Syntax Checking</a:t>
            </a:r>
            <a:r>
              <a:rPr lang="en-IN" dirty="0"/>
              <a:t>: Balancing symbols is crucial for correct syntax in programming languages.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IN" b="1" dirty="0"/>
              <a:t>Compiler Design</a:t>
            </a:r>
            <a:r>
              <a:rPr lang="en-IN" dirty="0"/>
              <a:t>: Compilers use similar techniques to ensure correct syntax in source code.</a:t>
            </a:r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Time complexity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The time complexity of the code for balancing symbols using a stack is  O(n).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863976" y="108805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What is the time complexity of balancing symbols  using stack?</a:t>
            </a:r>
            <a:endParaRPr lang="en-US" sz="20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80331" y="1885993"/>
            <a:ext cx="3685849" cy="175273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FAD2D2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FAD2D2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AD2D2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a) O (N)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FAD2D2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b) O (N log 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FAD2D2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c) O (N2)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FAD2D2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d) O (M log N)</a:t>
            </a:r>
            <a:endParaRPr lang="en-US" sz="1600" dirty="0">
              <a:solidFill>
                <a:srgbClr val="FAD2D2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lnSpc>
                <a:spcPct val="150000"/>
              </a:lnSpc>
            </a:pPr>
            <a:endParaRPr lang="en-US" sz="1600" dirty="0">
              <a:solidFill>
                <a:srgbClr val="FAD2D2"/>
              </a:solidFill>
            </a:endParaRPr>
          </a:p>
          <a:p>
            <a:pPr marL="342900" indent="-342900">
              <a:lnSpc>
                <a:spcPct val="150000"/>
              </a:lnSpc>
            </a:pP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2"/>
            <a:ext cx="10172210" cy="798549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Which data structure follows the Last In, First Out (LIFO) principle and is commonly employed for checking symbol balance in programming?.</a:t>
            </a:r>
            <a:endParaRPr lang="en-US" b="1" dirty="0"/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8807" y="4701376"/>
            <a:ext cx="3474720" cy="171661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a) Queue</a:t>
            </a:r>
          </a:p>
          <a:p>
            <a:r>
              <a:rPr lang="en-US" dirty="0"/>
              <a:t>b) Linked List</a:t>
            </a:r>
          </a:p>
          <a:p>
            <a:r>
              <a:rPr lang="en-US" dirty="0"/>
              <a:t>c) Stack</a:t>
            </a:r>
          </a:p>
          <a:p>
            <a:r>
              <a:rPr lang="en-US" dirty="0"/>
              <a:t>d) </a:t>
            </a:r>
            <a:r>
              <a:rPr lang="en-US" sz="1600" dirty="0"/>
              <a:t>Tree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0"/>
            <a:ext cx="469680" cy="32952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What is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62" y="808892"/>
            <a:ext cx="10515600" cy="63994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If you encounter the symbols "{[()]}" in a code snippet, how would you describe the nesting of symbols?</a:t>
            </a:r>
            <a:endParaRPr lang="en-US" sz="20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142241" y="1760952"/>
            <a:ext cx="4566897" cy="171661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a) Balanced and correctly nested</a:t>
            </a:r>
          </a:p>
          <a:p>
            <a:r>
              <a:rPr lang="en-US" dirty="0"/>
              <a:t>b) Unbalanced and incorrectly    nested</a:t>
            </a:r>
          </a:p>
          <a:p>
            <a:r>
              <a:rPr lang="en-US" dirty="0"/>
              <a:t>c) Unbalanced but correctly nested</a:t>
            </a:r>
          </a:p>
          <a:p>
            <a:r>
              <a:rPr lang="en-US" dirty="0"/>
              <a:t>d)</a:t>
            </a:r>
            <a:r>
              <a:rPr lang="en-US" sz="1600" dirty="0"/>
              <a:t> </a:t>
            </a:r>
            <a:r>
              <a:rPr lang="en-US" dirty="0"/>
              <a:t>Balanced but incorrectly nested</a:t>
            </a:r>
          </a:p>
        </p:txBody>
      </p:sp>
      <p:sp>
        <p:nvSpPr>
          <p:cNvPr id="12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4" y="3820343"/>
            <a:ext cx="10443551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US" sz="2000" dirty="0"/>
              <a:t>What programming principle is associated with ensuring that the symbols are matched and nested correctly in expressions?</a:t>
            </a:r>
            <a:endParaRPr sz="2000">
              <a:solidFill>
                <a:schemeClr val="bg1"/>
              </a:solidFill>
              <a:latin typeface="Arial" pitchFamily="34" charset="0"/>
              <a:ea typeface="Calibri"/>
              <a:cs typeface="Arial" pitchFamily="34" charset="0"/>
              <a:sym typeface="Calibri"/>
            </a:endParaRPr>
          </a:p>
        </p:txBody>
      </p: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8806" y="4701376"/>
            <a:ext cx="4406911" cy="171661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a) FIFO (First In, First Out)</a:t>
            </a:r>
          </a:p>
          <a:p>
            <a:r>
              <a:rPr lang="en-US" dirty="0"/>
              <a:t>b) LIFO (Last In, First Out)</a:t>
            </a:r>
          </a:p>
          <a:p>
            <a:r>
              <a:rPr lang="en-US" dirty="0"/>
              <a:t>c) Linear Search</a:t>
            </a:r>
          </a:p>
          <a:p>
            <a:r>
              <a:rPr lang="en-US" dirty="0"/>
              <a:t>d) </a:t>
            </a:r>
            <a:r>
              <a:rPr lang="en-US" sz="1600" dirty="0"/>
              <a:t>Binary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154" y="1542368"/>
            <a:ext cx="108093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/>
              <a:t> Implement an algorithm to check for balanced symbols.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2.C</a:t>
            </a:r>
            <a:r>
              <a:rPr lang="en-US" sz="2400" dirty="0"/>
              <a:t>heck  whether the expression is balanced or not (a + b) * {c - [d / e]}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400" dirty="0"/>
              <a:t> Check the balance of symbols in the following complex expression: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    {a + [b * (c - d) / (e + f)] - (g * h)}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508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Reference Books: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A.v.Aho,J.E.Hopcroft,and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J.D.Ullman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,”Data structures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Algorithms”,Pearson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Education 1e.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“Fundamentals of Data Structures in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C”,Horowitz,Sahni,Anderson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Freed 2e-2007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3.R.F.Gilberg,B.A.Forouzan,”Data Structures” 2e Thomson India Edition-2007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https://nptel.ac.in/courses/106102064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https://www.edx.org/course/algorithms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-and -data-structures-1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 https://www.coursera.org/learn/data-structures?action=enroll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899</TotalTime>
  <Words>899</Words>
  <Application>Microsoft Office PowerPoint</Application>
  <PresentationFormat>Widescreen</PresentationFormat>
  <Paragraphs>142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BioRhyme ExtraBold</vt:lpstr>
      <vt:lpstr>Calibri</vt:lpstr>
      <vt:lpstr>Poppins</vt:lpstr>
      <vt:lpstr>Times New Roman</vt:lpstr>
      <vt:lpstr>1_Office Theme</vt:lpstr>
      <vt:lpstr>Packager Shell Object</vt:lpstr>
      <vt:lpstr>PowerPoint Presentation</vt:lpstr>
      <vt:lpstr>PowerPoint Presentation</vt:lpstr>
      <vt:lpstr>PowerPoint Presentation</vt:lpstr>
      <vt:lpstr>PowerPoint Presentation</vt:lpstr>
      <vt:lpstr>                     Stack-Based Approach </vt:lpstr>
      <vt:lpstr>PowerPoint Presentation</vt:lpstr>
      <vt:lpstr>Example: Input:”({[]})”</vt:lpstr>
      <vt:lpstr>Examples:</vt:lpstr>
      <vt:lpstr>                         Importance </vt:lpstr>
      <vt:lpstr>                    Time complexity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 Kumuda</cp:lastModifiedBy>
  <cp:revision>146</cp:revision>
  <dcterms:created xsi:type="dcterms:W3CDTF">2020-02-08T09:57:44Z</dcterms:created>
  <dcterms:modified xsi:type="dcterms:W3CDTF">2024-12-13T11:35:39Z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