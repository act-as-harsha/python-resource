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71" r:id="rId5"/>
    <p:sldId id="300" r:id="rId6"/>
    <p:sldId id="900" r:id="rId7"/>
    <p:sldId id="910" r:id="rId8"/>
    <p:sldId id="911" r:id="rId9"/>
    <p:sldId id="905" r:id="rId10"/>
    <p:sldId id="288" r:id="rId11"/>
    <p:sldId id="912" r:id="rId12"/>
    <p:sldId id="287" r:id="rId13"/>
    <p:sldId id="301" r:id="rId14"/>
    <p:sldId id="302" r:id="rId15"/>
    <p:sldId id="320" r:id="rId16"/>
    <p:sldId id="91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293B"/>
    <a:srgbClr val="FF9900"/>
    <a:srgbClr val="E84845"/>
    <a:srgbClr val="FAD2D2"/>
    <a:srgbClr val="F89E4C"/>
    <a:srgbClr val="A81E24"/>
    <a:srgbClr val="FFF2CC"/>
    <a:srgbClr val="CF2F33"/>
    <a:srgbClr val="BA2532"/>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59" d="100"/>
          <a:sy n="59" d="100"/>
        </p:scale>
        <p:origin x="940" y="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041d050716007d72e933769838f51bced52d97ace154e39de1e0ee92a489812d::" providerId="AD" clId="Web-{930783FE-A35D-96DC-D56C-166712C951E4}"/>
    <pc:docChg chg="modSld">
      <pc:chgData name="Guest User" userId="S::urn:spo:anon#041d050716007d72e933769838f51bced52d97ace154e39de1e0ee92a489812d::" providerId="AD" clId="Web-{930783FE-A35D-96DC-D56C-166712C951E4}" dt="2023-12-29T04:16:04.630" v="0" actId="20577"/>
      <pc:docMkLst>
        <pc:docMk/>
      </pc:docMkLst>
      <pc:sldChg chg="modSp">
        <pc:chgData name="Guest User" userId="S::urn:spo:anon#041d050716007d72e933769838f51bced52d97ace154e39de1e0ee92a489812d::" providerId="AD" clId="Web-{930783FE-A35D-96DC-D56C-166712C951E4}" dt="2023-12-29T04:16:04.630" v="0" actId="20577"/>
        <pc:sldMkLst>
          <pc:docMk/>
          <pc:sldMk cId="2602073769" sldId="303"/>
        </pc:sldMkLst>
        <pc:spChg chg="mod">
          <ac:chgData name="Guest User" userId="S::urn:spo:anon#041d050716007d72e933769838f51bced52d97ace154e39de1e0ee92a489812d::" providerId="AD" clId="Web-{930783FE-A35D-96DC-D56C-166712C951E4}" dt="2023-12-29T04:16:04.630" v="0" actId="20577"/>
          <ac:spMkLst>
            <pc:docMk/>
            <pc:sldMk cId="2602073769" sldId="303"/>
            <ac:spMk id="9" creationId="{00000000-0000-0000-0000-000000000000}"/>
          </ac:spMkLst>
        </pc:spChg>
      </pc:sldChg>
    </pc:docChg>
  </pc:docChgLst>
  <pc:docChgLst>
    <pc:chgData name="M ANUSHA" userId="S::anushaaa9@kluniversity.in::31576902-587f-4416-b184-62b5dd11a3e8" providerId="AD" clId="Web-{C3A2CD14-C7BA-325D-57A0-E030EE2F443B}"/>
    <pc:docChg chg="modSld">
      <pc:chgData name="M ANUSHA" userId="S::anushaaa9@kluniversity.in::31576902-587f-4416-b184-62b5dd11a3e8" providerId="AD" clId="Web-{C3A2CD14-C7BA-325D-57A0-E030EE2F443B}" dt="2023-12-28T07:18:49.984" v="8" actId="14100"/>
      <pc:docMkLst>
        <pc:docMk/>
      </pc:docMkLst>
      <pc:sldChg chg="modSp">
        <pc:chgData name="M ANUSHA" userId="S::anushaaa9@kluniversity.in::31576902-587f-4416-b184-62b5dd11a3e8" providerId="AD" clId="Web-{C3A2CD14-C7BA-325D-57A0-E030EE2F443B}" dt="2023-12-28T07:18:34.796" v="6" actId="20577"/>
        <pc:sldMkLst>
          <pc:docMk/>
          <pc:sldMk cId="0" sldId="271"/>
        </pc:sldMkLst>
        <pc:spChg chg="mod">
          <ac:chgData name="M ANUSHA" userId="S::anushaaa9@kluniversity.in::31576902-587f-4416-b184-62b5dd11a3e8" providerId="AD" clId="Web-{C3A2CD14-C7BA-325D-57A0-E030EE2F443B}" dt="2023-12-28T07:18:34.796" v="6" actId="20577"/>
          <ac:spMkLst>
            <pc:docMk/>
            <pc:sldMk cId="0" sldId="271"/>
            <ac:spMk id="8" creationId="{7153E61F-4441-DBE3-3DFF-6E9EF6C48D23}"/>
          </ac:spMkLst>
        </pc:spChg>
        <pc:spChg chg="mod">
          <ac:chgData name="M ANUSHA" userId="S::anushaaa9@kluniversity.in::31576902-587f-4416-b184-62b5dd11a3e8" providerId="AD" clId="Web-{C3A2CD14-C7BA-325D-57A0-E030EE2F443B}" dt="2023-12-28T07:18:29.296" v="4" actId="20577"/>
          <ac:spMkLst>
            <pc:docMk/>
            <pc:sldMk cId="0" sldId="271"/>
            <ac:spMk id="476" creationId="{00000000-0000-0000-0000-000000000000}"/>
          </ac:spMkLst>
        </pc:spChg>
      </pc:sldChg>
      <pc:sldChg chg="modSp">
        <pc:chgData name="M ANUSHA" userId="S::anushaaa9@kluniversity.in::31576902-587f-4416-b184-62b5dd11a3e8" providerId="AD" clId="Web-{C3A2CD14-C7BA-325D-57A0-E030EE2F443B}" dt="2023-12-28T07:18:49.984" v="8" actId="14100"/>
        <pc:sldMkLst>
          <pc:docMk/>
          <pc:sldMk cId="1388607984" sldId="300"/>
        </pc:sldMkLst>
        <pc:spChg chg="mod">
          <ac:chgData name="M ANUSHA" userId="S::anushaaa9@kluniversity.in::31576902-587f-4416-b184-62b5dd11a3e8" providerId="AD" clId="Web-{C3A2CD14-C7BA-325D-57A0-E030EE2F443B}" dt="2023-12-28T07:18:49.984" v="8" actId="14100"/>
          <ac:spMkLst>
            <pc:docMk/>
            <pc:sldMk cId="1388607984" sldId="300"/>
            <ac:spMk id="37" creationId="{B0BB8E68-8B73-12DE-615E-1091F19A9A9A}"/>
          </ac:spMkLst>
        </pc:spChg>
      </pc:sldChg>
    </pc:docChg>
  </pc:docChgLst>
  <pc:docChgLst>
    <pc:chgData name="M ANUSHA" userId="S::anushaaa9@kluniversity.in::31576902-587f-4416-b184-62b5dd11a3e8" providerId="AD" clId="Web-{520B0F0D-1A6C-9B47-10BE-16A2E1365BDD}"/>
    <pc:docChg chg="modSld sldOrd">
      <pc:chgData name="M ANUSHA" userId="S::anushaaa9@kluniversity.in::31576902-587f-4416-b184-62b5dd11a3e8" providerId="AD" clId="Web-{520B0F0D-1A6C-9B47-10BE-16A2E1365BDD}" dt="2023-12-30T09:45:45.097" v="146" actId="20577"/>
      <pc:docMkLst>
        <pc:docMk/>
      </pc:docMkLst>
      <pc:sldChg chg="modSp">
        <pc:chgData name="M ANUSHA" userId="S::anushaaa9@kluniversity.in::31576902-587f-4416-b184-62b5dd11a3e8" providerId="AD" clId="Web-{520B0F0D-1A6C-9B47-10BE-16A2E1365BDD}" dt="2023-12-30T09:37:54.834" v="2" actId="14100"/>
        <pc:sldMkLst>
          <pc:docMk/>
          <pc:sldMk cId="1388607984" sldId="300"/>
        </pc:sldMkLst>
        <pc:spChg chg="mod">
          <ac:chgData name="M ANUSHA" userId="S::anushaaa9@kluniversity.in::31576902-587f-4416-b184-62b5dd11a3e8" providerId="AD" clId="Web-{520B0F0D-1A6C-9B47-10BE-16A2E1365BDD}" dt="2023-12-30T09:37:54.834" v="2" actId="14100"/>
          <ac:spMkLst>
            <pc:docMk/>
            <pc:sldMk cId="1388607984" sldId="300"/>
            <ac:spMk id="37" creationId="{B0BB8E68-8B73-12DE-615E-1091F19A9A9A}"/>
          </ac:spMkLst>
        </pc:spChg>
      </pc:sldChg>
      <pc:sldChg chg="modSp ord">
        <pc:chgData name="M ANUSHA" userId="S::anushaaa9@kluniversity.in::31576902-587f-4416-b184-62b5dd11a3e8" providerId="AD" clId="Web-{520B0F0D-1A6C-9B47-10BE-16A2E1365BDD}" dt="2023-12-30T09:41:33.231" v="62"/>
        <pc:sldMkLst>
          <pc:docMk/>
          <pc:sldMk cId="4213076931" sldId="900"/>
        </pc:sldMkLst>
        <pc:spChg chg="mod">
          <ac:chgData name="M ANUSHA" userId="S::anushaaa9@kluniversity.in::31576902-587f-4416-b184-62b5dd11a3e8" providerId="AD" clId="Web-{520B0F0D-1A6C-9B47-10BE-16A2E1365BDD}" dt="2023-12-30T09:38:32.460" v="11" actId="20577"/>
          <ac:spMkLst>
            <pc:docMk/>
            <pc:sldMk cId="4213076931" sldId="900"/>
            <ac:spMk id="3" creationId="{C7E22A46-8CC7-954D-3308-3C85D12E1040}"/>
          </ac:spMkLst>
        </pc:spChg>
        <pc:spChg chg="mod">
          <ac:chgData name="M ANUSHA" userId="S::anushaaa9@kluniversity.in::31576902-587f-4416-b184-62b5dd11a3e8" providerId="AD" clId="Web-{520B0F0D-1A6C-9B47-10BE-16A2E1365BDD}" dt="2023-12-30T09:41:06.089" v="57" actId="20577"/>
          <ac:spMkLst>
            <pc:docMk/>
            <pc:sldMk cId="4213076931" sldId="900"/>
            <ac:spMk id="4" creationId="{FF62E82C-F1B1-4837-9CA1-88F8C9571DBD}"/>
          </ac:spMkLst>
        </pc:spChg>
        <pc:picChg chg="mod">
          <ac:chgData name="M ANUSHA" userId="S::anushaaa9@kluniversity.in::31576902-587f-4416-b184-62b5dd11a3e8" providerId="AD" clId="Web-{520B0F0D-1A6C-9B47-10BE-16A2E1365BDD}" dt="2023-12-30T09:39:39.665" v="33" actId="1076"/>
          <ac:picMkLst>
            <pc:docMk/>
            <pc:sldMk cId="4213076931" sldId="900"/>
            <ac:picMk id="6" creationId="{00000000-0000-0000-0000-000000000000}"/>
          </ac:picMkLst>
        </pc:picChg>
      </pc:sldChg>
      <pc:sldChg chg="addSp delSp modSp mod ord modClrScheme chgLayout">
        <pc:chgData name="M ANUSHA" userId="S::anushaaa9@kluniversity.in::31576902-587f-4416-b184-62b5dd11a3e8" providerId="AD" clId="Web-{520B0F0D-1A6C-9B47-10BE-16A2E1365BDD}" dt="2023-12-30T09:45:45.097" v="146" actId="20577"/>
        <pc:sldMkLst>
          <pc:docMk/>
          <pc:sldMk cId="4214416585" sldId="905"/>
        </pc:sldMkLst>
        <pc:spChg chg="mod">
          <ac:chgData name="M ANUSHA" userId="S::anushaaa9@kluniversity.in::31576902-587f-4416-b184-62b5dd11a3e8" providerId="AD" clId="Web-{520B0F0D-1A6C-9B47-10BE-16A2E1365BDD}" dt="2023-12-30T09:41:57.091" v="84" actId="20577"/>
          <ac:spMkLst>
            <pc:docMk/>
            <pc:sldMk cId="4214416585" sldId="905"/>
            <ac:spMk id="3" creationId="{C7E22A46-8CC7-954D-3308-3C85D12E1040}"/>
          </ac:spMkLst>
        </pc:spChg>
        <pc:spChg chg="add del mod">
          <ac:chgData name="M ANUSHA" userId="S::anushaaa9@kluniversity.in::31576902-587f-4416-b184-62b5dd11a3e8" providerId="AD" clId="Web-{520B0F0D-1A6C-9B47-10BE-16A2E1365BDD}" dt="2023-12-30T09:43:39.906" v="115"/>
          <ac:spMkLst>
            <pc:docMk/>
            <pc:sldMk cId="4214416585" sldId="905"/>
            <ac:spMk id="4" creationId="{FF62E82C-F1B1-4837-9CA1-88F8C9571DBD}"/>
          </ac:spMkLst>
        </pc:spChg>
        <pc:spChg chg="add del mod ord">
          <ac:chgData name="M ANUSHA" userId="S::anushaaa9@kluniversity.in::31576902-587f-4416-b184-62b5dd11a3e8" providerId="AD" clId="Web-{520B0F0D-1A6C-9B47-10BE-16A2E1365BDD}" dt="2023-12-30T09:42:58.936" v="98"/>
          <ac:spMkLst>
            <pc:docMk/>
            <pc:sldMk cId="4214416585" sldId="905"/>
            <ac:spMk id="5" creationId="{A03E2686-1D8E-68A3-E12E-E9F577687B34}"/>
          </ac:spMkLst>
        </pc:spChg>
        <pc:spChg chg="add mod ord">
          <ac:chgData name="M ANUSHA" userId="S::anushaaa9@kluniversity.in::31576902-587f-4416-b184-62b5dd11a3e8" providerId="AD" clId="Web-{520B0F0D-1A6C-9B47-10BE-16A2E1365BDD}" dt="2023-12-30T09:45:45.097" v="146" actId="20577"/>
          <ac:spMkLst>
            <pc:docMk/>
            <pc:sldMk cId="4214416585" sldId="905"/>
            <ac:spMk id="6" creationId="{0EB1BE13-CA08-B501-44E4-DA009F4E6F86}"/>
          </ac:spMkLst>
        </pc:spChg>
        <pc:spChg chg="add mod ord">
          <ac:chgData name="M ANUSHA" userId="S::anushaaa9@kluniversity.in::31576902-587f-4416-b184-62b5dd11a3e8" providerId="AD" clId="Web-{520B0F0D-1A6C-9B47-10BE-16A2E1365BDD}" dt="2023-12-30T09:45:42.707" v="145" actId="20577"/>
          <ac:spMkLst>
            <pc:docMk/>
            <pc:sldMk cId="4214416585" sldId="905"/>
            <ac:spMk id="7" creationId="{645137A5-1BEC-0AD3-CD48-E501851971FD}"/>
          </ac:spMkLst>
        </pc:spChg>
      </pc:sldChg>
      <pc:sldChg chg="modSp ord">
        <pc:chgData name="M ANUSHA" userId="S::anushaaa9@kluniversity.in::31576902-587f-4416-b184-62b5dd11a3e8" providerId="AD" clId="Web-{520B0F0D-1A6C-9B47-10BE-16A2E1365BDD}" dt="2023-12-30T09:41:36.543" v="63"/>
        <pc:sldMkLst>
          <pc:docMk/>
          <pc:sldMk cId="3549559963" sldId="910"/>
        </pc:sldMkLst>
        <pc:spChg chg="mod">
          <ac:chgData name="M ANUSHA" userId="S::anushaaa9@kluniversity.in::31576902-587f-4416-b184-62b5dd11a3e8" providerId="AD" clId="Web-{520B0F0D-1A6C-9B47-10BE-16A2E1365BDD}" dt="2023-12-30T09:38:46.851" v="13" actId="20577"/>
          <ac:spMkLst>
            <pc:docMk/>
            <pc:sldMk cId="3549559963" sldId="910"/>
            <ac:spMk id="3" creationId="{C7E22A46-8CC7-954D-3308-3C85D12E1040}"/>
          </ac:spMkLst>
        </pc:spChg>
        <pc:spChg chg="mod">
          <ac:chgData name="M ANUSHA" userId="S::anushaaa9@kluniversity.in::31576902-587f-4416-b184-62b5dd11a3e8" providerId="AD" clId="Web-{520B0F0D-1A6C-9B47-10BE-16A2E1365BDD}" dt="2023-12-30T09:40:55.980" v="55" actId="20577"/>
          <ac:spMkLst>
            <pc:docMk/>
            <pc:sldMk cId="3549559963" sldId="910"/>
            <ac:spMk id="4" creationId="{FF62E82C-F1B1-4837-9CA1-88F8C9571DBD}"/>
          </ac:spMkLst>
        </pc:spChg>
        <pc:picChg chg="mod">
          <ac:chgData name="M ANUSHA" userId="S::anushaaa9@kluniversity.in::31576902-587f-4416-b184-62b5dd11a3e8" providerId="AD" clId="Web-{520B0F0D-1A6C-9B47-10BE-16A2E1365BDD}" dt="2023-12-30T09:40:01.994" v="41" actId="1076"/>
          <ac:picMkLst>
            <pc:docMk/>
            <pc:sldMk cId="3549559963" sldId="910"/>
            <ac:picMk id="7" creationId="{5688BF36-D7DE-ABCD-ED15-85F5038B8C75}"/>
          </ac:picMkLst>
        </pc:picChg>
      </pc:sldChg>
      <pc:sldChg chg="modSp">
        <pc:chgData name="M ANUSHA" userId="S::anushaaa9@kluniversity.in::31576902-587f-4416-b184-62b5dd11a3e8" providerId="AD" clId="Web-{520B0F0D-1A6C-9B47-10BE-16A2E1365BDD}" dt="2023-12-30T09:40:42.948" v="52" actId="20577"/>
        <pc:sldMkLst>
          <pc:docMk/>
          <pc:sldMk cId="1100860747" sldId="911"/>
        </pc:sldMkLst>
        <pc:spChg chg="mod">
          <ac:chgData name="M ANUSHA" userId="S::anushaaa9@kluniversity.in::31576902-587f-4416-b184-62b5dd11a3e8" providerId="AD" clId="Web-{520B0F0D-1A6C-9B47-10BE-16A2E1365BDD}" dt="2023-12-30T09:38:50.711" v="14" actId="20577"/>
          <ac:spMkLst>
            <pc:docMk/>
            <pc:sldMk cId="1100860747" sldId="911"/>
            <ac:spMk id="3" creationId="{C7E22A46-8CC7-954D-3308-3C85D12E1040}"/>
          </ac:spMkLst>
        </pc:spChg>
        <pc:spChg chg="mod">
          <ac:chgData name="M ANUSHA" userId="S::anushaaa9@kluniversity.in::31576902-587f-4416-b184-62b5dd11a3e8" providerId="AD" clId="Web-{520B0F0D-1A6C-9B47-10BE-16A2E1365BDD}" dt="2023-12-30T09:40:42.948" v="52" actId="20577"/>
          <ac:spMkLst>
            <pc:docMk/>
            <pc:sldMk cId="1100860747" sldId="911"/>
            <ac:spMk id="4" creationId="{FF62E82C-F1B1-4837-9CA1-88F8C9571DBD}"/>
          </ac:spMkLst>
        </pc:spChg>
        <pc:picChg chg="mod">
          <ac:chgData name="M ANUSHA" userId="S::anushaaa9@kluniversity.in::31576902-587f-4416-b184-62b5dd11a3e8" providerId="AD" clId="Web-{520B0F0D-1A6C-9B47-10BE-16A2E1365BDD}" dt="2023-12-30T09:40:13.229" v="44" actId="1076"/>
          <ac:picMkLst>
            <pc:docMk/>
            <pc:sldMk cId="1100860747" sldId="911"/>
            <ac:picMk id="5" creationId="{4C04A7F4-14DD-F5E8-307F-5AF777354515}"/>
          </ac:picMkLst>
        </pc:picChg>
      </pc:sldChg>
      <pc:sldChg chg="modSp">
        <pc:chgData name="M ANUSHA" userId="S::anushaaa9@kluniversity.in::31576902-587f-4416-b184-62b5dd11a3e8" providerId="AD" clId="Web-{520B0F0D-1A6C-9B47-10BE-16A2E1365BDD}" dt="2023-12-30T09:44:14.970" v="123" actId="20577"/>
        <pc:sldMkLst>
          <pc:docMk/>
          <pc:sldMk cId="4068746567" sldId="913"/>
        </pc:sldMkLst>
        <pc:spChg chg="mod">
          <ac:chgData name="M ANUSHA" userId="S::anushaaa9@kluniversity.in::31576902-587f-4416-b184-62b5dd11a3e8" providerId="AD" clId="Web-{520B0F0D-1A6C-9B47-10BE-16A2E1365BDD}" dt="2023-12-30T09:44:14.970" v="123" actId="20577"/>
          <ac:spMkLst>
            <pc:docMk/>
            <pc:sldMk cId="4068746567" sldId="913"/>
            <ac:spMk id="4" creationId="{7C46ED71-5A4A-DEFE-7C9E-D0257D031B9A}"/>
          </ac:spMkLst>
        </pc:spChg>
      </pc:sldChg>
    </pc:docChg>
  </pc:docChgLst>
  <pc:docChgLst>
    <pc:chgData name="Ravi Pallapati" userId="405e64382e001c53" providerId="LiveId" clId="{D40106FE-D1C6-4CD1-8590-E71787B8BB2F}"/>
    <pc:docChg chg="delSld">
      <pc:chgData name="Ravi Pallapati" userId="405e64382e001c53" providerId="LiveId" clId="{D40106FE-D1C6-4CD1-8590-E71787B8BB2F}" dt="2024-12-16T06:34:05.507" v="0" actId="2696"/>
      <pc:docMkLst>
        <pc:docMk/>
      </pc:docMkLst>
      <pc:sldChg chg="del">
        <pc:chgData name="Ravi Pallapati" userId="405e64382e001c53" providerId="LiveId" clId="{D40106FE-D1C6-4CD1-8590-E71787B8BB2F}" dt="2024-12-16T06:34:05.507" v="0" actId="2696"/>
        <pc:sldMkLst>
          <pc:docMk/>
          <pc:sldMk cId="4068746567" sldId="913"/>
        </pc:sldMkLst>
      </pc:sldChg>
    </pc:docChg>
  </pc:docChgLst>
  <pc:docChgLst>
    <pc:chgData name="Guest User" userId="S::urn:spo:anon#411632ee61b390f71f02c0b7dbc2c10bb9a31eb7840616ddf58db2114bf3e412::" providerId="AD" clId="Web-{37DEB2BD-9F11-68C7-1E5D-A28653844665}"/>
    <pc:docChg chg="addSld modSld">
      <pc:chgData name="Guest User" userId="S::urn:spo:anon#411632ee61b390f71f02c0b7dbc2c10bb9a31eb7840616ddf58db2114bf3e412::" providerId="AD" clId="Web-{37DEB2BD-9F11-68C7-1E5D-A28653844665}" dt="2023-12-28T10:15:56.141" v="274" actId="20577"/>
      <pc:docMkLst>
        <pc:docMk/>
      </pc:docMkLst>
      <pc:sldChg chg="delSp modSp">
        <pc:chgData name="Guest User" userId="S::urn:spo:anon#411632ee61b390f71f02c0b7dbc2c10bb9a31eb7840616ddf58db2114bf3e412::" providerId="AD" clId="Web-{37DEB2BD-9F11-68C7-1E5D-A28653844665}" dt="2023-12-28T10:15:21.375" v="271" actId="20577"/>
        <pc:sldMkLst>
          <pc:docMk/>
          <pc:sldMk cId="680355262" sldId="288"/>
        </pc:sldMkLst>
        <pc:spChg chg="mod">
          <ac:chgData name="Guest User" userId="S::urn:spo:anon#411632ee61b390f71f02c0b7dbc2c10bb9a31eb7840616ddf58db2114bf3e412::" providerId="AD" clId="Web-{37DEB2BD-9F11-68C7-1E5D-A28653844665}" dt="2023-12-28T10:15:21.375" v="271" actId="20577"/>
          <ac:spMkLst>
            <pc:docMk/>
            <pc:sldMk cId="680355262" sldId="288"/>
            <ac:spMk id="4" creationId="{39DC903D-9003-4F3D-87E9-EE7D5BEB5D03}"/>
          </ac:spMkLst>
        </pc:spChg>
        <pc:spChg chg="del">
          <ac:chgData name="Guest User" userId="S::urn:spo:anon#411632ee61b390f71f02c0b7dbc2c10bb9a31eb7840616ddf58db2114bf3e412::" providerId="AD" clId="Web-{37DEB2BD-9F11-68C7-1E5D-A28653844665}" dt="2023-12-28T10:15:15.625" v="267"/>
          <ac:spMkLst>
            <pc:docMk/>
            <pc:sldMk cId="680355262" sldId="288"/>
            <ac:spMk id="26" creationId="{00000000-0000-0000-0000-000000000000}"/>
          </ac:spMkLst>
        </pc:spChg>
      </pc:sldChg>
      <pc:sldChg chg="modSp">
        <pc:chgData name="Guest User" userId="S::urn:spo:anon#411632ee61b390f71f02c0b7dbc2c10bb9a31eb7840616ddf58db2114bf3e412::" providerId="AD" clId="Web-{37DEB2BD-9F11-68C7-1E5D-A28653844665}" dt="2023-12-28T10:12:57.981" v="241" actId="20577"/>
        <pc:sldMkLst>
          <pc:docMk/>
          <pc:sldMk cId="2602073769" sldId="302"/>
        </pc:sldMkLst>
        <pc:spChg chg="mod">
          <ac:chgData name="Guest User" userId="S::urn:spo:anon#411632ee61b390f71f02c0b7dbc2c10bb9a31eb7840616ddf58db2114bf3e412::" providerId="AD" clId="Web-{37DEB2BD-9F11-68C7-1E5D-A28653844665}" dt="2023-12-28T10:12:57.981" v="241" actId="20577"/>
          <ac:spMkLst>
            <pc:docMk/>
            <pc:sldMk cId="2602073769" sldId="302"/>
            <ac:spMk id="9" creationId="{00000000-0000-0000-0000-000000000000}"/>
          </ac:spMkLst>
        </pc:spChg>
      </pc:sldChg>
      <pc:sldChg chg="modSp">
        <pc:chgData name="Guest User" userId="S::urn:spo:anon#411632ee61b390f71f02c0b7dbc2c10bb9a31eb7840616ddf58db2114bf3e412::" providerId="AD" clId="Web-{37DEB2BD-9F11-68C7-1E5D-A28653844665}" dt="2023-12-28T10:13:52.561" v="246" actId="20577"/>
        <pc:sldMkLst>
          <pc:docMk/>
          <pc:sldMk cId="2602073769" sldId="303"/>
        </pc:sldMkLst>
        <pc:spChg chg="mod">
          <ac:chgData name="Guest User" userId="S::urn:spo:anon#411632ee61b390f71f02c0b7dbc2c10bb9a31eb7840616ddf58db2114bf3e412::" providerId="AD" clId="Web-{37DEB2BD-9F11-68C7-1E5D-A28653844665}" dt="2023-12-28T10:13:52.561" v="246" actId="20577"/>
          <ac:spMkLst>
            <pc:docMk/>
            <pc:sldMk cId="2602073769" sldId="303"/>
            <ac:spMk id="9" creationId="{00000000-0000-0000-0000-000000000000}"/>
          </ac:spMkLst>
        </pc:spChg>
      </pc:sldChg>
      <pc:sldChg chg="modSp">
        <pc:chgData name="Guest User" userId="S::urn:spo:anon#411632ee61b390f71f02c0b7dbc2c10bb9a31eb7840616ddf58db2114bf3e412::" providerId="AD" clId="Web-{37DEB2BD-9F11-68C7-1E5D-A28653844665}" dt="2023-12-28T10:15:56.141" v="274" actId="20577"/>
        <pc:sldMkLst>
          <pc:docMk/>
          <pc:sldMk cId="4213076931" sldId="900"/>
        </pc:sldMkLst>
        <pc:spChg chg="mod">
          <ac:chgData name="Guest User" userId="S::urn:spo:anon#411632ee61b390f71f02c0b7dbc2c10bb9a31eb7840616ddf58db2114bf3e412::" providerId="AD" clId="Web-{37DEB2BD-9F11-68C7-1E5D-A28653844665}" dt="2023-12-28T10:15:56.141" v="274" actId="20577"/>
          <ac:spMkLst>
            <pc:docMk/>
            <pc:sldMk cId="4213076931" sldId="900"/>
            <ac:spMk id="3" creationId="{C7E22A46-8CC7-954D-3308-3C85D12E1040}"/>
          </ac:spMkLst>
        </pc:spChg>
      </pc:sldChg>
      <pc:sldChg chg="addSp delSp modSp">
        <pc:chgData name="Guest User" userId="S::urn:spo:anon#411632ee61b390f71f02c0b7dbc2c10bb9a31eb7840616ddf58db2114bf3e412::" providerId="AD" clId="Web-{37DEB2BD-9F11-68C7-1E5D-A28653844665}" dt="2023-12-28T10:14:48.156" v="261" actId="20577"/>
        <pc:sldMkLst>
          <pc:docMk/>
          <pc:sldMk cId="4214416585" sldId="905"/>
        </pc:sldMkLst>
        <pc:spChg chg="mod">
          <ac:chgData name="Guest User" userId="S::urn:spo:anon#411632ee61b390f71f02c0b7dbc2c10bb9a31eb7840616ddf58db2114bf3e412::" providerId="AD" clId="Web-{37DEB2BD-9F11-68C7-1E5D-A28653844665}" dt="2023-12-28T10:14:48.156" v="261" actId="20577"/>
          <ac:spMkLst>
            <pc:docMk/>
            <pc:sldMk cId="4214416585" sldId="905"/>
            <ac:spMk id="3" creationId="{C7E22A46-8CC7-954D-3308-3C85D12E1040}"/>
          </ac:spMkLst>
        </pc:spChg>
        <pc:spChg chg="mod">
          <ac:chgData name="Guest User" userId="S::urn:spo:anon#411632ee61b390f71f02c0b7dbc2c10bb9a31eb7840616ddf58db2114bf3e412::" providerId="AD" clId="Web-{37DEB2BD-9F11-68C7-1E5D-A28653844665}" dt="2023-12-28T10:10:25.103" v="149" actId="20577"/>
          <ac:spMkLst>
            <pc:docMk/>
            <pc:sldMk cId="4214416585" sldId="905"/>
            <ac:spMk id="4" creationId="{FF62E82C-F1B1-4837-9CA1-88F8C9571DBD}"/>
          </ac:spMkLst>
        </pc:spChg>
        <pc:spChg chg="del">
          <ac:chgData name="Guest User" userId="S::urn:spo:anon#411632ee61b390f71f02c0b7dbc2c10bb9a31eb7840616ddf58db2114bf3e412::" providerId="AD" clId="Web-{37DEB2BD-9F11-68C7-1E5D-A28653844665}" dt="2023-12-28T09:52:52.032" v="48"/>
          <ac:spMkLst>
            <pc:docMk/>
            <pc:sldMk cId="4214416585" sldId="905"/>
            <ac:spMk id="5" creationId="{D502CC38-9E8E-4F3E-97F8-CE08BF2DDB15}"/>
          </ac:spMkLst>
        </pc:spChg>
        <pc:picChg chg="add del mod">
          <ac:chgData name="Guest User" userId="S::urn:spo:anon#411632ee61b390f71f02c0b7dbc2c10bb9a31eb7840616ddf58db2114bf3e412::" providerId="AD" clId="Web-{37DEB2BD-9F11-68C7-1E5D-A28653844665}" dt="2023-12-28T09:55:21.426" v="50"/>
          <ac:picMkLst>
            <pc:docMk/>
            <pc:sldMk cId="4214416585" sldId="905"/>
            <ac:picMk id="6" creationId="{9C88AE1D-8093-40B3-64D0-8E58E2F23EFC}"/>
          </ac:picMkLst>
        </pc:picChg>
        <pc:picChg chg="del">
          <ac:chgData name="Guest User" userId="S::urn:spo:anon#411632ee61b390f71f02c0b7dbc2c10bb9a31eb7840616ddf58db2114bf3e412::" providerId="AD" clId="Web-{37DEB2BD-9F11-68C7-1E5D-A28653844665}" dt="2023-12-28T09:52:35.079" v="44"/>
          <ac:picMkLst>
            <pc:docMk/>
            <pc:sldMk cId="4214416585" sldId="905"/>
            <ac:picMk id="7" creationId="{00000000-0000-0000-0000-000000000000}"/>
          </ac:picMkLst>
        </pc:picChg>
        <pc:picChg chg="add del mod">
          <ac:chgData name="Guest User" userId="S::urn:spo:anon#411632ee61b390f71f02c0b7dbc2c10bb9a31eb7840616ddf58db2114bf3e412::" providerId="AD" clId="Web-{37DEB2BD-9F11-68C7-1E5D-A28653844665}" dt="2023-12-28T09:57:01.975" v="55"/>
          <ac:picMkLst>
            <pc:docMk/>
            <pc:sldMk cId="4214416585" sldId="905"/>
            <ac:picMk id="8" creationId="{6FFBC0FC-7455-A0AE-E981-E2B0BA642061}"/>
          </ac:picMkLst>
        </pc:picChg>
        <pc:picChg chg="add del mod">
          <ac:chgData name="Guest User" userId="S::urn:spo:anon#411632ee61b390f71f02c0b7dbc2c10bb9a31eb7840616ddf58db2114bf3e412::" providerId="AD" clId="Web-{37DEB2BD-9F11-68C7-1E5D-A28653844665}" dt="2023-12-28T10:05:55.175" v="62"/>
          <ac:picMkLst>
            <pc:docMk/>
            <pc:sldMk cId="4214416585" sldId="905"/>
            <ac:picMk id="9" creationId="{49ED6A6E-2BD7-CB09-0071-2D09556F2680}"/>
          </ac:picMkLst>
        </pc:picChg>
      </pc:sldChg>
      <pc:sldChg chg="addSp delSp modSp">
        <pc:chgData name="Guest User" userId="S::urn:spo:anon#411632ee61b390f71f02c0b7dbc2c10bb9a31eb7840616ddf58db2114bf3e412::" providerId="AD" clId="Web-{37DEB2BD-9F11-68C7-1E5D-A28653844665}" dt="2023-12-28T10:14:17.811" v="248" actId="20577"/>
        <pc:sldMkLst>
          <pc:docMk/>
          <pc:sldMk cId="3549559963" sldId="910"/>
        </pc:sldMkLst>
        <pc:spChg chg="mod">
          <ac:chgData name="Guest User" userId="S::urn:spo:anon#411632ee61b390f71f02c0b7dbc2c10bb9a31eb7840616ddf58db2114bf3e412::" providerId="AD" clId="Web-{37DEB2BD-9F11-68C7-1E5D-A28653844665}" dt="2023-12-28T10:14:17.811" v="248" actId="20577"/>
          <ac:spMkLst>
            <pc:docMk/>
            <pc:sldMk cId="3549559963" sldId="910"/>
            <ac:spMk id="3" creationId="{C7E22A46-8CC7-954D-3308-3C85D12E1040}"/>
          </ac:spMkLst>
        </pc:spChg>
        <pc:spChg chg="mod">
          <ac:chgData name="Guest User" userId="S::urn:spo:anon#411632ee61b390f71f02c0b7dbc2c10bb9a31eb7840616ddf58db2114bf3e412::" providerId="AD" clId="Web-{37DEB2BD-9F11-68C7-1E5D-A28653844665}" dt="2023-12-28T09:47:29.806" v="30" actId="20577"/>
          <ac:spMkLst>
            <pc:docMk/>
            <pc:sldMk cId="3549559963" sldId="910"/>
            <ac:spMk id="4" creationId="{FF62E82C-F1B1-4837-9CA1-88F8C9571DBD}"/>
          </ac:spMkLst>
        </pc:spChg>
        <pc:picChg chg="add del">
          <ac:chgData name="Guest User" userId="S::urn:spo:anon#411632ee61b390f71f02c0b7dbc2c10bb9a31eb7840616ddf58db2114bf3e412::" providerId="AD" clId="Web-{37DEB2BD-9F11-68C7-1E5D-A28653844665}" dt="2023-12-28T09:46:55.806" v="20"/>
          <ac:picMkLst>
            <pc:docMk/>
            <pc:sldMk cId="3549559963" sldId="910"/>
            <ac:picMk id="5" creationId="{00000000-0000-0000-0000-000000000000}"/>
          </ac:picMkLst>
        </pc:picChg>
        <pc:picChg chg="add del mod">
          <ac:chgData name="Guest User" userId="S::urn:spo:anon#411632ee61b390f71f02c0b7dbc2c10bb9a31eb7840616ddf58db2114bf3e412::" providerId="AD" clId="Web-{37DEB2BD-9F11-68C7-1E5D-A28653844665}" dt="2023-12-28T09:47:11.853" v="27"/>
          <ac:picMkLst>
            <pc:docMk/>
            <pc:sldMk cId="3549559963" sldId="910"/>
            <ac:picMk id="6" creationId="{E5697F38-B2FB-EA51-9035-27F0009520B4}"/>
          </ac:picMkLst>
        </pc:picChg>
        <pc:picChg chg="add mod">
          <ac:chgData name="Guest User" userId="S::urn:spo:anon#411632ee61b390f71f02c0b7dbc2c10bb9a31eb7840616ddf58db2114bf3e412::" providerId="AD" clId="Web-{37DEB2BD-9F11-68C7-1E5D-A28653844665}" dt="2023-12-28T09:47:53.401" v="35" actId="14100"/>
          <ac:picMkLst>
            <pc:docMk/>
            <pc:sldMk cId="3549559963" sldId="910"/>
            <ac:picMk id="7" creationId="{5688BF36-D7DE-ABCD-ED15-85F5038B8C75}"/>
          </ac:picMkLst>
        </pc:picChg>
      </pc:sldChg>
      <pc:sldChg chg="addSp delSp modSp">
        <pc:chgData name="Guest User" userId="S::urn:spo:anon#411632ee61b390f71f02c0b7dbc2c10bb9a31eb7840616ddf58db2114bf3e412::" providerId="AD" clId="Web-{37DEB2BD-9F11-68C7-1E5D-A28653844665}" dt="2023-12-28T10:14:32.749" v="252" actId="20577"/>
        <pc:sldMkLst>
          <pc:docMk/>
          <pc:sldMk cId="1100860747" sldId="911"/>
        </pc:sldMkLst>
        <pc:spChg chg="mod">
          <ac:chgData name="Guest User" userId="S::urn:spo:anon#411632ee61b390f71f02c0b7dbc2c10bb9a31eb7840616ddf58db2114bf3e412::" providerId="AD" clId="Web-{37DEB2BD-9F11-68C7-1E5D-A28653844665}" dt="2023-12-28T10:14:32.749" v="252" actId="20577"/>
          <ac:spMkLst>
            <pc:docMk/>
            <pc:sldMk cId="1100860747" sldId="911"/>
            <ac:spMk id="3" creationId="{C7E22A46-8CC7-954D-3308-3C85D12E1040}"/>
          </ac:spMkLst>
        </pc:spChg>
        <pc:spChg chg="mod">
          <ac:chgData name="Guest User" userId="S::urn:spo:anon#411632ee61b390f71f02c0b7dbc2c10bb9a31eb7840616ddf58db2114bf3e412::" providerId="AD" clId="Web-{37DEB2BD-9F11-68C7-1E5D-A28653844665}" dt="2023-12-28T09:48:43.511" v="38" actId="20577"/>
          <ac:spMkLst>
            <pc:docMk/>
            <pc:sldMk cId="1100860747" sldId="911"/>
            <ac:spMk id="4" creationId="{FF62E82C-F1B1-4837-9CA1-88F8C9571DBD}"/>
          </ac:spMkLst>
        </pc:spChg>
        <pc:picChg chg="add mod">
          <ac:chgData name="Guest User" userId="S::urn:spo:anon#411632ee61b390f71f02c0b7dbc2c10bb9a31eb7840616ddf58db2114bf3e412::" providerId="AD" clId="Web-{37DEB2BD-9F11-68C7-1E5D-A28653844665}" dt="2023-12-28T09:49:12.105" v="43" actId="14100"/>
          <ac:picMkLst>
            <pc:docMk/>
            <pc:sldMk cId="1100860747" sldId="911"/>
            <ac:picMk id="5" creationId="{4C04A7F4-14DD-F5E8-307F-5AF777354515}"/>
          </ac:picMkLst>
        </pc:picChg>
        <pc:picChg chg="del">
          <ac:chgData name="Guest User" userId="S::urn:spo:anon#411632ee61b390f71f02c0b7dbc2c10bb9a31eb7840616ddf58db2114bf3e412::" providerId="AD" clId="Web-{37DEB2BD-9F11-68C7-1E5D-A28653844665}" dt="2023-12-28T09:48:11.120" v="36"/>
          <ac:picMkLst>
            <pc:docMk/>
            <pc:sldMk cId="1100860747" sldId="911"/>
            <ac:picMk id="6" creationId="{00000000-0000-0000-0000-000000000000}"/>
          </ac:picMkLst>
        </pc:picChg>
      </pc:sldChg>
      <pc:sldChg chg="delSp modSp">
        <pc:chgData name="Guest User" userId="S::urn:spo:anon#411632ee61b390f71f02c0b7dbc2c10bb9a31eb7840616ddf58db2114bf3e412::" providerId="AD" clId="Web-{37DEB2BD-9F11-68C7-1E5D-A28653844665}" dt="2023-12-28T10:15:33.141" v="273" actId="20577"/>
        <pc:sldMkLst>
          <pc:docMk/>
          <pc:sldMk cId="4129489023" sldId="912"/>
        </pc:sldMkLst>
        <pc:spChg chg="mod">
          <ac:chgData name="Guest User" userId="S::urn:spo:anon#411632ee61b390f71f02c0b7dbc2c10bb9a31eb7840616ddf58db2114bf3e412::" providerId="AD" clId="Web-{37DEB2BD-9F11-68C7-1E5D-A28653844665}" dt="2023-12-28T10:15:33.141" v="273" actId="20577"/>
          <ac:spMkLst>
            <pc:docMk/>
            <pc:sldMk cId="4129489023" sldId="912"/>
            <ac:spMk id="4" creationId="{39DC903D-9003-4F3D-87E9-EE7D5BEB5D03}"/>
          </ac:spMkLst>
        </pc:spChg>
        <pc:spChg chg="del">
          <ac:chgData name="Guest User" userId="S::urn:spo:anon#411632ee61b390f71f02c0b7dbc2c10bb9a31eb7840616ddf58db2114bf3e412::" providerId="AD" clId="Web-{37DEB2BD-9F11-68C7-1E5D-A28653844665}" dt="2023-12-28T10:15:28.516" v="272"/>
          <ac:spMkLst>
            <pc:docMk/>
            <pc:sldMk cId="4129489023" sldId="912"/>
            <ac:spMk id="26" creationId="{00000000-0000-0000-0000-000000000000}"/>
          </ac:spMkLst>
        </pc:spChg>
      </pc:sldChg>
      <pc:sldChg chg="modSp add replId">
        <pc:chgData name="Guest User" userId="S::urn:spo:anon#411632ee61b390f71f02c0b7dbc2c10bb9a31eb7840616ddf58db2114bf3e412::" providerId="AD" clId="Web-{37DEB2BD-9F11-68C7-1E5D-A28653844665}" dt="2023-12-28T10:15:03.265" v="266" actId="20577"/>
        <pc:sldMkLst>
          <pc:docMk/>
          <pc:sldMk cId="4068746567" sldId="913"/>
        </pc:sldMkLst>
        <pc:spChg chg="mod">
          <ac:chgData name="Guest User" userId="S::urn:spo:anon#411632ee61b390f71f02c0b7dbc2c10bb9a31eb7840616ddf58db2114bf3e412::" providerId="AD" clId="Web-{37DEB2BD-9F11-68C7-1E5D-A28653844665}" dt="2023-12-28T10:15:03.265" v="266" actId="20577"/>
          <ac:spMkLst>
            <pc:docMk/>
            <pc:sldMk cId="4068746567" sldId="913"/>
            <ac:spMk id="3" creationId="{90C75547-325E-42A0-AA11-5BC7DF34D244}"/>
          </ac:spMkLst>
        </pc:spChg>
        <pc:spChg chg="mod">
          <ac:chgData name="Guest User" userId="S::urn:spo:anon#411632ee61b390f71f02c0b7dbc2c10bb9a31eb7840616ddf58db2114bf3e412::" providerId="AD" clId="Web-{37DEB2BD-9F11-68C7-1E5D-A28653844665}" dt="2023-12-28T10:09:15.789" v="113" actId="20577"/>
          <ac:spMkLst>
            <pc:docMk/>
            <pc:sldMk cId="4068746567" sldId="913"/>
            <ac:spMk id="4" creationId="{7C46ED71-5A4A-DEFE-7C9E-D0257D031B9A}"/>
          </ac:spMkLst>
        </pc:spChg>
      </pc:sldChg>
    </pc:docChg>
  </pc:docChgLst>
  <pc:docChgLst>
    <pc:chgData name="Ravi Pallapati" userId="405e64382e001c53" providerId="LiveId" clId="{D88B5DAB-6B51-4B54-BDCC-925A2CCB2D22}"/>
    <pc:docChg chg="custSel addSld delSld modSld">
      <pc:chgData name="Ravi Pallapati" userId="405e64382e001c53" providerId="LiveId" clId="{D88B5DAB-6B51-4B54-BDCC-925A2CCB2D22}" dt="2024-12-14T06:12:54.785" v="11" actId="47"/>
      <pc:docMkLst>
        <pc:docMk/>
      </pc:docMkLst>
      <pc:sldChg chg="addSp delSp modSp mod">
        <pc:chgData name="Ravi Pallapati" userId="405e64382e001c53" providerId="LiveId" clId="{D88B5DAB-6B51-4B54-BDCC-925A2CCB2D22}" dt="2024-12-14T06:04:53.114" v="8" actId="14100"/>
        <pc:sldMkLst>
          <pc:docMk/>
          <pc:sldMk cId="0" sldId="271"/>
        </pc:sldMkLst>
        <pc:spChg chg="mod">
          <ac:chgData name="Ravi Pallapati" userId="405e64382e001c53" providerId="LiveId" clId="{D88B5DAB-6B51-4B54-BDCC-925A2CCB2D22}" dt="2024-12-14T06:04:34.504" v="4" actId="1036"/>
          <ac:spMkLst>
            <pc:docMk/>
            <pc:sldMk cId="0" sldId="271"/>
            <ac:spMk id="2" creationId="{6398423B-5803-30F8-31C4-BF716BD7197E}"/>
          </ac:spMkLst>
        </pc:spChg>
        <pc:spChg chg="add mod">
          <ac:chgData name="Ravi Pallapati" userId="405e64382e001c53" providerId="LiveId" clId="{D88B5DAB-6B51-4B54-BDCC-925A2CCB2D22}" dt="2024-12-14T06:04:53.114" v="8" actId="14100"/>
          <ac:spMkLst>
            <pc:docMk/>
            <pc:sldMk cId="0" sldId="271"/>
            <ac:spMk id="3" creationId="{7153E61F-4441-DBE3-3DFF-6E9EF6C48D23}"/>
          </ac:spMkLst>
        </pc:spChg>
        <pc:spChg chg="del">
          <ac:chgData name="Ravi Pallapati" userId="405e64382e001c53" providerId="LiveId" clId="{D88B5DAB-6B51-4B54-BDCC-925A2CCB2D22}" dt="2024-12-14T06:04:28.837" v="3" actId="21"/>
          <ac:spMkLst>
            <pc:docMk/>
            <pc:sldMk cId="0" sldId="271"/>
            <ac:spMk id="8" creationId="{7153E61F-4441-DBE3-3DFF-6E9EF6C48D23}"/>
          </ac:spMkLst>
        </pc:spChg>
        <pc:spChg chg="mod">
          <ac:chgData name="Ravi Pallapati" userId="405e64382e001c53" providerId="LiveId" clId="{D88B5DAB-6B51-4B54-BDCC-925A2CCB2D22}" dt="2024-12-14T06:04:16.717" v="2"/>
          <ac:spMkLst>
            <pc:docMk/>
            <pc:sldMk cId="0" sldId="271"/>
            <ac:spMk id="476" creationId="{00000000-0000-0000-0000-000000000000}"/>
          </ac:spMkLst>
        </pc:spChg>
      </pc:sldChg>
      <pc:sldChg chg="del">
        <pc:chgData name="Ravi Pallapati" userId="405e64382e001c53" providerId="LiveId" clId="{D88B5DAB-6B51-4B54-BDCC-925A2CCB2D22}" dt="2024-12-14T06:12:54.785" v="11" actId="47"/>
        <pc:sldMkLst>
          <pc:docMk/>
          <pc:sldMk cId="1300146341" sldId="299"/>
        </pc:sldMkLst>
      </pc:sldChg>
      <pc:sldChg chg="del">
        <pc:chgData name="Ravi Pallapati" userId="405e64382e001c53" providerId="LiveId" clId="{D88B5DAB-6B51-4B54-BDCC-925A2CCB2D22}" dt="2024-12-14T06:12:48.711" v="10" actId="47"/>
        <pc:sldMkLst>
          <pc:docMk/>
          <pc:sldMk cId="2602073769" sldId="303"/>
        </pc:sldMkLst>
      </pc:sldChg>
      <pc:sldChg chg="del">
        <pc:chgData name="Ravi Pallapati" userId="405e64382e001c53" providerId="LiveId" clId="{D88B5DAB-6B51-4B54-BDCC-925A2CCB2D22}" dt="2024-12-14T06:03:45.678" v="1" actId="47"/>
        <pc:sldMkLst>
          <pc:docMk/>
          <pc:sldMk cId="0" sldId="304"/>
        </pc:sldMkLst>
      </pc:sldChg>
      <pc:sldChg chg="add">
        <pc:chgData name="Ravi Pallapati" userId="405e64382e001c53" providerId="LiveId" clId="{D88B5DAB-6B51-4B54-BDCC-925A2CCB2D22}" dt="2024-12-14T06:12:45.885" v="9"/>
        <pc:sldMkLst>
          <pc:docMk/>
          <pc:sldMk cId="0" sldId="320"/>
        </pc:sldMkLst>
      </pc:sldChg>
      <pc:sldChg chg="add">
        <pc:chgData name="Ravi Pallapati" userId="405e64382e001c53" providerId="LiveId" clId="{D88B5DAB-6B51-4B54-BDCC-925A2CCB2D22}" dt="2024-12-14T06:03:42.715" v="0"/>
        <pc:sldMkLst>
          <pc:docMk/>
          <pc:sldMk cId="0" sldId="914"/>
        </pc:sldMkLst>
      </pc:sldChg>
    </pc:docChg>
  </pc:docChgLst>
  <pc:docChgLst>
    <pc:chgData name="Guest User" userId="S::urn:spo:anon#411632ee61b390f71f02c0b7dbc2c10bb9a31eb7840616ddf58db2114bf3e412::" providerId="AD" clId="Web-{342EC4B5-AC71-F61E-2CE5-C75D2DCDE489}"/>
    <pc:docChg chg="modSld">
      <pc:chgData name="Guest User" userId="S::urn:spo:anon#411632ee61b390f71f02c0b7dbc2c10bb9a31eb7840616ddf58db2114bf3e412::" providerId="AD" clId="Web-{342EC4B5-AC71-F61E-2CE5-C75D2DCDE489}" dt="2023-12-28T09:19:56.169" v="0" actId="14100"/>
      <pc:docMkLst>
        <pc:docMk/>
      </pc:docMkLst>
      <pc:sldChg chg="modSp">
        <pc:chgData name="Guest User" userId="S::urn:spo:anon#411632ee61b390f71f02c0b7dbc2c10bb9a31eb7840616ddf58db2114bf3e412::" providerId="AD" clId="Web-{342EC4B5-AC71-F61E-2CE5-C75D2DCDE489}" dt="2023-12-28T09:19:56.169" v="0" actId="14100"/>
        <pc:sldMkLst>
          <pc:docMk/>
          <pc:sldMk cId="3549559963" sldId="910"/>
        </pc:sldMkLst>
        <pc:picChg chg="mod">
          <ac:chgData name="Guest User" userId="S::urn:spo:anon#411632ee61b390f71f02c0b7dbc2c10bb9a31eb7840616ddf58db2114bf3e412::" providerId="AD" clId="Web-{342EC4B5-AC71-F61E-2CE5-C75D2DCDE489}" dt="2023-12-28T09:19:56.169" v="0" actId="14100"/>
          <ac:picMkLst>
            <pc:docMk/>
            <pc:sldMk cId="3549559963" sldId="910"/>
            <ac:picMk id="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w3schools.com/dsa/dsa_intro.php" TargetMode="External"/><Relationship Id="rId2" Type="http://schemas.openxmlformats.org/officeDocument/2006/relationships/hyperlink" Target="https://docs.python.org/3/tutorial/datastructures.html"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geeksforgeeks.org/python-data-structures/"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10886"/>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293169"/>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latin typeface="Times New Roman"/>
                <a:cs typeface="Times New Roman"/>
                <a:sym typeface="BioRhyme ExtraBold"/>
              </a:rPr>
              <a:t>COURSE: </a:t>
            </a:r>
            <a:r>
              <a:rPr lang="en-US" sz="3200" dirty="0">
                <a:solidFill>
                  <a:schemeClr val="accent1"/>
                </a:solidFill>
                <a:effectLst/>
                <a:ea typeface="Calibri" panose="020F0502020204030204" pitchFamily="34" charset="0"/>
                <a:cs typeface="Times New Roman" panose="02020603050405020304" pitchFamily="18" charset="0"/>
              </a:rPr>
              <a:t>Data Structures using Python</a:t>
            </a:r>
            <a:endParaRPr lang="en-US" sz="3200" b="1" cap="all" dirty="0">
              <a:solidFill>
                <a:schemeClr val="accent1"/>
              </a:solidFill>
              <a:cs typeface="Poppins" panose="00000500000000000000" pitchFamily="2" charset="0"/>
              <a:sym typeface="BioRhyme ExtraBold"/>
            </a:endParaRPr>
          </a:p>
          <a:p>
            <a:pPr marR="0" lvl="0" indent="0" algn="ctr">
              <a:spcBef>
                <a:spcPts val="0"/>
              </a:spcBef>
              <a:spcAft>
                <a:spcPts val="0"/>
              </a:spcAft>
              <a:buNone/>
            </a:pPr>
            <a:endParaRPr lang="en-US" sz="3200" b="1" cap="all" dirty="0">
              <a:ln/>
              <a:solidFill>
                <a:srgbClr val="C00000"/>
              </a:solidFill>
              <a:latin typeface="Times New Roman"/>
              <a:cs typeface="Times New Roman"/>
              <a:sym typeface="BioRhyme ExtraBold"/>
            </a:endParaRPr>
          </a:p>
          <a:p>
            <a:pPr algn="ctr"/>
            <a:r>
              <a:rPr lang="en-US" sz="3200" b="1" cap="all" dirty="0">
                <a:ln/>
                <a:solidFill>
                  <a:srgbClr val="C00000"/>
                </a:solidFill>
                <a:latin typeface="Times New Roman"/>
                <a:cs typeface="Times New Roman"/>
                <a:sym typeface="BioRhyme ExtraBold"/>
              </a:rPr>
              <a:t>COURSE CODE: </a:t>
            </a:r>
            <a:r>
              <a:rPr lang="en-US" sz="3200" b="1" dirty="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dirty="0">
                <a:solidFill>
                  <a:srgbClr val="C00000"/>
                </a:solidFill>
                <a:effectLst/>
                <a:cs typeface="Poppins" panose="00000500000000000000" pitchFamily="2" charset="0"/>
              </a:rPr>
              <a:t>BINARY SEARCH TREE</a:t>
            </a: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
        <p:nvSpPr>
          <p:cNvPr id="3" name="Google Shape;502;p17">
            <a:extLst>
              <a:ext uri="{FF2B5EF4-FFF2-40B4-BE49-F238E27FC236}">
                <a16:creationId xmlns:a16="http://schemas.microsoft.com/office/drawing/2014/main" id="{7153E61F-4441-DBE3-3DFF-6E9EF6C48D23}"/>
              </a:ext>
            </a:extLst>
          </p:cNvPr>
          <p:cNvSpPr/>
          <p:nvPr/>
        </p:nvSpPr>
        <p:spPr>
          <a:xfrm>
            <a:off x="7623168" y="5061856"/>
            <a:ext cx="2235116" cy="59797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a:sym typeface="Calibri"/>
              </a:rPr>
              <a:t>Session - 25</a:t>
            </a:r>
            <a:endParaRPr sz="2400" dirty="0">
              <a:solidFill>
                <a:schemeClr val="lt1"/>
              </a:solidFill>
              <a:ea typeface="Calibri"/>
              <a:cs typeface="Poppins" panose="00000500000000000000" pitchFamily="2" charset="0"/>
              <a:sym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85343"/>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Binary search tree</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1" dirty="0"/>
              <a:t>How to delete a node from binary search tree (BST)</a:t>
            </a:r>
            <a:endParaRPr lang="en-US" sz="1600" b="0" i="0" dirty="0">
              <a:effectLst/>
              <a:latin typeface="Arial" panose="020B0604020202020204" pitchFamily="34" charset="0"/>
            </a:endParaRPr>
          </a:p>
          <a:p>
            <a:pPr marL="342900" indent="-342900">
              <a:buAutoNum type="arabicPeriod"/>
            </a:pPr>
            <a:r>
              <a:rPr lang="en-US" sz="1600" dirty="0">
                <a:latin typeface="Arial"/>
                <a:cs typeface="Arial"/>
              </a:rPr>
              <a:t>Deletion of a node in three different cases</a:t>
            </a:r>
            <a:endParaRPr lang="en-US" sz="1600" b="0" i="0" dirty="0">
              <a:effectLst/>
              <a:latin typeface="Arial"/>
              <a:cs typeface="Arial"/>
            </a:endParaRPr>
          </a:p>
          <a:p>
            <a:pPr marL="342900" indent="-342900">
              <a:buAutoNum type="arabicPeriod"/>
            </a:pPr>
            <a:r>
              <a:rPr lang="en-US" sz="1600" dirty="0">
                <a:latin typeface="Arial"/>
                <a:cs typeface="Arial"/>
              </a:rPr>
              <a:t>Merits and Demerits of BST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954577" y="4974206"/>
            <a:ext cx="8333096" cy="230832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a:lnSpc>
                <a:spcPct val="200000"/>
              </a:lnSpc>
            </a:pPr>
            <a:r>
              <a:rPr lang="en-US" sz="1600" dirty="0">
                <a:latin typeface="Arial"/>
                <a:cs typeface="Arial"/>
              </a:rPr>
              <a:t>1. Delete a node from BST</a:t>
            </a:r>
            <a:br>
              <a:rPr lang="en-US" sz="1600" dirty="0">
                <a:latin typeface="Arial"/>
                <a:cs typeface="Arial"/>
              </a:rPr>
            </a:br>
            <a:r>
              <a:rPr lang="en-US" sz="1600" dirty="0">
                <a:latin typeface="Arial"/>
                <a:cs typeface="Arial"/>
              </a:rPr>
              <a:t>2. Merits and demerits of BST</a:t>
            </a:r>
            <a:br>
              <a:rPr lang="en-US" sz="1600" dirty="0">
                <a:latin typeface="Arial"/>
                <a:cs typeface="Arial"/>
              </a:rPr>
            </a:br>
            <a:endParaRPr lang="en-US" sz="1600" b="0" i="0" dirty="0">
              <a:effectLst/>
              <a:latin typeface="Arial"/>
              <a:cs typeface="Arial"/>
            </a:endParaRPr>
          </a:p>
          <a:p>
            <a:pPr marL="342900" indent="-342900">
              <a:buAutoNum type="arabicPeriod"/>
            </a:pP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62E82C-F1B1-4837-9CA1-88F8C9571DBD}"/>
              </a:ext>
            </a:extLst>
          </p:cNvPr>
          <p:cNvSpPr txBox="1"/>
          <p:nvPr/>
        </p:nvSpPr>
        <p:spPr>
          <a:xfrm>
            <a:off x="629529" y="833982"/>
            <a:ext cx="10015725" cy="2677656"/>
          </a:xfrm>
          <a:prstGeom prst="rect">
            <a:avLst/>
          </a:prstGeom>
          <a:noFill/>
        </p:spPr>
        <p:txBody>
          <a:bodyPr wrap="square" lIns="91440" tIns="45720" rIns="91440" bIns="45720" anchor="t">
            <a:spAutoFit/>
          </a:bodyPr>
          <a:lstStyle/>
          <a:p>
            <a:r>
              <a:rPr lang="en-US" altLang="en-US" sz="2400" b="1" dirty="0">
                <a:latin typeface="Times New Roman"/>
                <a:ea typeface="+mj-ea"/>
                <a:cs typeface="Times New Roman"/>
              </a:rPr>
              <a:t>Deleting a Node from a Binary Search Tree </a:t>
            </a:r>
            <a:br>
              <a:rPr lang="en-US" altLang="en-US" sz="2400" dirty="0">
                <a:latin typeface="Times New Roman" panose="02020603050405020304" pitchFamily="18" charset="0"/>
                <a:ea typeface="+mj-ea"/>
                <a:cs typeface="Times New Roman" panose="02020603050405020304" pitchFamily="18" charset="0"/>
              </a:rPr>
            </a:br>
            <a:r>
              <a:rPr lang="en-US" altLang="en-US" sz="2400" dirty="0">
                <a:latin typeface="Times New Roman"/>
                <a:ea typeface="+mj-ea"/>
                <a:cs typeface="Times New Roman"/>
              </a:rPr>
              <a:t>	</a:t>
            </a:r>
            <a:r>
              <a:rPr lang="en-US" altLang="en-US" sz="2400" b="1" dirty="0">
                <a:latin typeface="Times New Roman"/>
                <a:ea typeface="+mj-ea"/>
                <a:cs typeface="Times New Roman"/>
              </a:rPr>
              <a:t>	Case 1:</a:t>
            </a:r>
            <a:r>
              <a:rPr lang="en-US" altLang="en-US" sz="2400" dirty="0">
                <a:latin typeface="Times New Roman"/>
                <a:ea typeface="+mj-ea"/>
                <a:cs typeface="Times New Roman"/>
              </a:rPr>
              <a:t> Deleting a Node that has No Children </a:t>
            </a:r>
            <a:br>
              <a:rPr lang="en-US" altLang="en-US" sz="2400" dirty="0">
                <a:latin typeface="Times New Roman" panose="02020603050405020304" pitchFamily="18" charset="0"/>
                <a:ea typeface="+mj-ea"/>
                <a:cs typeface="Times New Roman" panose="02020603050405020304" pitchFamily="18" charset="0"/>
              </a:rPr>
            </a:br>
            <a:r>
              <a:rPr lang="en-US" altLang="en-US" sz="2400" dirty="0">
                <a:latin typeface="Times New Roman"/>
                <a:ea typeface="+mj-ea"/>
                <a:cs typeface="Times New Roman"/>
              </a:rPr>
              <a:t>	</a:t>
            </a:r>
            <a:r>
              <a:rPr lang="en-US" altLang="en-US" sz="2400" b="1" dirty="0">
                <a:latin typeface="Times New Roman"/>
                <a:ea typeface="+mj-ea"/>
                <a:cs typeface="Times New Roman"/>
              </a:rPr>
              <a:t>	Case 2: </a:t>
            </a:r>
            <a:r>
              <a:rPr lang="en-US" altLang="en-US" sz="2400" dirty="0">
                <a:latin typeface="Times New Roman"/>
                <a:ea typeface="+mj-ea"/>
                <a:cs typeface="Times New Roman"/>
              </a:rPr>
              <a:t>Deleting a Node with One Child </a:t>
            </a:r>
            <a:br>
              <a:rPr lang="en-US" altLang="en-US" sz="2400" dirty="0">
                <a:latin typeface="Times New Roman" panose="02020603050405020304" pitchFamily="18" charset="0"/>
                <a:ea typeface="+mj-ea"/>
                <a:cs typeface="Times New Roman" panose="02020603050405020304" pitchFamily="18" charset="0"/>
              </a:rPr>
            </a:br>
            <a:r>
              <a:rPr lang="en-US" altLang="en-US" sz="2400" dirty="0">
                <a:latin typeface="Times New Roman"/>
                <a:ea typeface="+mj-ea"/>
                <a:cs typeface="Times New Roman"/>
              </a:rPr>
              <a:t>	</a:t>
            </a:r>
            <a:r>
              <a:rPr lang="en-US" altLang="en-US" sz="2400" b="1" dirty="0">
                <a:latin typeface="Times New Roman"/>
                <a:ea typeface="+mj-ea"/>
                <a:cs typeface="Times New Roman"/>
              </a:rPr>
              <a:t>	Case 3:</a:t>
            </a:r>
            <a:r>
              <a:rPr lang="en-US" altLang="en-US" sz="2400" dirty="0">
                <a:latin typeface="Times New Roman"/>
                <a:ea typeface="+mj-ea"/>
                <a:cs typeface="Times New Roman"/>
              </a:rPr>
              <a:t> Deleting a Node with Two Children </a:t>
            </a:r>
            <a:br>
              <a:rPr lang="en-US" altLang="en-US" sz="2400" dirty="0">
                <a:latin typeface="Times New Roman" panose="02020603050405020304" pitchFamily="18" charset="0"/>
                <a:ea typeface="+mj-ea"/>
                <a:cs typeface="Times New Roman" panose="02020603050405020304" pitchFamily="18" charset="0"/>
              </a:rPr>
            </a:br>
            <a:endParaRPr lang="en-US" altLang="en-US" sz="2400" b="1">
              <a:latin typeface="Times New Roman" panose="02020603050405020304" pitchFamily="18" charset="0"/>
              <a:ea typeface="+mj-ea"/>
              <a:cs typeface="Times New Roman" panose="02020603050405020304" pitchFamily="18" charset="0"/>
            </a:endParaRPr>
          </a:p>
          <a:p>
            <a:r>
              <a:rPr lang="en-US" altLang="en-US" sz="2400" b="1" dirty="0">
                <a:latin typeface="Times New Roman"/>
                <a:ea typeface="+mj-ea"/>
                <a:cs typeface="Times New Roman"/>
              </a:rPr>
              <a:t>Case 1:</a:t>
            </a:r>
            <a:r>
              <a:rPr lang="en-US" altLang="en-US" sz="2400" dirty="0">
                <a:latin typeface="Times New Roman"/>
                <a:ea typeface="+mj-ea"/>
                <a:cs typeface="Times New Roman"/>
              </a:rPr>
              <a:t> Deleting a Node that has No Children </a:t>
            </a:r>
          </a:p>
          <a:p>
            <a:endParaRPr lang="en-US" altLang="en-US" sz="2400" dirty="0">
              <a:latin typeface="Times New Roman" panose="02020603050405020304" pitchFamily="18" charset="0"/>
              <a:ea typeface="+mj-ea"/>
              <a:cs typeface="Times New Roman" panose="02020603050405020304" pitchFamily="18" charset="0"/>
            </a:endParaRPr>
          </a:p>
        </p:txBody>
      </p:sp>
      <p:pic>
        <p:nvPicPr>
          <p:cNvPr id="2" name="Picture 2" descr="KL Deemed to be University Logo">
            <a:extLst>
              <a:ext uri="{FF2B5EF4-FFF2-40B4-BE49-F238E27FC236}">
                <a16:creationId xmlns:a16="http://schemas.microsoft.com/office/drawing/2014/main" id="{E1217A90-500B-01D4-1A2D-E208D08DC1E2}"/>
              </a:ext>
            </a:extLst>
          </p:cNvPr>
          <p:cNvPicPr>
            <a:picLocks noChangeAspect="1" noChangeArrowheads="1"/>
          </p:cNvPicPr>
          <p:nvPr/>
        </p:nvPicPr>
        <p:blipFill>
          <a:blip r:embed="rId2"/>
          <a:srcRect/>
          <a:stretch>
            <a:fillRect/>
          </a:stretch>
        </p:blipFill>
        <p:spPr bwMode="auto">
          <a:xfrm>
            <a:off x="92904" y="163684"/>
            <a:ext cx="1990725" cy="600076"/>
          </a:xfrm>
          <a:prstGeom prst="rect">
            <a:avLst/>
          </a:prstGeom>
          <a:noFill/>
        </p:spPr>
      </p:pic>
      <p:sp>
        <p:nvSpPr>
          <p:cNvPr id="3" name="Rounded Rectangle 17">
            <a:extLst>
              <a:ext uri="{FF2B5EF4-FFF2-40B4-BE49-F238E27FC236}">
                <a16:creationId xmlns:a16="http://schemas.microsoft.com/office/drawing/2014/main" id="{C7E22A46-8CC7-954D-3308-3C85D12E1040}"/>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 </a:t>
            </a:r>
            <a:r>
              <a:rPr lang="en-US" sz="2400" b="1" dirty="0"/>
              <a:t>Deletion of a Node</a:t>
            </a:r>
          </a:p>
        </p:txBody>
      </p:sp>
      <p:pic>
        <p:nvPicPr>
          <p:cNvPr id="6" name="Picture 5"/>
          <p:cNvPicPr>
            <a:picLocks noChangeAspect="1"/>
          </p:cNvPicPr>
          <p:nvPr/>
        </p:nvPicPr>
        <p:blipFill>
          <a:blip r:embed="rId3"/>
          <a:stretch>
            <a:fillRect/>
          </a:stretch>
        </p:blipFill>
        <p:spPr>
          <a:xfrm>
            <a:off x="1249895" y="3758121"/>
            <a:ext cx="8525230" cy="2162321"/>
          </a:xfrm>
          <a:prstGeom prst="rect">
            <a:avLst/>
          </a:prstGeom>
        </p:spPr>
      </p:pic>
    </p:spTree>
    <p:extLst>
      <p:ext uri="{BB962C8B-B14F-4D97-AF65-F5344CB8AC3E}">
        <p14:creationId xmlns:p14="http://schemas.microsoft.com/office/powerpoint/2010/main" val="4213076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62E82C-F1B1-4837-9CA1-88F8C9571DBD}"/>
              </a:ext>
            </a:extLst>
          </p:cNvPr>
          <p:cNvSpPr txBox="1"/>
          <p:nvPr/>
        </p:nvSpPr>
        <p:spPr>
          <a:xfrm>
            <a:off x="615881" y="833982"/>
            <a:ext cx="10015725" cy="5262979"/>
          </a:xfrm>
          <a:prstGeom prst="rect">
            <a:avLst/>
          </a:prstGeom>
          <a:noFill/>
        </p:spPr>
        <p:txBody>
          <a:bodyPr wrap="square" lIns="91440" tIns="45720" rIns="91440" bIns="45720" anchor="t">
            <a:spAutoFit/>
          </a:bodyPr>
          <a:lstStyle/>
          <a:p>
            <a:pPr algn="just"/>
            <a:endParaRPr lang="en-US" altLang="en-US" sz="2400" b="1" dirty="0">
              <a:latin typeface="Times New Roman" panose="02020603050405020304" pitchFamily="18" charset="0"/>
              <a:ea typeface="+mj-ea"/>
              <a:cs typeface="Times New Roman" panose="02020603050405020304" pitchFamily="18" charset="0"/>
            </a:endParaRPr>
          </a:p>
          <a:p>
            <a:pPr algn="just"/>
            <a:r>
              <a:rPr lang="en-US" altLang="en-US" sz="2400" b="1" dirty="0">
                <a:latin typeface="Times New Roman"/>
                <a:ea typeface="+mj-ea"/>
                <a:cs typeface="Times New Roman"/>
              </a:rPr>
              <a:t>Case 2: Deleting a Node with One Child </a:t>
            </a:r>
            <a:endParaRPr lang="en-US" altLang="en-US" sz="2400" b="1" dirty="0">
              <a:latin typeface="Times New Roman" panose="02020603050405020304" pitchFamily="18" charset="0"/>
              <a:ea typeface="+mj-ea"/>
              <a:cs typeface="Times New Roman" panose="02020603050405020304" pitchFamily="18" charset="0"/>
            </a:endParaRPr>
          </a:p>
          <a:p>
            <a:pPr marL="342900" indent="-342900" algn="just">
              <a:buFont typeface="Arial" panose="05000000000000000000" pitchFamily="2" charset="2"/>
              <a:buChar char="•"/>
            </a:pPr>
            <a:r>
              <a:rPr lang="en-US" sz="2400" dirty="0">
                <a:latin typeface="Times New Roman"/>
                <a:cs typeface="Times New Roman"/>
              </a:rPr>
              <a:t>If the root is a leaf node, then return NULL.</a:t>
            </a:r>
          </a:p>
          <a:p>
            <a:pPr marL="342900" indent="-342900" algn="just">
              <a:buFont typeface="Arial" panose="05000000000000000000" pitchFamily="2" charset="2"/>
              <a:buChar char="•"/>
            </a:pPr>
            <a:r>
              <a:rPr lang="en-US" sz="2400" dirty="0">
                <a:latin typeface="Times New Roman"/>
                <a:cs typeface="Times New Roman"/>
              </a:rPr>
              <a:t>Else if the root has only the left child, then we delete the root node and return its left child.</a:t>
            </a:r>
            <a:endParaRPr lang="en-US" sz="2400">
              <a:latin typeface="Times New Roman"/>
              <a:cs typeface="Times New Roman"/>
            </a:endParaRPr>
          </a:p>
          <a:p>
            <a:pPr marL="342900" indent="-342900" algn="just">
              <a:buFont typeface="Arial" panose="05000000000000000000" pitchFamily="2" charset="2"/>
              <a:buChar char="•"/>
            </a:pPr>
            <a:r>
              <a:rPr lang="en-US" sz="2400" dirty="0">
                <a:latin typeface="Times New Roman"/>
                <a:cs typeface="Times New Roman"/>
              </a:rPr>
              <a:t>Else if the root has only the right child, then we delete the root node and return its right child.</a:t>
            </a:r>
            <a:endParaRPr lang="en-US" sz="2400">
              <a:latin typeface="Times New Roman"/>
              <a:cs typeface="Times New Roman"/>
            </a:endParaRPr>
          </a:p>
          <a:p>
            <a:pPr algn="just"/>
            <a:endParaRPr lang="en-US" sz="2400" dirty="0">
              <a:latin typeface="Times New Roman"/>
              <a:ea typeface="Calibri"/>
              <a:cs typeface="Calibri"/>
            </a:endParaRPr>
          </a:p>
          <a:p>
            <a:pPr marL="342900" indent="-342900" algn="just">
              <a:buFont typeface="Arial" panose="05000000000000000000" pitchFamily="2" charset="2"/>
              <a:buChar char="•"/>
            </a:pPr>
            <a:endParaRPr lang="en-US" sz="2400" dirty="0">
              <a:latin typeface="Times New Roman"/>
              <a:ea typeface="Calibri"/>
              <a:cs typeface="Calibri"/>
            </a:endParaRPr>
          </a:p>
          <a:p>
            <a:pPr algn="just"/>
            <a:endParaRPr lang="en-US" sz="2400" dirty="0">
              <a:latin typeface="Times New Roman"/>
              <a:ea typeface="Calibri"/>
              <a:cs typeface="Calibri"/>
            </a:endParaRPr>
          </a:p>
          <a:p>
            <a:pPr algn="just"/>
            <a:br>
              <a:rPr lang="en-US" altLang="en-US" sz="2400" b="1" dirty="0">
                <a:latin typeface="Times New Roman" panose="02020603050405020304" pitchFamily="18" charset="0"/>
                <a:ea typeface="+mj-ea"/>
                <a:cs typeface="Times New Roman" panose="02020603050405020304" pitchFamily="18" charset="0"/>
              </a:rPr>
            </a:br>
            <a:r>
              <a:rPr lang="en-US" altLang="en-US" sz="2400" b="1" dirty="0">
                <a:latin typeface="Times New Roman"/>
                <a:ea typeface="+mj-ea"/>
                <a:cs typeface="Times New Roman"/>
              </a:rPr>
              <a:t>		</a:t>
            </a:r>
            <a:br>
              <a:rPr lang="en-US" altLang="en-US" sz="2400" b="1" dirty="0">
                <a:latin typeface="Times New Roman" panose="02020603050405020304" pitchFamily="18" charset="0"/>
                <a:ea typeface="+mj-ea"/>
                <a:cs typeface="Times New Roman" panose="02020603050405020304" pitchFamily="18" charset="0"/>
              </a:rPr>
            </a:br>
            <a:endParaRPr lang="en-US" altLang="en-US" sz="2400" b="1" dirty="0">
              <a:latin typeface="Times New Roman" panose="02020603050405020304" pitchFamily="18" charset="0"/>
              <a:ea typeface="+mj-ea"/>
              <a:cs typeface="Times New Roman" panose="02020603050405020304" pitchFamily="18" charset="0"/>
            </a:endParaRPr>
          </a:p>
          <a:p>
            <a:pPr algn="just"/>
            <a:endParaRPr lang="en-US" altLang="en-US" sz="2400" b="1" dirty="0">
              <a:latin typeface="Times New Roman" panose="02020603050405020304" pitchFamily="18" charset="0"/>
              <a:ea typeface="+mj-ea"/>
              <a:cs typeface="Times New Roman" panose="02020603050405020304" pitchFamily="18" charset="0"/>
            </a:endParaRPr>
          </a:p>
        </p:txBody>
      </p:sp>
      <p:pic>
        <p:nvPicPr>
          <p:cNvPr id="2" name="Picture 2" descr="KL Deemed to be University Logo">
            <a:extLst>
              <a:ext uri="{FF2B5EF4-FFF2-40B4-BE49-F238E27FC236}">
                <a16:creationId xmlns:a16="http://schemas.microsoft.com/office/drawing/2014/main" id="{E1217A90-500B-01D4-1A2D-E208D08DC1E2}"/>
              </a:ext>
            </a:extLst>
          </p:cNvPr>
          <p:cNvPicPr>
            <a:picLocks noChangeAspect="1" noChangeArrowheads="1"/>
          </p:cNvPicPr>
          <p:nvPr/>
        </p:nvPicPr>
        <p:blipFill>
          <a:blip r:embed="rId2"/>
          <a:srcRect/>
          <a:stretch>
            <a:fillRect/>
          </a:stretch>
        </p:blipFill>
        <p:spPr bwMode="auto">
          <a:xfrm>
            <a:off x="92904" y="163684"/>
            <a:ext cx="1990725" cy="600076"/>
          </a:xfrm>
          <a:prstGeom prst="rect">
            <a:avLst/>
          </a:prstGeom>
          <a:noFill/>
        </p:spPr>
      </p:pic>
      <p:sp>
        <p:nvSpPr>
          <p:cNvPr id="3" name="Rounded Rectangle 17">
            <a:extLst>
              <a:ext uri="{FF2B5EF4-FFF2-40B4-BE49-F238E27FC236}">
                <a16:creationId xmlns:a16="http://schemas.microsoft.com/office/drawing/2014/main" id="{C7E22A46-8CC7-954D-3308-3C85D12E1040}"/>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t>Deletion of a Node</a:t>
            </a:r>
            <a:endParaRPr lang="en-US" dirty="0"/>
          </a:p>
        </p:txBody>
      </p:sp>
      <p:pic>
        <p:nvPicPr>
          <p:cNvPr id="7" name="Picture 6" descr="A diagram of steps and numbers&#10;&#10;Description automatically generated">
            <a:extLst>
              <a:ext uri="{FF2B5EF4-FFF2-40B4-BE49-F238E27FC236}">
                <a16:creationId xmlns:a16="http://schemas.microsoft.com/office/drawing/2014/main" id="{5688BF36-D7DE-ABCD-ED15-85F5038B8C75}"/>
              </a:ext>
            </a:extLst>
          </p:cNvPr>
          <p:cNvPicPr>
            <a:picLocks noChangeAspect="1"/>
          </p:cNvPicPr>
          <p:nvPr/>
        </p:nvPicPr>
        <p:blipFill>
          <a:blip r:embed="rId3"/>
          <a:stretch>
            <a:fillRect/>
          </a:stretch>
        </p:blipFill>
        <p:spPr>
          <a:xfrm>
            <a:off x="2293051" y="3586783"/>
            <a:ext cx="6165910" cy="2440556"/>
          </a:xfrm>
          <a:prstGeom prst="rect">
            <a:avLst/>
          </a:prstGeom>
        </p:spPr>
      </p:pic>
    </p:spTree>
    <p:extLst>
      <p:ext uri="{BB962C8B-B14F-4D97-AF65-F5344CB8AC3E}">
        <p14:creationId xmlns:p14="http://schemas.microsoft.com/office/powerpoint/2010/main" val="3549559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62E82C-F1B1-4837-9CA1-88F8C9571DBD}"/>
              </a:ext>
            </a:extLst>
          </p:cNvPr>
          <p:cNvSpPr txBox="1"/>
          <p:nvPr/>
        </p:nvSpPr>
        <p:spPr>
          <a:xfrm>
            <a:off x="615881" y="833982"/>
            <a:ext cx="9666858" cy="4524315"/>
          </a:xfrm>
          <a:prstGeom prst="rect">
            <a:avLst/>
          </a:prstGeom>
          <a:noFill/>
        </p:spPr>
        <p:txBody>
          <a:bodyPr wrap="square" lIns="91440" tIns="45720" rIns="91440" bIns="45720" anchor="t">
            <a:spAutoFit/>
          </a:bodyPr>
          <a:lstStyle/>
          <a:p>
            <a:r>
              <a:rPr lang="en-US" altLang="en-US" sz="2400" b="1" dirty="0">
                <a:latin typeface="Times New Roman"/>
                <a:cs typeface="Times New Roman"/>
              </a:rPr>
              <a:t>Case 3: Deleting a Node with Two Children</a:t>
            </a:r>
            <a:endParaRPr lang="en-US" altLang="en-US" sz="2400" b="1" dirty="0">
              <a:latin typeface="Times New Roman"/>
              <a:ea typeface="+mj-ea"/>
              <a:cs typeface="Times New Roman"/>
            </a:endParaRPr>
          </a:p>
          <a:p>
            <a:pPr marL="342900" indent="-342900">
              <a:buFont typeface="Arial"/>
              <a:buChar char="•"/>
            </a:pPr>
            <a:r>
              <a:rPr lang="en-IN" sz="2400" dirty="0">
                <a:latin typeface="Times New Roman"/>
                <a:cs typeface="Times New Roman"/>
              </a:rPr>
              <a:t>We need to first identify the in-order successor of that node, i.e., a node with a key just greater than the key of the given node to be deleted.</a:t>
            </a:r>
            <a:endParaRPr lang="en-IN" sz="2400">
              <a:latin typeface="Times New Roman"/>
              <a:cs typeface="Times New Roman"/>
            </a:endParaRPr>
          </a:p>
          <a:p>
            <a:pPr marL="342900" indent="-342900">
              <a:buFont typeface="Arial"/>
              <a:buChar char="•"/>
            </a:pPr>
            <a:r>
              <a:rPr lang="en-IN" sz="2400" dirty="0">
                <a:latin typeface="Times New Roman"/>
                <a:cs typeface="Times New Roman"/>
              </a:rPr>
              <a:t>Then we need to replace the key of the given node with the key of the in-order successor.</a:t>
            </a:r>
            <a:endParaRPr lang="en-IN" sz="2400">
              <a:latin typeface="Times New Roman"/>
              <a:cs typeface="Times New Roman"/>
            </a:endParaRPr>
          </a:p>
          <a:p>
            <a:pPr marL="342900" indent="-342900">
              <a:buFont typeface="Arial"/>
              <a:buChar char="•"/>
            </a:pPr>
            <a:r>
              <a:rPr lang="en-IN" sz="2400" dirty="0">
                <a:latin typeface="Times New Roman"/>
                <a:cs typeface="Times New Roman"/>
              </a:rPr>
              <a:t>Delete the in-order successor.</a:t>
            </a:r>
          </a:p>
          <a:p>
            <a:endParaRPr lang="en-IN" sz="2400" dirty="0">
              <a:latin typeface="Times New Roman"/>
              <a:ea typeface="Calibri"/>
              <a:cs typeface="Calibri"/>
            </a:endParaRPr>
          </a:p>
          <a:p>
            <a:br>
              <a:rPr lang="en-IN" sz="2400" dirty="0">
                <a:latin typeface="Times New Roman"/>
              </a:rPr>
            </a:br>
            <a:br>
              <a:rPr lang="en-US" altLang="en-US" sz="2400" b="1" dirty="0">
                <a:latin typeface="Times New Roman" panose="02020603050405020304" pitchFamily="18" charset="0"/>
                <a:ea typeface="+mj-ea"/>
                <a:cs typeface="Times New Roman" panose="02020603050405020304" pitchFamily="18" charset="0"/>
              </a:rPr>
            </a:br>
            <a:r>
              <a:rPr lang="en-US" altLang="en-US" sz="2400" b="1" dirty="0">
                <a:latin typeface="Times New Roman"/>
                <a:ea typeface="+mj-ea"/>
                <a:cs typeface="Times New Roman"/>
              </a:rPr>
              <a:t>		</a:t>
            </a:r>
            <a:br>
              <a:rPr lang="en-US" altLang="en-US" sz="2400" b="1" dirty="0">
                <a:latin typeface="Times New Roman" panose="02020603050405020304" pitchFamily="18" charset="0"/>
                <a:ea typeface="+mj-ea"/>
                <a:cs typeface="Times New Roman" panose="02020603050405020304" pitchFamily="18" charset="0"/>
              </a:rPr>
            </a:br>
            <a:endParaRPr lang="en-US" altLang="en-US" sz="2400" b="1" dirty="0">
              <a:latin typeface="Times New Roman" panose="02020603050405020304" pitchFamily="18" charset="0"/>
              <a:ea typeface="+mj-ea"/>
              <a:cs typeface="Times New Roman" panose="02020603050405020304" pitchFamily="18" charset="0"/>
            </a:endParaRPr>
          </a:p>
          <a:p>
            <a:endParaRPr lang="en-US" altLang="en-US" sz="2400" b="1" dirty="0">
              <a:latin typeface="Times New Roman" panose="02020603050405020304" pitchFamily="18" charset="0"/>
              <a:ea typeface="+mj-ea"/>
              <a:cs typeface="Times New Roman" panose="02020603050405020304" pitchFamily="18" charset="0"/>
            </a:endParaRPr>
          </a:p>
        </p:txBody>
      </p:sp>
      <p:pic>
        <p:nvPicPr>
          <p:cNvPr id="2" name="Picture 2" descr="KL Deemed to be University Logo">
            <a:extLst>
              <a:ext uri="{FF2B5EF4-FFF2-40B4-BE49-F238E27FC236}">
                <a16:creationId xmlns:a16="http://schemas.microsoft.com/office/drawing/2014/main" id="{E1217A90-500B-01D4-1A2D-E208D08DC1E2}"/>
              </a:ext>
            </a:extLst>
          </p:cNvPr>
          <p:cNvPicPr>
            <a:picLocks noChangeAspect="1" noChangeArrowheads="1"/>
          </p:cNvPicPr>
          <p:nvPr/>
        </p:nvPicPr>
        <p:blipFill>
          <a:blip r:embed="rId2"/>
          <a:srcRect/>
          <a:stretch>
            <a:fillRect/>
          </a:stretch>
        </p:blipFill>
        <p:spPr bwMode="auto">
          <a:xfrm>
            <a:off x="92904" y="163684"/>
            <a:ext cx="1990725" cy="600076"/>
          </a:xfrm>
          <a:prstGeom prst="rect">
            <a:avLst/>
          </a:prstGeom>
          <a:noFill/>
        </p:spPr>
      </p:pic>
      <p:sp>
        <p:nvSpPr>
          <p:cNvPr id="3" name="Rounded Rectangle 17">
            <a:extLst>
              <a:ext uri="{FF2B5EF4-FFF2-40B4-BE49-F238E27FC236}">
                <a16:creationId xmlns:a16="http://schemas.microsoft.com/office/drawing/2014/main" id="{C7E22A46-8CC7-954D-3308-3C85D12E1040}"/>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dirty="0"/>
          </a:p>
          <a:p>
            <a:pPr algn="ctr"/>
            <a:r>
              <a:rPr lang="en-US" sz="2400" b="1" dirty="0"/>
              <a:t>Deletion of a Node</a:t>
            </a:r>
            <a:endParaRPr lang="en-US" dirty="0"/>
          </a:p>
          <a:p>
            <a:pPr algn="ctr"/>
            <a:endParaRPr lang="en-US" sz="2400" dirty="0">
              <a:ea typeface="Calibri"/>
              <a:cs typeface="Calibri"/>
            </a:endParaRPr>
          </a:p>
        </p:txBody>
      </p:sp>
      <p:pic>
        <p:nvPicPr>
          <p:cNvPr id="5" name="Picture 4" descr="A diagram of a tree&#10;&#10;Description automatically generated">
            <a:extLst>
              <a:ext uri="{FF2B5EF4-FFF2-40B4-BE49-F238E27FC236}">
                <a16:creationId xmlns:a16="http://schemas.microsoft.com/office/drawing/2014/main" id="{4C04A7F4-14DD-F5E8-307F-5AF777354515}"/>
              </a:ext>
            </a:extLst>
          </p:cNvPr>
          <p:cNvPicPr>
            <a:picLocks noChangeAspect="1"/>
          </p:cNvPicPr>
          <p:nvPr/>
        </p:nvPicPr>
        <p:blipFill>
          <a:blip r:embed="rId3"/>
          <a:stretch>
            <a:fillRect/>
          </a:stretch>
        </p:blipFill>
        <p:spPr>
          <a:xfrm>
            <a:off x="898795" y="3564622"/>
            <a:ext cx="8897607" cy="2578938"/>
          </a:xfrm>
          <a:prstGeom prst="rect">
            <a:avLst/>
          </a:prstGeom>
        </p:spPr>
      </p:pic>
    </p:spTree>
    <p:extLst>
      <p:ext uri="{BB962C8B-B14F-4D97-AF65-F5344CB8AC3E}">
        <p14:creationId xmlns:p14="http://schemas.microsoft.com/office/powerpoint/2010/main" val="1100860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KL Deemed to be University Logo">
            <a:extLst>
              <a:ext uri="{FF2B5EF4-FFF2-40B4-BE49-F238E27FC236}">
                <a16:creationId xmlns:a16="http://schemas.microsoft.com/office/drawing/2014/main" id="{E1217A90-500B-01D4-1A2D-E208D08DC1E2}"/>
              </a:ext>
            </a:extLst>
          </p:cNvPr>
          <p:cNvPicPr>
            <a:picLocks noChangeAspect="1" noChangeArrowheads="1"/>
          </p:cNvPicPr>
          <p:nvPr/>
        </p:nvPicPr>
        <p:blipFill>
          <a:blip r:embed="rId2"/>
          <a:srcRect/>
          <a:stretch>
            <a:fillRect/>
          </a:stretch>
        </p:blipFill>
        <p:spPr bwMode="auto">
          <a:xfrm>
            <a:off x="92904" y="163684"/>
            <a:ext cx="1990725" cy="600076"/>
          </a:xfrm>
          <a:prstGeom prst="rect">
            <a:avLst/>
          </a:prstGeom>
          <a:noFill/>
        </p:spPr>
      </p:pic>
      <p:sp>
        <p:nvSpPr>
          <p:cNvPr id="3" name="Rounded Rectangle 17">
            <a:extLst>
              <a:ext uri="{FF2B5EF4-FFF2-40B4-BE49-F238E27FC236}">
                <a16:creationId xmlns:a16="http://schemas.microsoft.com/office/drawing/2014/main" id="{C7E22A46-8CC7-954D-3308-3C85D12E1040}"/>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dirty="0"/>
          </a:p>
          <a:p>
            <a:pPr algn="ctr"/>
            <a:r>
              <a:rPr lang="en-US" sz="2400" b="1" dirty="0"/>
              <a:t>Deletion of a node</a:t>
            </a:r>
            <a:endParaRPr lang="en-US" sz="2400" b="1" dirty="0">
              <a:cs typeface="Calibri"/>
            </a:endParaRPr>
          </a:p>
          <a:p>
            <a:pPr algn="ctr"/>
            <a:endParaRPr lang="en-US" sz="2400" dirty="0">
              <a:cs typeface="Calibri"/>
            </a:endParaRPr>
          </a:p>
        </p:txBody>
      </p:sp>
      <p:sp>
        <p:nvSpPr>
          <p:cNvPr id="6" name="Content Placeholder 5">
            <a:extLst>
              <a:ext uri="{FF2B5EF4-FFF2-40B4-BE49-F238E27FC236}">
                <a16:creationId xmlns:a16="http://schemas.microsoft.com/office/drawing/2014/main" id="{0EB1BE13-CA08-B501-44E4-DA009F4E6F86}"/>
              </a:ext>
            </a:extLst>
          </p:cNvPr>
          <p:cNvSpPr>
            <a:spLocks noGrp="1"/>
          </p:cNvSpPr>
          <p:nvPr>
            <p:ph sz="half" idx="1"/>
          </p:nvPr>
        </p:nvSpPr>
        <p:spPr>
          <a:xfrm>
            <a:off x="250634" y="889192"/>
            <a:ext cx="5722129" cy="5287771"/>
          </a:xfrm>
        </p:spPr>
        <p:txBody>
          <a:bodyPr lIns="91440" tIns="45720" rIns="91440" bIns="45720" anchor="t"/>
          <a:lstStyle/>
          <a:p>
            <a:pPr marL="0" indent="0">
              <a:lnSpc>
                <a:spcPct val="100000"/>
              </a:lnSpc>
              <a:spcBef>
                <a:spcPts val="0"/>
              </a:spcBef>
              <a:buNone/>
            </a:pPr>
            <a:r>
              <a:rPr lang="en-US" sz="2400" b="1" dirty="0">
                <a:latin typeface="Times New Roman"/>
                <a:cs typeface="Times New Roman"/>
              </a:rPr>
              <a:t> </a:t>
            </a:r>
            <a:r>
              <a:rPr lang="en-US" sz="2200" b="1" dirty="0">
                <a:latin typeface="Times New Roman"/>
                <a:cs typeface="Times New Roman"/>
              </a:rPr>
              <a:t>Algorithm to delete node in BST</a:t>
            </a:r>
            <a:endParaRPr lang="en-US" sz="2200" dirty="0">
              <a:latin typeface="Times New Roman"/>
              <a:cs typeface="Times New Roman"/>
            </a:endParaRPr>
          </a:p>
          <a:p>
            <a:pPr marL="0" indent="0">
              <a:lnSpc>
                <a:spcPct val="150000"/>
              </a:lnSpc>
              <a:spcBef>
                <a:spcPts val="0"/>
              </a:spcBef>
              <a:buNone/>
            </a:pPr>
            <a:r>
              <a:rPr lang="en-US" sz="2000" dirty="0">
                <a:latin typeface="Times New Roman"/>
                <a:cs typeface="Calibri"/>
              </a:rPr>
              <a:t>Delete (TREE, VAL)</a:t>
            </a:r>
          </a:p>
          <a:p>
            <a:pPr marL="0" indent="0">
              <a:lnSpc>
                <a:spcPct val="150000"/>
              </a:lnSpc>
              <a:spcBef>
                <a:spcPts val="0"/>
              </a:spcBef>
              <a:buNone/>
            </a:pPr>
            <a:r>
              <a:rPr lang="en-US" sz="2000">
                <a:latin typeface="Times New Roman"/>
                <a:cs typeface="Calibri"/>
              </a:rPr>
              <a:t>Step 1:         IF TREE=NULL</a:t>
            </a:r>
          </a:p>
          <a:p>
            <a:pPr marL="0" indent="0">
              <a:lnSpc>
                <a:spcPct val="150000"/>
              </a:lnSpc>
              <a:spcBef>
                <a:spcPts val="0"/>
              </a:spcBef>
              <a:buNone/>
            </a:pPr>
            <a:r>
              <a:rPr lang="en-US" sz="2000" dirty="0">
                <a:latin typeface="Times New Roman"/>
                <a:cs typeface="Calibri"/>
              </a:rPr>
              <a:t>        Write "VAL not found in the tree" </a:t>
            </a:r>
          </a:p>
          <a:p>
            <a:pPr marL="0" indent="0">
              <a:lnSpc>
                <a:spcPct val="150000"/>
              </a:lnSpc>
              <a:spcBef>
                <a:spcPts val="0"/>
              </a:spcBef>
              <a:buNone/>
            </a:pPr>
            <a:r>
              <a:rPr lang="en-US" sz="2000" dirty="0">
                <a:latin typeface="Times New Roman"/>
                <a:cs typeface="Calibri"/>
              </a:rPr>
              <a:t>        ELSE IF VAL &lt; TREE-&gt; DATA </a:t>
            </a:r>
          </a:p>
          <a:p>
            <a:pPr marL="0" indent="0">
              <a:lnSpc>
                <a:spcPct val="150000"/>
              </a:lnSpc>
              <a:spcBef>
                <a:spcPts val="0"/>
              </a:spcBef>
              <a:buNone/>
            </a:pPr>
            <a:r>
              <a:rPr lang="en-US" sz="2000" dirty="0">
                <a:latin typeface="Times New Roman"/>
                <a:cs typeface="Calibri"/>
              </a:rPr>
              <a:t>             Delete(TREE-&gt;LEFT, VAL) </a:t>
            </a:r>
          </a:p>
          <a:p>
            <a:pPr marL="0" indent="0">
              <a:lnSpc>
                <a:spcPct val="150000"/>
              </a:lnSpc>
              <a:spcBef>
                <a:spcPts val="0"/>
              </a:spcBef>
              <a:buNone/>
            </a:pPr>
            <a:r>
              <a:rPr lang="en-US" sz="2000" dirty="0">
                <a:latin typeface="Times New Roman"/>
                <a:cs typeface="Calibri"/>
              </a:rPr>
              <a:t>        ELSE IF VAL&gt;TREE-&gt; DATA </a:t>
            </a:r>
          </a:p>
          <a:p>
            <a:pPr marL="0" indent="0">
              <a:lnSpc>
                <a:spcPct val="150000"/>
              </a:lnSpc>
              <a:spcBef>
                <a:spcPts val="0"/>
              </a:spcBef>
              <a:buNone/>
            </a:pPr>
            <a:r>
              <a:rPr lang="en-US" sz="2000" dirty="0">
                <a:latin typeface="Times New Roman"/>
                <a:cs typeface="Calibri"/>
              </a:rPr>
              <a:t>             Delete(TREE-&gt; RIGHT, VAL)</a:t>
            </a:r>
          </a:p>
          <a:p>
            <a:pPr marL="0" indent="0">
              <a:lnSpc>
                <a:spcPct val="150000"/>
              </a:lnSpc>
              <a:spcBef>
                <a:spcPts val="0"/>
              </a:spcBef>
              <a:buNone/>
            </a:pPr>
            <a:r>
              <a:rPr lang="en-US" sz="2000" dirty="0">
                <a:latin typeface="Times New Roman"/>
                <a:cs typeface="Calibri"/>
              </a:rPr>
              <a:t>        ELSE IF TREE-&gt;LEFT AND TREE-&gt; RIGHT</a:t>
            </a:r>
          </a:p>
          <a:p>
            <a:pPr marL="0" indent="0">
              <a:lnSpc>
                <a:spcPct val="150000"/>
              </a:lnSpc>
              <a:spcBef>
                <a:spcPts val="0"/>
              </a:spcBef>
              <a:buNone/>
            </a:pPr>
            <a:r>
              <a:rPr lang="en-US" sz="2000" dirty="0">
                <a:latin typeface="Times New Roman"/>
                <a:cs typeface="Calibri"/>
              </a:rPr>
              <a:t>    SET TEMP=</a:t>
            </a:r>
            <a:r>
              <a:rPr lang="en-US" sz="2000" err="1">
                <a:latin typeface="Times New Roman"/>
                <a:cs typeface="Calibri"/>
              </a:rPr>
              <a:t>findLargestNode</a:t>
            </a:r>
            <a:r>
              <a:rPr lang="en-US" sz="2000" dirty="0">
                <a:latin typeface="Times New Roman"/>
                <a:cs typeface="Calibri"/>
              </a:rPr>
              <a:t>(TREE-&gt;LEFT)</a:t>
            </a:r>
          </a:p>
          <a:p>
            <a:pPr marL="0" indent="0">
              <a:lnSpc>
                <a:spcPct val="150000"/>
              </a:lnSpc>
              <a:spcBef>
                <a:spcPts val="0"/>
              </a:spcBef>
              <a:buNone/>
            </a:pPr>
            <a:r>
              <a:rPr lang="en-US" sz="2000" dirty="0">
                <a:latin typeface="Times New Roman"/>
                <a:cs typeface="Calibri"/>
              </a:rPr>
              <a:t>        SET TREE-&gt;DATA=TEMP-&gt;DATA</a:t>
            </a:r>
          </a:p>
          <a:p>
            <a:pPr marL="0" indent="0">
              <a:buNone/>
            </a:pPr>
            <a:endParaRPr lang="en-US" dirty="0">
              <a:cs typeface="Calibri"/>
            </a:endParaRPr>
          </a:p>
        </p:txBody>
      </p:sp>
      <p:sp>
        <p:nvSpPr>
          <p:cNvPr id="7" name="Content Placeholder 6">
            <a:extLst>
              <a:ext uri="{FF2B5EF4-FFF2-40B4-BE49-F238E27FC236}">
                <a16:creationId xmlns:a16="http://schemas.microsoft.com/office/drawing/2014/main" id="{645137A5-1BEC-0AD3-CD48-E501851971FD}"/>
              </a:ext>
            </a:extLst>
          </p:cNvPr>
          <p:cNvSpPr>
            <a:spLocks noGrp="1"/>
          </p:cNvSpPr>
          <p:nvPr>
            <p:ph sz="half" idx="2"/>
          </p:nvPr>
        </p:nvSpPr>
        <p:spPr>
          <a:xfrm>
            <a:off x="6584540" y="813933"/>
            <a:ext cx="5512446" cy="5563192"/>
          </a:xfrm>
        </p:spPr>
        <p:txBody>
          <a:bodyPr lIns="91440" tIns="45720" rIns="91440" bIns="45720" anchor="t"/>
          <a:lstStyle/>
          <a:p>
            <a:pPr marL="0" indent="0">
              <a:lnSpc>
                <a:spcPct val="150000"/>
              </a:lnSpc>
              <a:spcBef>
                <a:spcPts val="0"/>
              </a:spcBef>
              <a:buNone/>
            </a:pPr>
            <a:r>
              <a:rPr lang="en-US" sz="2000" dirty="0">
                <a:latin typeface="Times New Roman"/>
                <a:cs typeface="Calibri"/>
              </a:rPr>
              <a:t>Delete(TREE-&gt;LEFT, TEMP-&gt;DATA)</a:t>
            </a:r>
            <a:endParaRPr lang="en-US"/>
          </a:p>
          <a:p>
            <a:pPr marL="0" indent="0">
              <a:lnSpc>
                <a:spcPct val="150000"/>
              </a:lnSpc>
              <a:spcBef>
                <a:spcPts val="0"/>
              </a:spcBef>
              <a:buNone/>
            </a:pPr>
            <a:r>
              <a:rPr lang="en-US" sz="2000" dirty="0">
                <a:latin typeface="Times New Roman"/>
                <a:cs typeface="Calibri"/>
              </a:rPr>
              <a:t>       ELSE</a:t>
            </a:r>
          </a:p>
          <a:p>
            <a:pPr marL="0" indent="0">
              <a:lnSpc>
                <a:spcPct val="150000"/>
              </a:lnSpc>
              <a:spcBef>
                <a:spcPts val="0"/>
              </a:spcBef>
              <a:buNone/>
            </a:pPr>
            <a:r>
              <a:rPr lang="en-US" sz="2000" dirty="0">
                <a:latin typeface="Times New Roman"/>
                <a:cs typeface="Calibri"/>
              </a:rPr>
              <a:t>       SET TEMP=TREE</a:t>
            </a:r>
          </a:p>
          <a:p>
            <a:pPr marL="0" indent="0">
              <a:lnSpc>
                <a:spcPct val="150000"/>
              </a:lnSpc>
              <a:spcBef>
                <a:spcPts val="0"/>
              </a:spcBef>
              <a:buNone/>
            </a:pPr>
            <a:r>
              <a:rPr lang="en-US" sz="2000" dirty="0">
                <a:latin typeface="Times New Roman"/>
                <a:cs typeface="Calibri"/>
              </a:rPr>
              <a:t>       IF TREE-&gt;LEFT=NULL AND TREE-&gt; RIGHT=NULL</a:t>
            </a:r>
          </a:p>
          <a:p>
            <a:pPr marL="0" indent="0">
              <a:lnSpc>
                <a:spcPct val="150000"/>
              </a:lnSpc>
              <a:spcBef>
                <a:spcPts val="0"/>
              </a:spcBef>
              <a:buNone/>
            </a:pPr>
            <a:r>
              <a:rPr lang="en-US" sz="2000" dirty="0">
                <a:latin typeface="Times New Roman"/>
                <a:cs typeface="Calibri"/>
              </a:rPr>
              <a:t>          SET TREE=NULL </a:t>
            </a:r>
          </a:p>
          <a:p>
            <a:pPr marL="0" indent="0">
              <a:lnSpc>
                <a:spcPct val="150000"/>
              </a:lnSpc>
              <a:spcBef>
                <a:spcPts val="0"/>
              </a:spcBef>
              <a:buNone/>
            </a:pPr>
            <a:r>
              <a:rPr lang="en-US" sz="2000" dirty="0">
                <a:latin typeface="Times New Roman"/>
                <a:cs typeface="Calibri"/>
              </a:rPr>
              <a:t>       ELSE IF TREE-&gt;LEFT != NULL</a:t>
            </a:r>
          </a:p>
          <a:p>
            <a:pPr marL="0" indent="0">
              <a:lnSpc>
                <a:spcPct val="150000"/>
              </a:lnSpc>
              <a:spcBef>
                <a:spcPts val="0"/>
              </a:spcBef>
              <a:buNone/>
            </a:pPr>
            <a:r>
              <a:rPr lang="en-US" sz="2000" dirty="0">
                <a:latin typeface="Times New Roman"/>
                <a:cs typeface="Calibri"/>
              </a:rPr>
              <a:t>          SET TREE=TREE-&gt; LEFT</a:t>
            </a:r>
          </a:p>
          <a:p>
            <a:pPr marL="0" indent="0">
              <a:lnSpc>
                <a:spcPct val="150000"/>
              </a:lnSpc>
              <a:spcBef>
                <a:spcPts val="0"/>
              </a:spcBef>
              <a:buNone/>
            </a:pPr>
            <a:r>
              <a:rPr lang="en-US" sz="2000" dirty="0">
                <a:latin typeface="Times New Roman"/>
                <a:cs typeface="Calibri"/>
              </a:rPr>
              <a:t>       ELSE</a:t>
            </a:r>
          </a:p>
          <a:p>
            <a:pPr marL="0" indent="0">
              <a:lnSpc>
                <a:spcPct val="150000"/>
              </a:lnSpc>
              <a:spcBef>
                <a:spcPts val="0"/>
              </a:spcBef>
              <a:buNone/>
            </a:pPr>
            <a:r>
              <a:rPr lang="en-US" sz="2000" dirty="0">
                <a:latin typeface="Times New Roman"/>
                <a:cs typeface="Calibri"/>
              </a:rPr>
              <a:t>          SET TREE=TREE-&gt;RIGHT</a:t>
            </a:r>
          </a:p>
          <a:p>
            <a:pPr marL="0" indent="0">
              <a:lnSpc>
                <a:spcPct val="150000"/>
              </a:lnSpc>
              <a:spcBef>
                <a:spcPts val="0"/>
              </a:spcBef>
              <a:buNone/>
            </a:pPr>
            <a:r>
              <a:rPr lang="en-US" sz="2000" dirty="0">
                <a:latin typeface="Times New Roman"/>
                <a:cs typeface="Calibri"/>
              </a:rPr>
              <a:t>      [END OF IF]</a:t>
            </a:r>
          </a:p>
          <a:p>
            <a:pPr marL="0" indent="0">
              <a:lnSpc>
                <a:spcPct val="150000"/>
              </a:lnSpc>
              <a:spcBef>
                <a:spcPts val="0"/>
              </a:spcBef>
              <a:buNone/>
            </a:pPr>
            <a:r>
              <a:rPr lang="en-US" sz="2000" dirty="0">
                <a:latin typeface="Times New Roman"/>
                <a:cs typeface="Calibri"/>
              </a:rPr>
              <a:t>     FREE TEMP</a:t>
            </a:r>
          </a:p>
          <a:p>
            <a:pPr marL="0" indent="0">
              <a:lnSpc>
                <a:spcPct val="150000"/>
              </a:lnSpc>
              <a:spcBef>
                <a:spcPts val="0"/>
              </a:spcBef>
              <a:buNone/>
            </a:pPr>
            <a:r>
              <a:rPr lang="en-US" sz="2000" dirty="0">
                <a:latin typeface="Times New Roman"/>
                <a:cs typeface="Calibri"/>
              </a:rPr>
              <a:t>     [END OF IF] </a:t>
            </a:r>
          </a:p>
          <a:p>
            <a:pPr marL="0" indent="0">
              <a:lnSpc>
                <a:spcPct val="150000"/>
              </a:lnSpc>
              <a:spcBef>
                <a:spcPts val="0"/>
              </a:spcBef>
              <a:buNone/>
            </a:pPr>
            <a:r>
              <a:rPr lang="en-US" sz="2000" dirty="0">
                <a:latin typeface="Times New Roman"/>
                <a:cs typeface="Calibri"/>
              </a:rPr>
              <a:t>Step 2: END</a:t>
            </a:r>
          </a:p>
          <a:p>
            <a:pPr marL="0" indent="0">
              <a:buNone/>
            </a:pPr>
            <a:endParaRPr lang="en-US" sz="2200" dirty="0">
              <a:latin typeface="Times New Roman"/>
              <a:cs typeface="Calibri"/>
            </a:endParaRPr>
          </a:p>
        </p:txBody>
      </p:sp>
    </p:spTree>
    <p:extLst>
      <p:ext uri="{BB962C8B-B14F-4D97-AF65-F5344CB8AC3E}">
        <p14:creationId xmlns:p14="http://schemas.microsoft.com/office/powerpoint/2010/main" val="4214416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CA0CCC29-A1C7-54C9-B66E-C5D6A1D4561D}"/>
              </a:ext>
            </a:extLst>
          </p:cNvPr>
          <p:cNvSpPr txBox="1"/>
          <p:nvPr/>
        </p:nvSpPr>
        <p:spPr>
          <a:xfrm>
            <a:off x="609600" y="1280523"/>
            <a:ext cx="9791114" cy="5262979"/>
          </a:xfrm>
          <a:prstGeom prst="rect">
            <a:avLst/>
          </a:prstGeom>
          <a:noFill/>
        </p:spPr>
        <p:txBody>
          <a:bodyPr wrap="square">
            <a:spAutoFit/>
          </a:bodyPr>
          <a:lstStyle/>
          <a:p>
            <a:pPr fontAlgn="base"/>
            <a:r>
              <a:rPr lang="en-US" sz="2400" b="1" u="sng" dirty="0">
                <a:solidFill>
                  <a:schemeClr val="accent5">
                    <a:lumMod val="75000"/>
                  </a:schemeClr>
                </a:solidFill>
                <a:latin typeface="Nunito"/>
              </a:rPr>
              <a:t>Advantages of Binary Search Tree:</a:t>
            </a:r>
            <a:endParaRPr lang="en-US" sz="2400" dirty="0">
              <a:solidFill>
                <a:schemeClr val="accent5">
                  <a:lumMod val="75000"/>
                </a:schemeClr>
              </a:solidFill>
              <a:latin typeface="Nunito"/>
            </a:endParaRPr>
          </a:p>
          <a:p>
            <a:pPr fontAlgn="base">
              <a:buFont typeface="Arial" panose="020B0604020202020204" pitchFamily="34" charset="0"/>
              <a:buChar char="•"/>
            </a:pPr>
            <a:r>
              <a:rPr lang="en-US" sz="2400" dirty="0">
                <a:solidFill>
                  <a:srgbClr val="273239"/>
                </a:solidFill>
                <a:latin typeface="Nunito"/>
              </a:rPr>
              <a:t>BST is fast in insertion and deletion when balanced. It is fast with a time complexity of O(log n).</a:t>
            </a:r>
          </a:p>
          <a:p>
            <a:pPr fontAlgn="base">
              <a:buFont typeface="Arial" panose="020B0604020202020204" pitchFamily="34" charset="0"/>
              <a:buChar char="•"/>
            </a:pPr>
            <a:r>
              <a:rPr lang="en-US" sz="2400" dirty="0">
                <a:solidFill>
                  <a:srgbClr val="273239"/>
                </a:solidFill>
                <a:latin typeface="Nunito"/>
              </a:rPr>
              <a:t>BST is also for fast searching, with a time complexity of O(log n) for most operations. </a:t>
            </a:r>
          </a:p>
          <a:p>
            <a:pPr fontAlgn="base">
              <a:buFont typeface="Arial" panose="020B0604020202020204" pitchFamily="34" charset="0"/>
              <a:buChar char="•"/>
            </a:pPr>
            <a:r>
              <a:rPr lang="en-US" sz="2400" dirty="0">
                <a:solidFill>
                  <a:srgbClr val="273239"/>
                </a:solidFill>
                <a:latin typeface="Nunito"/>
              </a:rPr>
              <a:t>BST is efficient. It is efficient because they only store the elements and do not require additional memory for pointers or other data structures.</a:t>
            </a:r>
          </a:p>
          <a:p>
            <a:pPr fontAlgn="base">
              <a:buFont typeface="Arial" panose="020B0604020202020204" pitchFamily="34" charset="0"/>
              <a:buChar char="•"/>
            </a:pPr>
            <a:r>
              <a:rPr lang="en-US" sz="2400" dirty="0">
                <a:solidFill>
                  <a:srgbClr val="273239"/>
                </a:solidFill>
                <a:latin typeface="Nunito"/>
              </a:rPr>
              <a:t>We can also do range queries – find keys between N and M (N &lt;= M).</a:t>
            </a:r>
          </a:p>
          <a:p>
            <a:pPr fontAlgn="base">
              <a:buFont typeface="Arial" panose="020B0604020202020204" pitchFamily="34" charset="0"/>
              <a:buChar char="•"/>
            </a:pPr>
            <a:r>
              <a:rPr lang="en-US" sz="2400" dirty="0">
                <a:solidFill>
                  <a:srgbClr val="273239"/>
                </a:solidFill>
                <a:latin typeface="Nunito"/>
              </a:rPr>
              <a:t>BST code is simple as compared to other data structures.</a:t>
            </a:r>
          </a:p>
          <a:p>
            <a:pPr fontAlgn="base">
              <a:buFont typeface="Arial" panose="020B0604020202020204" pitchFamily="34" charset="0"/>
              <a:buChar char="•"/>
            </a:pPr>
            <a:r>
              <a:rPr lang="en-US" sz="2400" dirty="0">
                <a:solidFill>
                  <a:srgbClr val="273239"/>
                </a:solidFill>
                <a:latin typeface="Nunito"/>
              </a:rPr>
              <a:t>BST can automatically sort elements as they are inserted, so the elements are always stored in a sorted order.</a:t>
            </a:r>
          </a:p>
          <a:p>
            <a:pPr fontAlgn="base">
              <a:buFont typeface="Arial" panose="020B0604020202020204" pitchFamily="34" charset="0"/>
              <a:buChar char="•"/>
            </a:pPr>
            <a:r>
              <a:rPr lang="en-US" sz="2400" dirty="0">
                <a:solidFill>
                  <a:srgbClr val="273239"/>
                </a:solidFill>
                <a:latin typeface="Nunito"/>
              </a:rPr>
              <a:t>BST can be easily modified to store additional data or to support other operations. This makes it flexible.</a:t>
            </a:r>
            <a:endParaRPr lang="en-US" sz="2400" b="0" i="0" dirty="0">
              <a:solidFill>
                <a:srgbClr val="273239"/>
              </a:solidFill>
              <a:effectLst/>
              <a:latin typeface="Nunito"/>
            </a:endParaRPr>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CA0CCC29-A1C7-54C9-B66E-C5D6A1D4561D}"/>
              </a:ext>
            </a:extLst>
          </p:cNvPr>
          <p:cNvSpPr txBox="1"/>
          <p:nvPr/>
        </p:nvSpPr>
        <p:spPr>
          <a:xfrm>
            <a:off x="609600" y="1335114"/>
            <a:ext cx="9791114" cy="5632311"/>
          </a:xfrm>
          <a:prstGeom prst="rect">
            <a:avLst/>
          </a:prstGeom>
          <a:noFill/>
        </p:spPr>
        <p:txBody>
          <a:bodyPr wrap="square">
            <a:spAutoFit/>
          </a:bodyPr>
          <a:lstStyle/>
          <a:p>
            <a:pPr fontAlgn="base"/>
            <a:r>
              <a:rPr lang="en-US" sz="2400" b="1" u="sng" dirty="0">
                <a:solidFill>
                  <a:srgbClr val="C00000"/>
                </a:solidFill>
                <a:latin typeface="Nunito"/>
              </a:rPr>
              <a:t>Disadvantages of Binary Search Tree:</a:t>
            </a:r>
            <a:endParaRPr lang="en-US" sz="2400" dirty="0">
              <a:solidFill>
                <a:srgbClr val="C00000"/>
              </a:solidFill>
              <a:latin typeface="Nunito"/>
            </a:endParaRPr>
          </a:p>
          <a:p>
            <a:pPr fontAlgn="base">
              <a:buFont typeface="Arial" panose="020B0604020202020204" pitchFamily="34" charset="0"/>
              <a:buChar char="•"/>
            </a:pPr>
            <a:r>
              <a:rPr lang="en-US" sz="2400" dirty="0">
                <a:solidFill>
                  <a:srgbClr val="273239"/>
                </a:solidFill>
                <a:latin typeface="Nunito"/>
              </a:rPr>
              <a:t>The main disadvantage is that we should always implement a balanced binary search tree. Otherwise the cost of operations may not be logarithmic and degenerate into a linear search on an array.</a:t>
            </a:r>
          </a:p>
          <a:p>
            <a:pPr fontAlgn="base">
              <a:buFont typeface="Arial" panose="020B0604020202020204" pitchFamily="34" charset="0"/>
              <a:buChar char="•"/>
            </a:pPr>
            <a:r>
              <a:rPr lang="en-US" sz="2400" dirty="0">
                <a:solidFill>
                  <a:srgbClr val="273239"/>
                </a:solidFill>
                <a:latin typeface="Nunito"/>
              </a:rPr>
              <a:t>They are not well-suited for data structures that need to be accessed randomly, since the time complexity for search, insert, and delete operations is O(log n), which is good for large data sets, but not as fast as some other data structures such as arrays or hash tables.</a:t>
            </a:r>
          </a:p>
          <a:p>
            <a:pPr fontAlgn="base">
              <a:buFont typeface="Arial" panose="020B0604020202020204" pitchFamily="34" charset="0"/>
              <a:buChar char="•"/>
            </a:pPr>
            <a:r>
              <a:rPr lang="en-US" sz="2400" dirty="0">
                <a:solidFill>
                  <a:srgbClr val="273239"/>
                </a:solidFill>
                <a:latin typeface="Nunito"/>
              </a:rPr>
              <a:t>A BST can be imbalanced or degenerated which can increase the complexity.</a:t>
            </a:r>
          </a:p>
          <a:p>
            <a:pPr fontAlgn="base">
              <a:buFont typeface="Arial" panose="020B0604020202020204" pitchFamily="34" charset="0"/>
              <a:buChar char="•"/>
            </a:pPr>
            <a:r>
              <a:rPr lang="en-US" sz="2400" dirty="0">
                <a:solidFill>
                  <a:srgbClr val="273239"/>
                </a:solidFill>
                <a:latin typeface="Nunito"/>
              </a:rPr>
              <a:t>Do not support some operations that are possible with ordered data structures.</a:t>
            </a:r>
          </a:p>
          <a:p>
            <a:pPr fontAlgn="base">
              <a:buFont typeface="Arial" panose="020B0604020202020204" pitchFamily="34" charset="0"/>
              <a:buChar char="•"/>
            </a:pPr>
            <a:r>
              <a:rPr lang="en-US" sz="2400" dirty="0">
                <a:solidFill>
                  <a:srgbClr val="273239"/>
                </a:solidFill>
                <a:latin typeface="Nunito"/>
              </a:rPr>
              <a:t>They are not guaranteed to be balanced, which means that in the worst case, the height of the tree could be O(n) and the time complexity for operations could degrade to O(n). </a:t>
            </a:r>
            <a:endParaRPr lang="en-US" sz="2400" b="0" i="0" dirty="0">
              <a:solidFill>
                <a:srgbClr val="273239"/>
              </a:solidFill>
              <a:effectLst/>
              <a:latin typeface="Nunito"/>
            </a:endParaRPr>
          </a:p>
        </p:txBody>
      </p:sp>
    </p:spTree>
    <p:extLst>
      <p:ext uri="{BB962C8B-B14F-4D97-AF65-F5344CB8AC3E}">
        <p14:creationId xmlns:p14="http://schemas.microsoft.com/office/powerpoint/2010/main" val="41294890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2" y="1252025"/>
            <a:ext cx="6872068"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rgbClr val="202124"/>
                </a:solidFill>
                <a:latin typeface="Times New Roman" panose="02020603050405020304" pitchFamily="18" charset="0"/>
                <a:cs typeface="Times New Roman" panose="02020603050405020304" pitchFamily="18" charset="0"/>
              </a:rPr>
              <a:t>Deletion of a node in BST in various cases</a:t>
            </a:r>
            <a:endParaRPr lang="en-US" sz="2000" b="0" i="0" dirty="0">
              <a:solidFill>
                <a:srgbClr val="202124"/>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202124"/>
                </a:solidFill>
                <a:latin typeface="Times New Roman" panose="02020603050405020304" pitchFamily="18" charset="0"/>
                <a:cs typeface="Times New Roman" panose="02020603050405020304" pitchFamily="18" charset="0"/>
              </a:rPr>
              <a:t>Merits and Demerits of BST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796686"/>
            <a:ext cx="10172210" cy="100671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dirty="0"/>
              <a:t>1. How many cases we have to delete a node in BST</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1</a:t>
            </a:r>
          </a:p>
          <a:p>
            <a:r>
              <a:rPr lang="en-IN" dirty="0"/>
              <a:t>(b) 2</a:t>
            </a:r>
          </a:p>
          <a:p>
            <a:r>
              <a:rPr lang="en-IN" dirty="0"/>
              <a:t>(c) 3</a:t>
            </a:r>
          </a:p>
          <a:p>
            <a:r>
              <a:rPr lang="en-IN" dirty="0"/>
              <a:t>(d) 4</a:t>
            </a:r>
          </a:p>
          <a:p>
            <a:r>
              <a:rPr lang="en-IN" dirty="0"/>
              <a:t> </a:t>
            </a:r>
            <a:endParaRPr lang="en-US" sz="1600"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968496"/>
            <a:ext cx="10172210" cy="35661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dirty="0"/>
              <a:t>2.Which of the following is false about a binary search tree?</a:t>
            </a: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26828" y="4727197"/>
            <a:ext cx="5154516" cy="203602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The left child is always lesser than its parent</a:t>
            </a:r>
          </a:p>
          <a:p>
            <a:r>
              <a:rPr lang="en-IN" dirty="0"/>
              <a:t>(b) The right child is always greater than its parent</a:t>
            </a:r>
          </a:p>
          <a:p>
            <a:r>
              <a:rPr lang="en-IN" dirty="0"/>
              <a:t>(c) The left and right sub-trees should also be binary search trees</a:t>
            </a:r>
          </a:p>
          <a:p>
            <a:r>
              <a:rPr lang="en-IN" dirty="0"/>
              <a:t>(d) In order sequence gives decreasing order of elements</a:t>
            </a:r>
          </a:p>
          <a:p>
            <a:pPr marL="342900" indent="-342900">
              <a:lnSpc>
                <a:spcPct val="150000"/>
              </a:lnSpc>
              <a:buAutoNum type="alphaLcParenBoth"/>
            </a:pP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308324"/>
          </a:xfrm>
          <a:prstGeom prst="rect">
            <a:avLst/>
          </a:prstGeom>
          <a:noFill/>
        </p:spPr>
        <p:txBody>
          <a:bodyPr wrap="square" lIns="91440" tIns="45720" rIns="91440" bIns="45720" rtlCol="0" anchor="t">
            <a:spAutoFit/>
          </a:bodyPr>
          <a:lstStyle/>
          <a:p>
            <a:pPr>
              <a:lnSpc>
                <a:spcPct val="200000"/>
              </a:lnSpc>
            </a:pPr>
            <a:r>
              <a:rPr lang="en-US" b="1" dirty="0"/>
              <a:t>1. Describe : BST Node Deletion</a:t>
            </a:r>
          </a:p>
          <a:p>
            <a:pPr>
              <a:lnSpc>
                <a:spcPct val="200000"/>
              </a:lnSpc>
            </a:pPr>
            <a:r>
              <a:rPr lang="en-US" b="1" dirty="0"/>
              <a:t>2. List out : Various categories of node deletion case</a:t>
            </a:r>
            <a:endParaRPr lang="en-US" b="1" dirty="0">
              <a:ea typeface="Calibri"/>
              <a:cs typeface="Calibri"/>
            </a:endParaRPr>
          </a:p>
          <a:p>
            <a:pPr marL="342900" indent="-342900">
              <a:lnSpc>
                <a:spcPct val="200000"/>
              </a:lnSpc>
            </a:pPr>
            <a:r>
              <a:rPr lang="en-US" b="1" dirty="0"/>
              <a:t>3. Analyze : BST</a:t>
            </a:r>
            <a:endParaRPr lang="en-US" b="1" dirty="0">
              <a:ea typeface="Calibri"/>
              <a:cs typeface="Calibri"/>
            </a:endParaRPr>
          </a:p>
          <a:p>
            <a:pPr marL="342900" indent="-342900">
              <a:lnSpc>
                <a:spcPct val="200000"/>
              </a:lnSpc>
            </a:pPr>
            <a:r>
              <a:rPr lang="en-US" b="1" dirty="0"/>
              <a:t>4. Summarize about node deletion</a:t>
            </a:r>
            <a:endParaRPr lang="en-US" b="1" dirty="0">
              <a:ea typeface="Calibri"/>
              <a:cs typeface="Calibri"/>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REFERENCES FOR FURTHER LEARNING OF THE SESSION</a:t>
            </a:r>
            <a:endParaRPr lang="en-US" sz="240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3388107"/>
          </a:xfrm>
          <a:prstGeom prst="rect">
            <a:avLst/>
          </a:prstGeom>
          <a:noFill/>
        </p:spPr>
        <p:txBody>
          <a:bodyPr wrap="square" lIns="91440" tIns="45720" rIns="91440" bIns="45720" rtlCol="0" anchor="t">
            <a:spAutoFit/>
          </a:bodyPr>
          <a:lstStyle/>
          <a:p>
            <a:pPr algn="just">
              <a:lnSpc>
                <a:spcPct val="150000"/>
              </a:lnSpc>
            </a:pPr>
            <a:r>
              <a:rPr lang="en-US" sz="2400" b="1" dirty="0">
                <a:latin typeface="Times New Roman"/>
                <a:cs typeface="Times New Roman"/>
              </a:rPr>
              <a:t>Reference Books</a:t>
            </a:r>
            <a:endParaRPr lang="en-US" sz="2400" dirty="0">
              <a:latin typeface="Times New Roman"/>
              <a:cs typeface="Times New Roman"/>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Data Structures and Algorithm Analysis in PYTHON, 2010, Mark Allen Weiss, Second Edition, Pearson Education.</a:t>
            </a:r>
            <a:endParaRPr lang="en-IN" sz="1800" dirty="0">
              <a:effectLst/>
              <a:latin typeface="Times New Roman" panose="02020603050405020304" pitchFamily="18" charset="0"/>
              <a:ea typeface="Times New Roman" panose="02020603050405020304" pitchFamily="18" charset="0"/>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Data Structures and Algorithms, </a:t>
            </a:r>
            <a:r>
              <a:rPr lang="en-US" sz="1800" dirty="0" err="1">
                <a:effectLst/>
                <a:latin typeface="Times New Roman" panose="02020603050405020304" pitchFamily="18" charset="0"/>
                <a:ea typeface="Times New Roman" panose="02020603050405020304" pitchFamily="18" charset="0"/>
              </a:rPr>
              <a:t>A.V.Aho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J.E.Hopcroft</a:t>
            </a:r>
            <a:r>
              <a:rPr lang="en-US" sz="1800" dirty="0">
                <a:effectLst/>
                <a:latin typeface="Times New Roman" panose="02020603050405020304" pitchFamily="18" charset="0"/>
                <a:ea typeface="Times New Roman" panose="02020603050405020304" pitchFamily="18" charset="0"/>
              </a:rPr>
              <a:t>, and </a:t>
            </a:r>
            <a:r>
              <a:rPr lang="en-US" sz="1800" dirty="0" err="1">
                <a:effectLst/>
                <a:latin typeface="Times New Roman" panose="02020603050405020304" pitchFamily="18" charset="0"/>
                <a:ea typeface="Times New Roman" panose="02020603050405020304" pitchFamily="18" charset="0"/>
              </a:rPr>
              <a:t>J.D.Ullman</a:t>
            </a:r>
            <a:r>
              <a:rPr lang="en-US" sz="1800" dirty="0">
                <a:effectLst/>
                <a:latin typeface="Times New Roman" panose="02020603050405020304" pitchFamily="18" charset="0"/>
                <a:ea typeface="Times New Roman" panose="02020603050405020304" pitchFamily="18" charset="0"/>
              </a:rPr>
              <a:t>, Pearson Education, First Edition Reprint2003.</a:t>
            </a:r>
            <a:endParaRPr lang="en-IN" sz="1800" dirty="0">
              <a:effectLst/>
              <a:latin typeface="Times New Roman" panose="02020603050405020304" pitchFamily="18" charset="0"/>
              <a:ea typeface="Times New Roman" panose="02020603050405020304" pitchFamily="18" charset="0"/>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Advanced </a:t>
            </a:r>
            <a:r>
              <a:rPr lang="en-US" sz="2400" dirty="0">
                <a:effectLst/>
                <a:latin typeface="Times New Roman" panose="02020603050405020304" pitchFamily="18" charset="0"/>
                <a:ea typeface="Times New Roman" panose="02020603050405020304" pitchFamily="18" charset="0"/>
              </a:rPr>
              <a:t>Guide</a:t>
            </a:r>
            <a:r>
              <a:rPr lang="en-US" sz="1800" dirty="0">
                <a:effectLst/>
                <a:latin typeface="Times New Roman" panose="02020603050405020304" pitchFamily="18" charset="0"/>
                <a:ea typeface="Times New Roman" panose="02020603050405020304" pitchFamily="18" charset="0"/>
              </a:rPr>
              <a:t> to Python 3 Programming, John Hunt, 4</a:t>
            </a:r>
            <a:r>
              <a:rPr lang="en-US" sz="1800" baseline="30000" dirty="0">
                <a:effectLst/>
                <a:latin typeface="Times New Roman" panose="02020603050405020304" pitchFamily="18" charset="0"/>
                <a:ea typeface="Times New Roman" panose="02020603050405020304" pitchFamily="18" charset="0"/>
              </a:rPr>
              <a:t>th</a:t>
            </a:r>
            <a:r>
              <a:rPr lang="en-US" sz="1800" dirty="0">
                <a:effectLst/>
                <a:latin typeface="Times New Roman" panose="02020603050405020304" pitchFamily="18" charset="0"/>
                <a:ea typeface="Times New Roman" panose="02020603050405020304" pitchFamily="18" charset="0"/>
              </a:rPr>
              <a:t> Edition, Springer Nature Switzerland AG 2019.</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      Python Basics: A Practice Introduction to Python 3, David Amos, Dan Bader, Joanna Jablonski, Fletcher Heisler, 4</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US" sz="1800" dirty="0">
                <a:effectLst/>
                <a:latin typeface="Calibri" panose="020F0502020204030204" pitchFamily="34" charset="0"/>
                <a:ea typeface="Calibri" panose="020F0502020204030204" pitchFamily="34" charset="0"/>
                <a:cs typeface="Times New Roman" panose="02020603050405020304" pitchFamily="18" charset="0"/>
              </a:rPr>
              <a:t> edition, Real Python</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2400" b="1" dirty="0">
                <a:latin typeface="Times New Roman"/>
                <a:cs typeface="Times New Roman"/>
              </a:rPr>
              <a:t>Sites and Web links:</a:t>
            </a:r>
          </a:p>
          <a:p>
            <a:pPr marL="342900" lvl="0" indent="-342900" algn="just">
              <a:spcBef>
                <a:spcPts val="80"/>
              </a:spcBef>
              <a:buSzPts val="1100"/>
              <a:buFont typeface="+mj-lt"/>
              <a:buAutoNum type="arabicPeriod"/>
            </a:pPr>
            <a:r>
              <a:rPr lang="en-US" u="sng" spc="-10" dirty="0">
                <a:solidFill>
                  <a:srgbClr val="0000FF"/>
                </a:solidFill>
                <a:effectLst/>
                <a:latin typeface="Times New Roman" panose="02020603050405020304" pitchFamily="18" charset="0"/>
                <a:ea typeface="Times New Roman" panose="02020603050405020304" pitchFamily="18" charset="0"/>
                <a:hlinkClick r:id="rId2"/>
              </a:rPr>
              <a:t>https://docs.python.org/3/tutorial/datastructures.html</a:t>
            </a:r>
            <a:endParaRPr lang="en-IN" dirty="0">
              <a:effectLst/>
              <a:latin typeface="Times New Roman" panose="02020603050405020304" pitchFamily="18" charset="0"/>
              <a:ea typeface="Times New Roman" panose="02020603050405020304" pitchFamily="18" charset="0"/>
            </a:endParaRPr>
          </a:p>
          <a:p>
            <a:pPr marL="342900" lvl="0" indent="-342900" algn="just">
              <a:spcBef>
                <a:spcPts val="80"/>
              </a:spcBef>
              <a:buSzPts val="1100"/>
              <a:buFont typeface="+mj-lt"/>
              <a:buAutoNum type="arabicPeriod"/>
            </a:pPr>
            <a:r>
              <a:rPr lang="en-US" u="sng" dirty="0">
                <a:solidFill>
                  <a:srgbClr val="0000FF"/>
                </a:solidFill>
                <a:effectLst/>
                <a:latin typeface="Times New Roman" panose="02020603050405020304" pitchFamily="18" charset="0"/>
                <a:ea typeface="Times New Roman" panose="02020603050405020304" pitchFamily="18" charset="0"/>
                <a:hlinkClick r:id="rId3"/>
              </a:rPr>
              <a:t>https://www.w3schools.com/dsa/dsa_intro.php</a:t>
            </a:r>
            <a:endParaRPr lang="en-IN" dirty="0">
              <a:effectLst/>
              <a:latin typeface="Times New Roman" panose="02020603050405020304" pitchFamily="18" charset="0"/>
              <a:ea typeface="Times New Roman" panose="02020603050405020304" pitchFamily="18" charset="0"/>
            </a:endParaRPr>
          </a:p>
          <a:p>
            <a:r>
              <a:rPr lang="en-US"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3.    https://www.geeksforgeeks.org/python-data-structures/</a:t>
            </a:r>
            <a:endParaRPr lang="en-US" dirty="0">
              <a:latin typeface="Times New Roman"/>
              <a:cs typeface="Times New Roman"/>
            </a:endParaRPr>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405743" y="1436914"/>
            <a:ext cx="8116891" cy="330389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a:cs typeface="Times New Roman"/>
            </a:endParaRPr>
          </a:p>
          <a:p>
            <a:pPr algn="ctr"/>
            <a:endParaRPr lang="en-US" sz="2400" b="1" dirty="0">
              <a:latin typeface="Times New Roman"/>
              <a:cs typeface="Times New Roman"/>
            </a:endParaRPr>
          </a:p>
          <a:p>
            <a:pPr algn="ctr"/>
            <a:r>
              <a:rPr lang="en-US" sz="3200" b="1" dirty="0">
                <a:latin typeface="Times New Roman"/>
                <a:cs typeface="Times New Roman"/>
              </a:rPr>
              <a:t>THANK YOU</a:t>
            </a:r>
          </a:p>
          <a:p>
            <a:pPr algn="ctr"/>
            <a:endParaRPr lang="en-US" sz="2400" dirty="0">
              <a:latin typeface="Times New Roman"/>
              <a:cs typeface="Times New Roman"/>
            </a:endParaRPr>
          </a:p>
          <a:p>
            <a:pPr algn="ctr"/>
            <a:endParaRPr lang="en-US" sz="2400" dirty="0">
              <a:latin typeface="Times New Roman"/>
              <a:cs typeface="Times New Roman"/>
            </a:endParaRPr>
          </a:p>
          <a:p>
            <a:pPr algn="ctr"/>
            <a:endParaRPr lang="en-US" sz="2400" dirty="0">
              <a:latin typeface="Times New Roman"/>
              <a:cs typeface="Times New Roman"/>
            </a:endParaRPr>
          </a:p>
          <a:p>
            <a:pPr algn="ctr"/>
            <a:endParaRPr lang="en-US" sz="2400" dirty="0">
              <a:latin typeface="Times New Roman"/>
              <a:cs typeface="Times New Roman"/>
            </a:endParaRPr>
          </a:p>
          <a:p>
            <a:pPr algn="ctr"/>
            <a:r>
              <a:rPr lang="en-US" sz="3600" b="1" dirty="0">
                <a:latin typeface="Times New Roman"/>
                <a:cs typeface="Times New Roman"/>
              </a:rPr>
              <a:t>Team – </a:t>
            </a:r>
            <a:r>
              <a:rPr lang="en-US" sz="3600" dirty="0">
                <a:solidFill>
                  <a:schemeClr val="bg1"/>
                </a:solidFill>
                <a:effectLst/>
                <a:ea typeface="Calibri" panose="020F0502020204030204" pitchFamily="34" charset="0"/>
                <a:cs typeface="Times New Roman" panose="02020603050405020304" pitchFamily="18" charset="0"/>
              </a:rPr>
              <a:t>Data Structures using Python</a:t>
            </a:r>
            <a:endParaRPr lang="en-US" sz="3600" b="1" cap="all" dirty="0">
              <a:solidFill>
                <a:schemeClr val="bg1"/>
              </a:solidFill>
              <a:cs typeface="Poppins" panose="00000500000000000000" pitchFamily="2" charset="0"/>
              <a:sym typeface="BioRhyme ExtraBold"/>
            </a:endParaRPr>
          </a:p>
          <a:p>
            <a:pPr algn="ctr"/>
            <a:endParaRPr lang="en-US" sz="3600" b="1" dirty="0">
              <a:latin typeface="Times New Roman"/>
              <a:cs typeface="Times New Roman"/>
            </a:endParaRPr>
          </a:p>
          <a:p>
            <a:pPr algn="ctr"/>
            <a:endParaRPr lang="en-US" sz="2400" dirty="0">
              <a:solidFill>
                <a:schemeClr val="bg1"/>
              </a:solidFill>
              <a:latin typeface="Times New Roman"/>
              <a:cs typeface="Times New Roman"/>
            </a:endParaRPr>
          </a:p>
          <a:p>
            <a:pPr algn="ctr"/>
            <a:endParaRPr lang="en-US" sz="2400" dirty="0">
              <a:solidFill>
                <a:schemeClr val="bg1"/>
              </a:solidFill>
              <a:latin typeface="Times New Roman"/>
              <a:cs typeface="Times New Roman"/>
            </a:endParaRPr>
          </a:p>
          <a:p>
            <a:pPr algn="ctr"/>
            <a:endParaRPr lang="en-US" sz="2400" dirty="0">
              <a:solidFill>
                <a:schemeClr val="bg1"/>
              </a:solidFill>
              <a:latin typeface="Times New Roman"/>
              <a:cs typeface="Times New Roman"/>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188029"/>
            <a:ext cx="3235570" cy="103414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http://schemas.microsoft.com/office/infopath/2007/PartnerControls"/>
    <ds:schemaRef ds:uri="http://purl.org/dc/terms/"/>
    <ds:schemaRef ds:uri="http://schemas.microsoft.com/office/2006/documentManagement/types"/>
    <ds:schemaRef ds:uri="0125a647-8023-46ae-ae6e-85cf36d841bd"/>
    <ds:schemaRef ds:uri="http://purl.org/dc/elements/1.1/"/>
    <ds:schemaRef ds:uri="http://schemas.microsoft.com/office/2006/metadata/properties"/>
    <ds:schemaRef ds:uri="http://schemas.openxmlformats.org/package/2006/metadata/core-properties"/>
    <ds:schemaRef ds:uri="d43ee83c-3e71-4748-8ebc-8eaadf793425"/>
    <ds:schemaRef ds:uri="http://www.w3.org/XML/1998/namespace"/>
    <ds:schemaRef ds:uri="http://purl.org/dc/dcmitype/"/>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256</TotalTime>
  <Words>1098</Words>
  <Application>Microsoft Office PowerPoint</Application>
  <PresentationFormat>Widescreen</PresentationFormat>
  <Paragraphs>121</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BioRhyme ExtraBold</vt:lpstr>
      <vt:lpstr>Calibri</vt:lpstr>
      <vt:lpstr>Nunito</vt:lpstr>
      <vt:lpstr>Poppins</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Ravi Pallapati</cp:lastModifiedBy>
  <cp:revision>195</cp:revision>
  <dcterms:created xsi:type="dcterms:W3CDTF">2020-02-08T09:57:44Z</dcterms:created>
  <dcterms:modified xsi:type="dcterms:W3CDTF">2024-12-16T06:34:12Z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