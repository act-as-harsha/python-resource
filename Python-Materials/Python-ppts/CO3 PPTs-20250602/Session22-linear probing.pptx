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1"/>
  </p:notesMasterIdLst>
  <p:sldIdLst>
    <p:sldId id="271" r:id="rId5"/>
    <p:sldId id="300" r:id="rId6"/>
    <p:sldId id="305" r:id="rId7"/>
    <p:sldId id="327" r:id="rId8"/>
    <p:sldId id="324" r:id="rId9"/>
    <p:sldId id="325" r:id="rId10"/>
    <p:sldId id="258" r:id="rId11"/>
    <p:sldId id="288" r:id="rId12"/>
    <p:sldId id="326" r:id="rId13"/>
    <p:sldId id="299" r:id="rId14"/>
    <p:sldId id="285" r:id="rId15"/>
    <p:sldId id="301" r:id="rId16"/>
    <p:sldId id="287" r:id="rId17"/>
    <p:sldId id="302" r:id="rId18"/>
    <p:sldId id="328" r:id="rId19"/>
    <p:sldId id="32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9C47D7-FA0F-4A4B-9BE3-0198A3003824}" v="2" dt="2024-12-14T06:02:27.4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0063c1833b7adc266e0363ddec627c2b654a707674f5a103e34a6b693c9cdc9e::" providerId="AD" clId="Web-{584FA37C-7630-1E36-60D3-378654531903}"/>
    <pc:docChg chg="modSld">
      <pc:chgData name="Guest User" userId="S::urn:spo:anon#0063c1833b7adc266e0363ddec627c2b654a707674f5a103e34a6b693c9cdc9e::" providerId="AD" clId="Web-{584FA37C-7630-1E36-60D3-378654531903}" dt="2023-12-29T05:51:46.852" v="3" actId="20577"/>
      <pc:docMkLst>
        <pc:docMk/>
      </pc:docMkLst>
      <pc:sldChg chg="modSp">
        <pc:chgData name="Guest User" userId="S::urn:spo:anon#0063c1833b7adc266e0363ddec627c2b654a707674f5a103e34a6b693c9cdc9e::" providerId="AD" clId="Web-{584FA37C-7630-1E36-60D3-378654531903}" dt="2023-12-29T05:51:46.852" v="3" actId="20577"/>
        <pc:sldMkLst>
          <pc:docMk/>
          <pc:sldMk cId="0" sldId="300"/>
        </pc:sldMkLst>
        <pc:spChg chg="mod">
          <ac:chgData name="Guest User" userId="S::urn:spo:anon#0063c1833b7adc266e0363ddec627c2b654a707674f5a103e34a6b693c9cdc9e::" providerId="AD" clId="Web-{584FA37C-7630-1E36-60D3-378654531903}" dt="2023-12-29T05:51:46.852" v="3" actId="20577"/>
          <ac:spMkLst>
            <pc:docMk/>
            <pc:sldMk cId="0" sldId="300"/>
            <ac:spMk id="9" creationId="{00000000-0000-0000-0000-000000000000}"/>
          </ac:spMkLst>
        </pc:spChg>
      </pc:sldChg>
    </pc:docChg>
  </pc:docChgLst>
  <pc:docChgLst>
    <pc:chgData name="Guest User" userId="S::urn:spo:anon#0063c1833b7adc266e0363ddec627c2b654a707674f5a103e34a6b693c9cdc9e::" providerId="AD" clId="Web-{F85CD3E0-0CEF-38FB-AB68-05FC1F5399FF}"/>
    <pc:docChg chg="modSld">
      <pc:chgData name="Guest User" userId="S::urn:spo:anon#0063c1833b7adc266e0363ddec627c2b654a707674f5a103e34a6b693c9cdc9e::" providerId="AD" clId="Web-{F85CD3E0-0CEF-38FB-AB68-05FC1F5399FF}" dt="2023-12-29T05:47:06.036" v="0" actId="20577"/>
      <pc:docMkLst>
        <pc:docMk/>
      </pc:docMkLst>
      <pc:sldChg chg="modSp">
        <pc:chgData name="Guest User" userId="S::urn:spo:anon#0063c1833b7adc266e0363ddec627c2b654a707674f5a103e34a6b693c9cdc9e::" providerId="AD" clId="Web-{F85CD3E0-0CEF-38FB-AB68-05FC1F5399FF}" dt="2023-12-29T05:47:06.036" v="0" actId="20577"/>
        <pc:sldMkLst>
          <pc:docMk/>
          <pc:sldMk cId="0" sldId="300"/>
        </pc:sldMkLst>
        <pc:spChg chg="mod">
          <ac:chgData name="Guest User" userId="S::urn:spo:anon#0063c1833b7adc266e0363ddec627c2b654a707674f5a103e34a6b693c9cdc9e::" providerId="AD" clId="Web-{F85CD3E0-0CEF-38FB-AB68-05FC1F5399FF}" dt="2023-12-29T05:47:06.036" v="0" actId="20577"/>
          <ac:spMkLst>
            <pc:docMk/>
            <pc:sldMk cId="0" sldId="300"/>
            <ac:spMk id="9" creationId="{00000000-0000-0000-0000-000000000000}"/>
          </ac:spMkLst>
        </pc:spChg>
      </pc:sldChg>
    </pc:docChg>
  </pc:docChgLst>
  <pc:docChgLst>
    <pc:chgData name="M ANUSHA" userId="S::anushaaa9@kluniversity.in::31576902-587f-4416-b184-62b5dd11a3e8" providerId="AD" clId="Web-{D7E7366F-3FD1-7748-435F-AEB01E795224}"/>
    <pc:docChg chg="addSld delSld modSld sldOrd">
      <pc:chgData name="M ANUSHA" userId="S::anushaaa9@kluniversity.in::31576902-587f-4416-b184-62b5dd11a3e8" providerId="AD" clId="Web-{D7E7366F-3FD1-7748-435F-AEB01E795224}" dt="2023-12-30T02:33:14.251" v="445" actId="20577"/>
      <pc:docMkLst>
        <pc:docMk/>
      </pc:docMkLst>
      <pc:sldChg chg="modSp ord">
        <pc:chgData name="M ANUSHA" userId="S::anushaaa9@kluniversity.in::31576902-587f-4416-b184-62b5dd11a3e8" providerId="AD" clId="Web-{D7E7366F-3FD1-7748-435F-AEB01E795224}" dt="2023-12-30T02:07:38.781" v="134"/>
        <pc:sldMkLst>
          <pc:docMk/>
          <pc:sldMk cId="0" sldId="258"/>
        </pc:sldMkLst>
        <pc:spChg chg="mod">
          <ac:chgData name="M ANUSHA" userId="S::anushaaa9@kluniversity.in::31576902-587f-4416-b184-62b5dd11a3e8" providerId="AD" clId="Web-{D7E7366F-3FD1-7748-435F-AEB01E795224}" dt="2023-12-30T02:07:34.265" v="133" actId="20577"/>
          <ac:spMkLst>
            <pc:docMk/>
            <pc:sldMk cId="0" sldId="258"/>
            <ac:spMk id="53" creationId="{00000000-0000-0000-0000-000000000000}"/>
          </ac:spMkLst>
        </pc:spChg>
      </pc:sldChg>
      <pc:sldChg chg="addSp delSp modSp">
        <pc:chgData name="M ANUSHA" userId="S::anushaaa9@kluniversity.in::31576902-587f-4416-b184-62b5dd11a3e8" providerId="AD" clId="Web-{D7E7366F-3FD1-7748-435F-AEB01E795224}" dt="2023-12-30T02:29:46.823" v="415" actId="20577"/>
        <pc:sldMkLst>
          <pc:docMk/>
          <pc:sldMk cId="0" sldId="285"/>
        </pc:sldMkLst>
        <pc:spChg chg="add mod">
          <ac:chgData name="M ANUSHA" userId="S::anushaaa9@kluniversity.in::31576902-587f-4416-b184-62b5dd11a3e8" providerId="AD" clId="Web-{D7E7366F-3FD1-7748-435F-AEB01E795224}" dt="2023-12-30T02:29:46.823" v="415" actId="20577"/>
          <ac:spMkLst>
            <pc:docMk/>
            <pc:sldMk cId="0" sldId="285"/>
            <ac:spMk id="2" creationId="{0C7B70F1-B7A5-A209-1F6F-AA0FB85C78B0}"/>
          </ac:spMkLst>
        </pc:spChg>
        <pc:spChg chg="del mod">
          <ac:chgData name="M ANUSHA" userId="S::anushaaa9@kluniversity.in::31576902-587f-4416-b184-62b5dd11a3e8" providerId="AD" clId="Web-{D7E7366F-3FD1-7748-435F-AEB01E795224}" dt="2023-12-30T02:29:11.525" v="399"/>
          <ac:spMkLst>
            <pc:docMk/>
            <pc:sldMk cId="0" sldId="285"/>
            <ac:spMk id="13" creationId="{00000000-0000-0000-0000-000000000000}"/>
          </ac:spMkLst>
        </pc:spChg>
      </pc:sldChg>
      <pc:sldChg chg="modSp ord">
        <pc:chgData name="M ANUSHA" userId="S::anushaaa9@kluniversity.in::31576902-587f-4416-b184-62b5dd11a3e8" providerId="AD" clId="Web-{D7E7366F-3FD1-7748-435F-AEB01E795224}" dt="2023-12-30T02:31:59.280" v="429" actId="20577"/>
        <pc:sldMkLst>
          <pc:docMk/>
          <pc:sldMk cId="0" sldId="287"/>
        </pc:sldMkLst>
        <pc:spChg chg="mod">
          <ac:chgData name="M ANUSHA" userId="S::anushaaa9@kluniversity.in::31576902-587f-4416-b184-62b5dd11a3e8" providerId="AD" clId="Web-{D7E7366F-3FD1-7748-435F-AEB01E795224}" dt="2023-12-30T02:31:59.280" v="429" actId="20577"/>
          <ac:spMkLst>
            <pc:docMk/>
            <pc:sldMk cId="0" sldId="287"/>
            <ac:spMk id="18" creationId="{00000000-0000-0000-0000-000000000000}"/>
          </ac:spMkLst>
        </pc:spChg>
      </pc:sldChg>
      <pc:sldChg chg="addSp delSp modSp ord">
        <pc:chgData name="M ANUSHA" userId="S::anushaaa9@kluniversity.in::31576902-587f-4416-b184-62b5dd11a3e8" providerId="AD" clId="Web-{D7E7366F-3FD1-7748-435F-AEB01E795224}" dt="2023-12-30T02:28:06.429" v="382" actId="20577"/>
        <pc:sldMkLst>
          <pc:docMk/>
          <pc:sldMk cId="0" sldId="288"/>
        </pc:sldMkLst>
        <pc:spChg chg="add del mod">
          <ac:chgData name="M ANUSHA" userId="S::anushaaa9@kluniversity.in::31576902-587f-4416-b184-62b5dd11a3e8" providerId="AD" clId="Web-{D7E7366F-3FD1-7748-435F-AEB01E795224}" dt="2023-12-30T02:14:43.769" v="173"/>
          <ac:spMkLst>
            <pc:docMk/>
            <pc:sldMk cId="0" sldId="288"/>
            <ac:spMk id="3" creationId="{3C7BBC5F-61A6-80D8-58FB-443CB40BC0A5}"/>
          </ac:spMkLst>
        </pc:spChg>
        <pc:spChg chg="mod">
          <ac:chgData name="M ANUSHA" userId="S::anushaaa9@kluniversity.in::31576902-587f-4416-b184-62b5dd11a3e8" providerId="AD" clId="Web-{D7E7366F-3FD1-7748-435F-AEB01E795224}" dt="2023-12-30T02:28:06.429" v="382" actId="20577"/>
          <ac:spMkLst>
            <pc:docMk/>
            <pc:sldMk cId="0" sldId="288"/>
            <ac:spMk id="100" creationId="{00000000-0000-0000-0000-000000000000}"/>
          </ac:spMkLst>
        </pc:spChg>
        <pc:picChg chg="del">
          <ac:chgData name="M ANUSHA" userId="S::anushaaa9@kluniversity.in::31576902-587f-4416-b184-62b5dd11a3e8" providerId="AD" clId="Web-{D7E7366F-3FD1-7748-435F-AEB01E795224}" dt="2023-12-30T02:14:16.971" v="169"/>
          <ac:picMkLst>
            <pc:docMk/>
            <pc:sldMk cId="0" sldId="288"/>
            <ac:picMk id="1073742852" creationId="{00000000-0000-0000-0000-000000000000}"/>
          </ac:picMkLst>
        </pc:picChg>
      </pc:sldChg>
      <pc:sldChg chg="modSp ord">
        <pc:chgData name="M ANUSHA" userId="S::anushaaa9@kluniversity.in::31576902-587f-4416-b184-62b5dd11a3e8" providerId="AD" clId="Web-{D7E7366F-3FD1-7748-435F-AEB01E795224}" dt="2023-12-30T02:26:56.786" v="380"/>
        <pc:sldMkLst>
          <pc:docMk/>
          <pc:sldMk cId="0" sldId="299"/>
        </pc:sldMkLst>
        <pc:spChg chg="mod">
          <ac:chgData name="M ANUSHA" userId="S::anushaaa9@kluniversity.in::31576902-587f-4416-b184-62b5dd11a3e8" providerId="AD" clId="Web-{D7E7366F-3FD1-7748-435F-AEB01E795224}" dt="2023-12-30T02:26:34.520" v="378" actId="20577"/>
          <ac:spMkLst>
            <pc:docMk/>
            <pc:sldMk cId="0" sldId="299"/>
            <ac:spMk id="17" creationId="{00000000-0000-0000-0000-000000000000}"/>
          </ac:spMkLst>
        </pc:spChg>
      </pc:sldChg>
      <pc:sldChg chg="modSp">
        <pc:chgData name="M ANUSHA" userId="S::anushaaa9@kluniversity.in::31576902-587f-4416-b184-62b5dd11a3e8" providerId="AD" clId="Web-{D7E7366F-3FD1-7748-435F-AEB01E795224}" dt="2023-12-30T02:32:22.843" v="440" actId="20577"/>
        <pc:sldMkLst>
          <pc:docMk/>
          <pc:sldMk cId="0" sldId="302"/>
        </pc:sldMkLst>
        <pc:spChg chg="mod">
          <ac:chgData name="M ANUSHA" userId="S::anushaaa9@kluniversity.in::31576902-587f-4416-b184-62b5dd11a3e8" providerId="AD" clId="Web-{D7E7366F-3FD1-7748-435F-AEB01E795224}" dt="2023-12-30T02:32:22.843" v="440" actId="20577"/>
          <ac:spMkLst>
            <pc:docMk/>
            <pc:sldMk cId="0" sldId="302"/>
            <ac:spMk id="9" creationId="{00000000-0000-0000-0000-000000000000}"/>
          </ac:spMkLst>
        </pc:spChg>
      </pc:sldChg>
      <pc:sldChg chg="modSp">
        <pc:chgData name="M ANUSHA" userId="S::anushaaa9@kluniversity.in::31576902-587f-4416-b184-62b5dd11a3e8" providerId="AD" clId="Web-{D7E7366F-3FD1-7748-435F-AEB01E795224}" dt="2023-12-30T02:33:14.251" v="445" actId="20577"/>
        <pc:sldMkLst>
          <pc:docMk/>
          <pc:sldMk cId="0" sldId="303"/>
        </pc:sldMkLst>
        <pc:spChg chg="mod">
          <ac:chgData name="M ANUSHA" userId="S::anushaaa9@kluniversity.in::31576902-587f-4416-b184-62b5dd11a3e8" providerId="AD" clId="Web-{D7E7366F-3FD1-7748-435F-AEB01E795224}" dt="2023-12-30T02:33:14.251" v="445" actId="20577"/>
          <ac:spMkLst>
            <pc:docMk/>
            <pc:sldMk cId="0" sldId="303"/>
            <ac:spMk id="9" creationId="{00000000-0000-0000-0000-000000000000}"/>
          </ac:spMkLst>
        </pc:spChg>
      </pc:sldChg>
      <pc:sldChg chg="modSp">
        <pc:chgData name="M ANUSHA" userId="S::anushaaa9@kluniversity.in::31576902-587f-4416-b184-62b5dd11a3e8" providerId="AD" clId="Web-{D7E7366F-3FD1-7748-435F-AEB01E795224}" dt="2023-12-30T02:09:46.629" v="139" actId="20577"/>
        <pc:sldMkLst>
          <pc:docMk/>
          <pc:sldMk cId="0" sldId="324"/>
        </pc:sldMkLst>
        <pc:spChg chg="mod">
          <ac:chgData name="M ANUSHA" userId="S::anushaaa9@kluniversity.in::31576902-587f-4416-b184-62b5dd11a3e8" providerId="AD" clId="Web-{D7E7366F-3FD1-7748-435F-AEB01E795224}" dt="2023-12-30T02:09:46.629" v="139" actId="20577"/>
          <ac:spMkLst>
            <pc:docMk/>
            <pc:sldMk cId="0" sldId="324"/>
            <ac:spMk id="3" creationId="{00000000-0000-0000-0000-000000000000}"/>
          </ac:spMkLst>
        </pc:spChg>
      </pc:sldChg>
      <pc:sldChg chg="modSp ord">
        <pc:chgData name="M ANUSHA" userId="S::anushaaa9@kluniversity.in::31576902-587f-4416-b184-62b5dd11a3e8" providerId="AD" clId="Web-{D7E7366F-3FD1-7748-435F-AEB01E795224}" dt="2023-12-30T02:16:25.835" v="218"/>
        <pc:sldMkLst>
          <pc:docMk/>
          <pc:sldMk cId="4039548061" sldId="325"/>
        </pc:sldMkLst>
        <pc:spChg chg="mod">
          <ac:chgData name="M ANUSHA" userId="S::anushaaa9@kluniversity.in::31576902-587f-4416-b184-62b5dd11a3e8" providerId="AD" clId="Web-{D7E7366F-3FD1-7748-435F-AEB01E795224}" dt="2023-12-30T02:10:33.661" v="146" actId="20577"/>
          <ac:spMkLst>
            <pc:docMk/>
            <pc:sldMk cId="4039548061" sldId="325"/>
            <ac:spMk id="53" creationId="{CD059825-8C25-BEFD-C244-0F7DB294E956}"/>
          </ac:spMkLst>
        </pc:spChg>
      </pc:sldChg>
      <pc:sldChg chg="addSp delSp modSp new ord addAnim">
        <pc:chgData name="M ANUSHA" userId="S::anushaaa9@kluniversity.in::31576902-587f-4416-b184-62b5dd11a3e8" providerId="AD" clId="Web-{D7E7366F-3FD1-7748-435F-AEB01E795224}" dt="2023-12-30T02:26:46.489" v="379"/>
        <pc:sldMkLst>
          <pc:docMk/>
          <pc:sldMk cId="851917743" sldId="326"/>
        </pc:sldMkLst>
        <pc:spChg chg="del mod">
          <ac:chgData name="M ANUSHA" userId="S::anushaaa9@kluniversity.in::31576902-587f-4416-b184-62b5dd11a3e8" providerId="AD" clId="Web-{D7E7366F-3FD1-7748-435F-AEB01E795224}" dt="2023-12-30T02:13:32.579" v="160"/>
          <ac:spMkLst>
            <pc:docMk/>
            <pc:sldMk cId="851917743" sldId="326"/>
            <ac:spMk id="2" creationId="{976317BC-4456-9B77-E3D3-B9803B041EE3}"/>
          </ac:spMkLst>
        </pc:spChg>
        <pc:spChg chg="add mod">
          <ac:chgData name="M ANUSHA" userId="S::anushaaa9@kluniversity.in::31576902-587f-4416-b184-62b5dd11a3e8" providerId="AD" clId="Web-{D7E7366F-3FD1-7748-435F-AEB01E795224}" dt="2023-12-30T02:21:45.565" v="345" actId="20577"/>
          <ac:spMkLst>
            <pc:docMk/>
            <pc:sldMk cId="851917743" sldId="326"/>
            <ac:spMk id="3" creationId="{020F6378-34BC-213D-4B30-6ADD777AA622}"/>
          </ac:spMkLst>
        </pc:spChg>
        <pc:spChg chg="add">
          <ac:chgData name="M ANUSHA" userId="S::anushaaa9@kluniversity.in::31576902-587f-4416-b184-62b5dd11a3e8" providerId="AD" clId="Web-{D7E7366F-3FD1-7748-435F-AEB01E795224}" dt="2023-12-30T02:13:43.580" v="162"/>
          <ac:spMkLst>
            <pc:docMk/>
            <pc:sldMk cId="851917743" sldId="326"/>
            <ac:spMk id="5" creationId="{178DF62D-0DDA-41A6-8589-F780A5D1B26E}"/>
          </ac:spMkLst>
        </pc:spChg>
        <pc:picChg chg="add">
          <ac:chgData name="M ANUSHA" userId="S::anushaaa9@kluniversity.in::31576902-587f-4416-b184-62b5dd11a3e8" providerId="AD" clId="Web-{D7E7366F-3FD1-7748-435F-AEB01E795224}" dt="2023-12-30T02:13:53.518" v="165"/>
          <ac:picMkLst>
            <pc:docMk/>
            <pc:sldMk cId="851917743" sldId="326"/>
            <ac:picMk id="7" creationId="{ABB977DB-7C74-CCF8-65E6-96AE47691E8D}"/>
          </ac:picMkLst>
        </pc:picChg>
        <pc:picChg chg="add mod">
          <ac:chgData name="M ANUSHA" userId="S::anushaaa9@kluniversity.in::31576902-587f-4416-b184-62b5dd11a3e8" providerId="AD" clId="Web-{D7E7366F-3FD1-7748-435F-AEB01E795224}" dt="2023-12-30T02:14:20.518" v="171" actId="1076"/>
          <ac:picMkLst>
            <pc:docMk/>
            <pc:sldMk cId="851917743" sldId="326"/>
            <ac:picMk id="8" creationId="{C0389CA6-C4C2-BAD8-A2B1-7775707FF3F6}"/>
          </ac:picMkLst>
        </pc:picChg>
      </pc:sldChg>
      <pc:sldChg chg="new del">
        <pc:chgData name="M ANUSHA" userId="S::anushaaa9@kluniversity.in::31576902-587f-4416-b184-62b5dd11a3e8" providerId="AD" clId="Web-{D7E7366F-3FD1-7748-435F-AEB01E795224}" dt="2023-12-30T02:30:55.950" v="421"/>
        <pc:sldMkLst>
          <pc:docMk/>
          <pc:sldMk cId="1318987769" sldId="327"/>
        </pc:sldMkLst>
      </pc:sldChg>
    </pc:docChg>
  </pc:docChgLst>
  <pc:docChgLst>
    <pc:chgData name="Guest User" userId="S::urn:spo:anon#0063c1833b7adc266e0363ddec627c2b654a707674f5a103e34a6b693c9cdc9e::" providerId="AD" clId="Web-{E68A4F1F-9A10-3C03-B4C4-6A84237D0058}"/>
    <pc:docChg chg="modSld sldOrd">
      <pc:chgData name="Guest User" userId="S::urn:spo:anon#0063c1833b7adc266e0363ddec627c2b654a707674f5a103e34a6b693c9cdc9e::" providerId="AD" clId="Web-{E68A4F1F-9A10-3C03-B4C4-6A84237D0058}" dt="2023-12-29T04:57:07.553" v="18"/>
      <pc:docMkLst>
        <pc:docMk/>
      </pc:docMkLst>
      <pc:sldChg chg="modSp">
        <pc:chgData name="Guest User" userId="S::urn:spo:anon#0063c1833b7adc266e0363ddec627c2b654a707674f5a103e34a6b693c9cdc9e::" providerId="AD" clId="Web-{E68A4F1F-9A10-3C03-B4C4-6A84237D0058}" dt="2023-12-29T04:56:45.256" v="17" actId="20577"/>
        <pc:sldMkLst>
          <pc:docMk/>
          <pc:sldMk cId="0" sldId="302"/>
        </pc:sldMkLst>
        <pc:spChg chg="mod">
          <ac:chgData name="Guest User" userId="S::urn:spo:anon#0063c1833b7adc266e0363ddec627c2b654a707674f5a103e34a6b693c9cdc9e::" providerId="AD" clId="Web-{E68A4F1F-9A10-3C03-B4C4-6A84237D0058}" dt="2023-12-29T04:56:45.256" v="17" actId="20577"/>
          <ac:spMkLst>
            <pc:docMk/>
            <pc:sldMk cId="0" sldId="302"/>
            <ac:spMk id="9" creationId="{00000000-0000-0000-0000-000000000000}"/>
          </ac:spMkLst>
        </pc:spChg>
      </pc:sldChg>
      <pc:sldChg chg="modSp ord">
        <pc:chgData name="Guest User" userId="S::urn:spo:anon#0063c1833b7adc266e0363ddec627c2b654a707674f5a103e34a6b693c9cdc9e::" providerId="AD" clId="Web-{E68A4F1F-9A10-3C03-B4C4-6A84237D0058}" dt="2023-12-29T04:57:07.553" v="18"/>
        <pc:sldMkLst>
          <pc:docMk/>
          <pc:sldMk cId="0" sldId="324"/>
        </pc:sldMkLst>
        <pc:spChg chg="mod">
          <ac:chgData name="Guest User" userId="S::urn:spo:anon#0063c1833b7adc266e0363ddec627c2b654a707674f5a103e34a6b693c9cdc9e::" providerId="AD" clId="Web-{E68A4F1F-9A10-3C03-B4C4-6A84237D0058}" dt="2023-12-29T04:55:58.582" v="2" actId="20577"/>
          <ac:spMkLst>
            <pc:docMk/>
            <pc:sldMk cId="0" sldId="324"/>
            <ac:spMk id="3" creationId="{00000000-0000-0000-0000-000000000000}"/>
          </ac:spMkLst>
        </pc:spChg>
      </pc:sldChg>
    </pc:docChg>
  </pc:docChgLst>
  <pc:docChgLst>
    <pc:chgData name="M ANUSHA" userId="S::anushaaa9@kluniversity.in::31576902-587f-4416-b184-62b5dd11a3e8" providerId="AD" clId="Web-{2C31825F-F1CF-D2BA-0339-34FEBE0DF4F6}"/>
    <pc:docChg chg="addSld modSld sldOrd">
      <pc:chgData name="M ANUSHA" userId="S::anushaaa9@kluniversity.in::31576902-587f-4416-b184-62b5dd11a3e8" providerId="AD" clId="Web-{2C31825F-F1CF-D2BA-0339-34FEBE0DF4F6}" dt="2023-12-29T03:39:31.321" v="652"/>
      <pc:docMkLst>
        <pc:docMk/>
      </pc:docMkLst>
      <pc:sldChg chg="modSp ord">
        <pc:chgData name="M ANUSHA" userId="S::anushaaa9@kluniversity.in::31576902-587f-4416-b184-62b5dd11a3e8" providerId="AD" clId="Web-{2C31825F-F1CF-D2BA-0339-34FEBE0DF4F6}" dt="2023-12-29T03:39:31.321" v="652"/>
        <pc:sldMkLst>
          <pc:docMk/>
          <pc:sldMk cId="0" sldId="258"/>
        </pc:sldMkLst>
        <pc:spChg chg="mod">
          <ac:chgData name="M ANUSHA" userId="S::anushaaa9@kluniversity.in::31576902-587f-4416-b184-62b5dd11a3e8" providerId="AD" clId="Web-{2C31825F-F1CF-D2BA-0339-34FEBE0DF4F6}" dt="2023-12-29T03:14:09.872" v="297" actId="2057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M ANUSHA" userId="S::anushaaa9@kluniversity.in::31576902-587f-4416-b184-62b5dd11a3e8" providerId="AD" clId="Web-{2C31825F-F1CF-D2BA-0339-34FEBE0DF4F6}" dt="2023-12-29T03:38:51.773" v="647" actId="20577"/>
          <ac:spMkLst>
            <pc:docMk/>
            <pc:sldMk cId="0" sldId="258"/>
            <ac:spMk id="53" creationId="{00000000-0000-0000-0000-000000000000}"/>
          </ac:spMkLst>
        </pc:spChg>
        <pc:picChg chg="mod">
          <ac:chgData name="M ANUSHA" userId="S::anushaaa9@kluniversity.in::31576902-587f-4416-b184-62b5dd11a3e8" providerId="AD" clId="Web-{2C31825F-F1CF-D2BA-0339-34FEBE0DF4F6}" dt="2023-12-29T03:04:38.122" v="5" actId="1076"/>
          <ac:picMkLst>
            <pc:docMk/>
            <pc:sldMk cId="0" sldId="258"/>
            <ac:picMk id="42" creationId="{00000000-0000-0000-0000-000000000000}"/>
          </ac:picMkLst>
        </pc:picChg>
        <pc:picChg chg="mod">
          <ac:chgData name="M ANUSHA" userId="S::anushaaa9@kluniversity.in::31576902-587f-4416-b184-62b5dd11a3e8" providerId="AD" clId="Web-{2C31825F-F1CF-D2BA-0339-34FEBE0DF4F6}" dt="2023-12-29T03:27:28.035" v="477" actId="1076"/>
          <ac:picMkLst>
            <pc:docMk/>
            <pc:sldMk cId="0" sldId="258"/>
            <ac:picMk id="1073742850" creationId="{00000000-0000-0000-0000-000000000000}"/>
          </ac:picMkLst>
        </pc:picChg>
      </pc:sldChg>
      <pc:sldChg chg="modSp">
        <pc:chgData name="M ANUSHA" userId="S::anushaaa9@kluniversity.in::31576902-587f-4416-b184-62b5dd11a3e8" providerId="AD" clId="Web-{2C31825F-F1CF-D2BA-0339-34FEBE0DF4F6}" dt="2023-12-29T03:16:17.204" v="313" actId="20577"/>
        <pc:sldMkLst>
          <pc:docMk/>
          <pc:sldMk cId="0" sldId="287"/>
        </pc:sldMkLst>
        <pc:spChg chg="mod">
          <ac:chgData name="M ANUSHA" userId="S::anushaaa9@kluniversity.in::31576902-587f-4416-b184-62b5dd11a3e8" providerId="AD" clId="Web-{2C31825F-F1CF-D2BA-0339-34FEBE0DF4F6}" dt="2023-12-29T03:16:17.204" v="313" actId="20577"/>
          <ac:spMkLst>
            <pc:docMk/>
            <pc:sldMk cId="0" sldId="287"/>
            <ac:spMk id="18" creationId="{00000000-0000-0000-0000-000000000000}"/>
          </ac:spMkLst>
        </pc:spChg>
      </pc:sldChg>
      <pc:sldChg chg="ord">
        <pc:chgData name="M ANUSHA" userId="S::anushaaa9@kluniversity.in::31576902-587f-4416-b184-62b5dd11a3e8" providerId="AD" clId="Web-{2C31825F-F1CF-D2BA-0339-34FEBE0DF4F6}" dt="2023-12-29T03:39:19.461" v="649"/>
        <pc:sldMkLst>
          <pc:docMk/>
          <pc:sldMk cId="0" sldId="288"/>
        </pc:sldMkLst>
      </pc:sldChg>
      <pc:sldChg chg="ord">
        <pc:chgData name="M ANUSHA" userId="S::anushaaa9@kluniversity.in::31576902-587f-4416-b184-62b5dd11a3e8" providerId="AD" clId="Web-{2C31825F-F1CF-D2BA-0339-34FEBE0DF4F6}" dt="2023-12-29T03:39:24.805" v="651"/>
        <pc:sldMkLst>
          <pc:docMk/>
          <pc:sldMk cId="0" sldId="299"/>
        </pc:sldMkLst>
      </pc:sldChg>
      <pc:sldChg chg="addSp delSp modSp">
        <pc:chgData name="M ANUSHA" userId="S::anushaaa9@kluniversity.in::31576902-587f-4416-b184-62b5dd11a3e8" providerId="AD" clId="Web-{2C31825F-F1CF-D2BA-0339-34FEBE0DF4F6}" dt="2023-12-29T03:25:54.689" v="469" actId="1076"/>
        <pc:sldMkLst>
          <pc:docMk/>
          <pc:sldMk cId="3041319188" sldId="305"/>
        </pc:sldMkLst>
        <pc:spChg chg="add del mod">
          <ac:chgData name="M ANUSHA" userId="S::anushaaa9@kluniversity.in::31576902-587f-4416-b184-62b5dd11a3e8" providerId="AD" clId="Web-{2C31825F-F1CF-D2BA-0339-34FEBE0DF4F6}" dt="2023-12-29T03:04:33.137" v="4"/>
          <ac:spMkLst>
            <pc:docMk/>
            <pc:sldMk cId="3041319188" sldId="305"/>
            <ac:spMk id="2" creationId="{7A19793E-BB40-9242-A63A-F31DDFA08BA6}"/>
          </ac:spMkLst>
        </pc:spChg>
        <pc:spChg chg="del">
          <ac:chgData name="M ANUSHA" userId="S::anushaaa9@kluniversity.in::31576902-587f-4416-b184-62b5dd11a3e8" providerId="AD" clId="Web-{2C31825F-F1CF-D2BA-0339-34FEBE0DF4F6}" dt="2023-12-29T03:05:36.279" v="31"/>
          <ac:spMkLst>
            <pc:docMk/>
            <pc:sldMk cId="3041319188" sldId="305"/>
            <ac:spMk id="3" creationId="{CD01A892-4FD7-820F-8262-7058ED55FECE}"/>
          </ac:spMkLst>
        </pc:spChg>
        <pc:spChg chg="mod">
          <ac:chgData name="M ANUSHA" userId="S::anushaaa9@kluniversity.in::31576902-587f-4416-b184-62b5dd11a3e8" providerId="AD" clId="Web-{2C31825F-F1CF-D2BA-0339-34FEBE0DF4F6}" dt="2023-12-29T03:24:55.328" v="464" actId="20577"/>
          <ac:spMkLst>
            <pc:docMk/>
            <pc:sldMk cId="3041319188" sldId="305"/>
            <ac:spMk id="4" creationId="{C8DD4AC0-6945-484B-CD5C-5FFF1451F189}"/>
          </ac:spMkLst>
        </pc:spChg>
        <pc:spChg chg="add del mod">
          <ac:chgData name="M ANUSHA" userId="S::anushaaa9@kluniversity.in::31576902-587f-4416-b184-62b5dd11a3e8" providerId="AD" clId="Web-{2C31825F-F1CF-D2BA-0339-34FEBE0DF4F6}" dt="2023-12-29T03:04:45.887" v="9"/>
          <ac:spMkLst>
            <pc:docMk/>
            <pc:sldMk cId="3041319188" sldId="305"/>
            <ac:spMk id="6" creationId="{E6C94ECD-07CC-BD46-E4B4-84B3E1F5B9AC}"/>
          </ac:spMkLst>
        </pc:spChg>
        <pc:spChg chg="add mod">
          <ac:chgData name="M ANUSHA" userId="S::anushaaa9@kluniversity.in::31576902-587f-4416-b184-62b5dd11a3e8" providerId="AD" clId="Web-{2C31825F-F1CF-D2BA-0339-34FEBE0DF4F6}" dt="2023-12-29T03:05:59.343" v="34" actId="14100"/>
          <ac:spMkLst>
            <pc:docMk/>
            <pc:sldMk cId="3041319188" sldId="305"/>
            <ac:spMk id="8" creationId="{150C2AE8-130F-3D97-1D24-2FC732D50178}"/>
          </ac:spMkLst>
        </pc:spChg>
        <pc:spChg chg="add del mod">
          <ac:chgData name="M ANUSHA" userId="S::anushaaa9@kluniversity.in::31576902-587f-4416-b184-62b5dd11a3e8" providerId="AD" clId="Web-{2C31825F-F1CF-D2BA-0339-34FEBE0DF4F6}" dt="2023-12-29T03:05:55.186" v="33"/>
          <ac:spMkLst>
            <pc:docMk/>
            <pc:sldMk cId="3041319188" sldId="305"/>
            <ac:spMk id="10" creationId="{A261EEC0-FF52-EBDC-D7D7-D486103EE6C4}"/>
          </ac:spMkLst>
        </pc:spChg>
        <pc:picChg chg="add del mod">
          <ac:chgData name="M ANUSHA" userId="S::anushaaa9@kluniversity.in::31576902-587f-4416-b184-62b5dd11a3e8" providerId="AD" clId="Web-{2C31825F-F1CF-D2BA-0339-34FEBE0DF4F6}" dt="2023-12-29T03:25:50.360" v="467"/>
          <ac:picMkLst>
            <pc:docMk/>
            <pc:sldMk cId="3041319188" sldId="305"/>
            <ac:picMk id="5" creationId="{6AF4B4AE-87FF-EEE2-B0C8-9AAEDB9630CB}"/>
          </ac:picMkLst>
        </pc:picChg>
        <pc:picChg chg="add">
          <ac:chgData name="M ANUSHA" userId="S::anushaaa9@kluniversity.in::31576902-587f-4416-b184-62b5dd11a3e8" providerId="AD" clId="Web-{2C31825F-F1CF-D2BA-0339-34FEBE0DF4F6}" dt="2023-12-29T03:05:43.764" v="32"/>
          <ac:picMkLst>
            <pc:docMk/>
            <pc:sldMk cId="3041319188" sldId="305"/>
            <ac:picMk id="12" creationId="{D0317E4D-446B-062F-7A10-2DC8F4E87053}"/>
          </ac:picMkLst>
        </pc:picChg>
        <pc:picChg chg="add mod">
          <ac:chgData name="M ANUSHA" userId="S::anushaaa9@kluniversity.in::31576902-587f-4416-b184-62b5dd11a3e8" providerId="AD" clId="Web-{2C31825F-F1CF-D2BA-0339-34FEBE0DF4F6}" dt="2023-12-29T03:25:54.689" v="469" actId="1076"/>
          <ac:picMkLst>
            <pc:docMk/>
            <pc:sldMk cId="3041319188" sldId="305"/>
            <ac:picMk id="13" creationId="{5A61F2CF-86CC-57F4-8B42-77A4CCA72A9A}"/>
          </ac:picMkLst>
        </pc:picChg>
      </pc:sldChg>
      <pc:sldChg chg="addSp delSp modSp add">
        <pc:chgData name="M ANUSHA" userId="S::anushaaa9@kluniversity.in::31576902-587f-4416-b184-62b5dd11a3e8" providerId="AD" clId="Web-{2C31825F-F1CF-D2BA-0339-34FEBE0DF4F6}" dt="2023-12-29T03:23:23.887" v="463" actId="14100"/>
        <pc:sldMkLst>
          <pc:docMk/>
          <pc:sldMk cId="0" sldId="324"/>
        </pc:sldMkLst>
        <pc:spChg chg="del mod">
          <ac:chgData name="M ANUSHA" userId="S::anushaaa9@kluniversity.in::31576902-587f-4416-b184-62b5dd11a3e8" providerId="AD" clId="Web-{2C31825F-F1CF-D2BA-0339-34FEBE0DF4F6}" dt="2023-12-29T03:15:05.170" v="305"/>
          <ac:spMkLst>
            <pc:docMk/>
            <pc:sldMk cId="0" sldId="324"/>
            <ac:spMk id="2" creationId="{00000000-0000-0000-0000-000000000000}"/>
          </ac:spMkLst>
        </pc:spChg>
        <pc:spChg chg="mod">
          <ac:chgData name="M ANUSHA" userId="S::anushaaa9@kluniversity.in::31576902-587f-4416-b184-62b5dd11a3e8" providerId="AD" clId="Web-{2C31825F-F1CF-D2BA-0339-34FEBE0DF4F6}" dt="2023-12-29T03:23:23.887" v="463" actId="14100"/>
          <ac:spMkLst>
            <pc:docMk/>
            <pc:sldMk cId="0" sldId="324"/>
            <ac:spMk id="3" creationId="{00000000-0000-0000-0000-000000000000}"/>
          </ac:spMkLst>
        </pc:spChg>
        <pc:spChg chg="add mod">
          <ac:chgData name="M ANUSHA" userId="S::anushaaa9@kluniversity.in::31576902-587f-4416-b184-62b5dd11a3e8" providerId="AD" clId="Web-{2C31825F-F1CF-D2BA-0339-34FEBE0DF4F6}" dt="2023-12-29T03:17:01.252" v="321"/>
          <ac:spMkLst>
            <pc:docMk/>
            <pc:sldMk cId="0" sldId="324"/>
            <ac:spMk id="6" creationId="{5A5AAC3A-32C1-5803-6E7E-9C2A1CF17DFE}"/>
          </ac:spMkLst>
        </pc:spChg>
        <pc:picChg chg="add">
          <ac:chgData name="M ANUSHA" userId="S::anushaaa9@kluniversity.in::31576902-587f-4416-b184-62b5dd11a3e8" providerId="AD" clId="Web-{2C31825F-F1CF-D2BA-0339-34FEBE0DF4F6}" dt="2023-12-29T03:15:10.874" v="306"/>
          <ac:picMkLst>
            <pc:docMk/>
            <pc:sldMk cId="0" sldId="324"/>
            <ac:picMk id="8" creationId="{47019809-B39D-5C74-6553-D1D179406C4C}"/>
          </ac:picMkLst>
        </pc:picChg>
        <pc:picChg chg="add">
          <ac:chgData name="M ANUSHA" userId="S::anushaaa9@kluniversity.in::31576902-587f-4416-b184-62b5dd11a3e8" providerId="AD" clId="Web-{2C31825F-F1CF-D2BA-0339-34FEBE0DF4F6}" dt="2023-12-29T03:16:54.486" v="317"/>
          <ac:picMkLst>
            <pc:docMk/>
            <pc:sldMk cId="0" sldId="324"/>
            <ac:picMk id="10" creationId="{065B3FCF-86F7-5163-3618-A3817CBAC957}"/>
          </ac:picMkLst>
        </pc:picChg>
      </pc:sldChg>
      <pc:sldChg chg="addSp delSp modSp add replId">
        <pc:chgData name="M ANUSHA" userId="S::anushaaa9@kluniversity.in::31576902-587f-4416-b184-62b5dd11a3e8" providerId="AD" clId="Web-{2C31825F-F1CF-D2BA-0339-34FEBE0DF4F6}" dt="2023-12-29T03:38:46.460" v="644" actId="20577"/>
        <pc:sldMkLst>
          <pc:docMk/>
          <pc:sldMk cId="4039548061" sldId="325"/>
        </pc:sldMkLst>
        <pc:spChg chg="add del mod">
          <ac:chgData name="M ANUSHA" userId="S::anushaaa9@kluniversity.in::31576902-587f-4416-b184-62b5dd11a3e8" providerId="AD" clId="Web-{2C31825F-F1CF-D2BA-0339-34FEBE0DF4F6}" dt="2023-12-29T03:38:09.319" v="628"/>
          <ac:spMkLst>
            <pc:docMk/>
            <pc:sldMk cId="4039548061" sldId="325"/>
            <ac:spMk id="3" creationId="{8C8CF1E1-1FBD-844A-668C-55A96F2127A2}"/>
          </ac:spMkLst>
        </pc:spChg>
        <pc:spChg chg="mod">
          <ac:chgData name="M ANUSHA" userId="S::anushaaa9@kluniversity.in::31576902-587f-4416-b184-62b5dd11a3e8" providerId="AD" clId="Web-{2C31825F-F1CF-D2BA-0339-34FEBE0DF4F6}" dt="2023-12-29T03:38:46.460" v="644" actId="20577"/>
          <ac:spMkLst>
            <pc:docMk/>
            <pc:sldMk cId="4039548061" sldId="325"/>
            <ac:spMk id="53" creationId="{CD059825-8C25-BEFD-C244-0F7DB294E956}"/>
          </ac:spMkLst>
        </pc:spChg>
        <pc:picChg chg="del">
          <ac:chgData name="M ANUSHA" userId="S::anushaaa9@kluniversity.in::31576902-587f-4416-b184-62b5dd11a3e8" providerId="AD" clId="Web-{2C31825F-F1CF-D2BA-0339-34FEBE0DF4F6}" dt="2023-12-29T03:38:01.459" v="627"/>
          <ac:picMkLst>
            <pc:docMk/>
            <pc:sldMk cId="4039548061" sldId="325"/>
            <ac:picMk id="1073742850" creationId="{6ABB6774-174D-DF47-D187-6B0067DB7B88}"/>
          </ac:picMkLst>
        </pc:picChg>
      </pc:sldChg>
    </pc:docChg>
  </pc:docChgLst>
  <pc:docChgLst>
    <pc:chgData name="Ravi Pallapati" userId="405e64382e001c53" providerId="LiveId" clId="{739C47D7-FA0F-4A4B-9BE3-0198A3003824}"/>
    <pc:docChg chg="undo custSel addSld delSld modSld">
      <pc:chgData name="Ravi Pallapati" userId="405e64382e001c53" providerId="LiveId" clId="{739C47D7-FA0F-4A4B-9BE3-0198A3003824}" dt="2024-12-14T06:02:31.187" v="86" actId="47"/>
      <pc:docMkLst>
        <pc:docMk/>
      </pc:docMkLst>
      <pc:sldChg chg="modSp mod">
        <pc:chgData name="Ravi Pallapati" userId="405e64382e001c53" providerId="LiveId" clId="{739C47D7-FA0F-4A4B-9BE3-0198A3003824}" dt="2024-12-13T09:42:33.236" v="82"/>
        <pc:sldMkLst>
          <pc:docMk/>
          <pc:sldMk cId="0" sldId="271"/>
        </pc:sldMkLst>
        <pc:spChg chg="mod">
          <ac:chgData name="Ravi Pallapati" userId="405e64382e001c53" providerId="LiveId" clId="{739C47D7-FA0F-4A4B-9BE3-0198A3003824}" dt="2024-12-13T09:42:33.236" v="82"/>
          <ac:spMkLst>
            <pc:docMk/>
            <pc:sldMk cId="0" sldId="271"/>
            <ac:spMk id="476" creationId="{00000000-0000-0000-0000-000000000000}"/>
          </ac:spMkLst>
        </pc:spChg>
      </pc:sldChg>
      <pc:sldChg chg="del">
        <pc:chgData name="Ravi Pallapati" userId="405e64382e001c53" providerId="LiveId" clId="{739C47D7-FA0F-4A4B-9BE3-0198A3003824}" dt="2024-12-14T04:56:44.517" v="84" actId="2696"/>
        <pc:sldMkLst>
          <pc:docMk/>
          <pc:sldMk cId="0" sldId="303"/>
        </pc:sldMkLst>
      </pc:sldChg>
      <pc:sldChg chg="del">
        <pc:chgData name="Ravi Pallapati" userId="405e64382e001c53" providerId="LiveId" clId="{739C47D7-FA0F-4A4B-9BE3-0198A3003824}" dt="2024-12-14T06:02:31.187" v="86" actId="47"/>
        <pc:sldMkLst>
          <pc:docMk/>
          <pc:sldMk cId="0" sldId="304"/>
        </pc:sldMkLst>
      </pc:sldChg>
      <pc:sldChg chg="add">
        <pc:chgData name="Ravi Pallapati" userId="405e64382e001c53" providerId="LiveId" clId="{739C47D7-FA0F-4A4B-9BE3-0198A3003824}" dt="2024-12-14T04:56:24.367" v="83"/>
        <pc:sldMkLst>
          <pc:docMk/>
          <pc:sldMk cId="0" sldId="328"/>
        </pc:sldMkLst>
      </pc:sldChg>
      <pc:sldChg chg="add">
        <pc:chgData name="Ravi Pallapati" userId="405e64382e001c53" providerId="LiveId" clId="{739C47D7-FA0F-4A4B-9BE3-0198A3003824}" dt="2024-12-14T06:02:27.468" v="85"/>
        <pc:sldMkLst>
          <pc:docMk/>
          <pc:sldMk cId="0" sldId="329"/>
        </pc:sldMkLst>
      </pc:sldChg>
    </pc:docChg>
  </pc:docChgLst>
  <pc:docChgLst>
    <pc:chgData name="M ANUSHA" userId="S::anushaaa9@kluniversity.in::31576902-587f-4416-b184-62b5dd11a3e8" providerId="AD" clId="Web-{7D41CF61-7366-2C41-1595-1E57945940E1}"/>
    <pc:docChg chg="modSld sldOrd">
      <pc:chgData name="M ANUSHA" userId="S::anushaaa9@kluniversity.in::31576902-587f-4416-b184-62b5dd11a3e8" providerId="AD" clId="Web-{7D41CF61-7366-2C41-1595-1E57945940E1}" dt="2023-12-29T05:55:54.652" v="28" actId="20577"/>
      <pc:docMkLst>
        <pc:docMk/>
      </pc:docMkLst>
      <pc:sldChg chg="modSp">
        <pc:chgData name="M ANUSHA" userId="S::anushaaa9@kluniversity.in::31576902-587f-4416-b184-62b5dd11a3e8" providerId="AD" clId="Web-{7D41CF61-7366-2C41-1595-1E57945940E1}" dt="2023-12-29T05:53:44.115" v="8" actId="1076"/>
        <pc:sldMkLst>
          <pc:docMk/>
          <pc:sldMk cId="0" sldId="258"/>
        </pc:sldMkLst>
        <pc:picChg chg="mod">
          <ac:chgData name="M ANUSHA" userId="S::anushaaa9@kluniversity.in::31576902-587f-4416-b184-62b5dd11a3e8" providerId="AD" clId="Web-{7D41CF61-7366-2C41-1595-1E57945940E1}" dt="2023-12-29T05:53:44.115" v="8" actId="1076"/>
          <ac:picMkLst>
            <pc:docMk/>
            <pc:sldMk cId="0" sldId="258"/>
            <ac:picMk id="1073742850" creationId="{00000000-0000-0000-0000-000000000000}"/>
          </ac:picMkLst>
        </pc:picChg>
      </pc:sldChg>
      <pc:sldChg chg="modSp">
        <pc:chgData name="M ANUSHA" userId="S::anushaaa9@kluniversity.in::31576902-587f-4416-b184-62b5dd11a3e8" providerId="AD" clId="Web-{7D41CF61-7366-2C41-1595-1E57945940E1}" dt="2023-12-29T05:54:19.007" v="12" actId="20577"/>
        <pc:sldMkLst>
          <pc:docMk/>
          <pc:sldMk cId="0" sldId="285"/>
        </pc:sldMkLst>
        <pc:spChg chg="mod">
          <ac:chgData name="M ANUSHA" userId="S::anushaaa9@kluniversity.in::31576902-587f-4416-b184-62b5dd11a3e8" providerId="AD" clId="Web-{7D41CF61-7366-2C41-1595-1E57945940E1}" dt="2023-12-29T05:54:19.007" v="12" actId="20577"/>
          <ac:spMkLst>
            <pc:docMk/>
            <pc:sldMk cId="0" sldId="285"/>
            <ac:spMk id="13" creationId="{00000000-0000-0000-0000-000000000000}"/>
          </ac:spMkLst>
        </pc:spChg>
      </pc:sldChg>
      <pc:sldChg chg="modSp">
        <pc:chgData name="M ANUSHA" userId="S::anushaaa9@kluniversity.in::31576902-587f-4416-b184-62b5dd11a3e8" providerId="AD" clId="Web-{7D41CF61-7366-2C41-1595-1E57945940E1}" dt="2023-12-29T05:53:58.413" v="10" actId="20577"/>
        <pc:sldMkLst>
          <pc:docMk/>
          <pc:sldMk cId="0" sldId="287"/>
        </pc:sldMkLst>
        <pc:spChg chg="mod">
          <ac:chgData name="M ANUSHA" userId="S::anushaaa9@kluniversity.in::31576902-587f-4416-b184-62b5dd11a3e8" providerId="AD" clId="Web-{7D41CF61-7366-2C41-1595-1E57945940E1}" dt="2023-12-29T05:53:58.413" v="10" actId="20577"/>
          <ac:spMkLst>
            <pc:docMk/>
            <pc:sldMk cId="0" sldId="287"/>
            <ac:spMk id="18" creationId="{00000000-0000-0000-0000-000000000000}"/>
          </ac:spMkLst>
        </pc:spChg>
      </pc:sldChg>
      <pc:sldChg chg="ord">
        <pc:chgData name="M ANUSHA" userId="S::anushaaa9@kluniversity.in::31576902-587f-4416-b184-62b5dd11a3e8" providerId="AD" clId="Web-{7D41CF61-7366-2C41-1595-1E57945940E1}" dt="2023-12-29T05:52:13.268" v="0"/>
        <pc:sldMkLst>
          <pc:docMk/>
          <pc:sldMk cId="0" sldId="288"/>
        </pc:sldMkLst>
      </pc:sldChg>
      <pc:sldChg chg="modSp">
        <pc:chgData name="M ANUSHA" userId="S::anushaaa9@kluniversity.in::31576902-587f-4416-b184-62b5dd11a3e8" providerId="AD" clId="Web-{7D41CF61-7366-2C41-1595-1E57945940E1}" dt="2023-12-29T05:54:30.102" v="13" actId="14100"/>
        <pc:sldMkLst>
          <pc:docMk/>
          <pc:sldMk cId="0" sldId="299"/>
        </pc:sldMkLst>
        <pc:spChg chg="mod">
          <ac:chgData name="M ANUSHA" userId="S::anushaaa9@kluniversity.in::31576902-587f-4416-b184-62b5dd11a3e8" providerId="AD" clId="Web-{7D41CF61-7366-2C41-1595-1E57945940E1}" dt="2023-12-29T05:54:30.102" v="13" actId="14100"/>
          <ac:spMkLst>
            <pc:docMk/>
            <pc:sldMk cId="0" sldId="299"/>
            <ac:spMk id="17" creationId="{00000000-0000-0000-0000-000000000000}"/>
          </ac:spMkLst>
        </pc:spChg>
      </pc:sldChg>
      <pc:sldChg chg="modSp ord">
        <pc:chgData name="M ANUSHA" userId="S::anushaaa9@kluniversity.in::31576902-587f-4416-b184-62b5dd11a3e8" providerId="AD" clId="Web-{7D41CF61-7366-2C41-1595-1E57945940E1}" dt="2023-12-29T05:55:54.652" v="28" actId="20577"/>
        <pc:sldMkLst>
          <pc:docMk/>
          <pc:sldMk cId="0" sldId="324"/>
        </pc:sldMkLst>
        <pc:spChg chg="mod">
          <ac:chgData name="M ANUSHA" userId="S::anushaaa9@kluniversity.in::31576902-587f-4416-b184-62b5dd11a3e8" providerId="AD" clId="Web-{7D41CF61-7366-2C41-1595-1E57945940E1}" dt="2023-12-29T05:55:54.652" v="28" actId="20577"/>
          <ac:spMkLst>
            <pc:docMk/>
            <pc:sldMk cId="0" sldId="324"/>
            <ac:spMk id="3" creationId="{00000000-0000-0000-0000-000000000000}"/>
          </ac:spMkLst>
        </pc:spChg>
        <pc:picChg chg="mod">
          <ac:chgData name="M ANUSHA" userId="S::anushaaa9@kluniversity.in::31576902-587f-4416-b184-62b5dd11a3e8" providerId="AD" clId="Web-{7D41CF61-7366-2C41-1595-1E57945940E1}" dt="2023-12-29T05:55:33.464" v="25" actId="14100"/>
          <ac:picMkLst>
            <pc:docMk/>
            <pc:sldMk cId="0" sldId="324"/>
            <ac:picMk id="4" creationId="{00000000-0000-0000-0000-000000000000}"/>
          </ac:picMkLst>
        </pc:picChg>
      </pc:sldChg>
      <pc:sldChg chg="modSp">
        <pc:chgData name="M ANUSHA" userId="S::anushaaa9@kluniversity.in::31576902-587f-4416-b184-62b5dd11a3e8" providerId="AD" clId="Web-{7D41CF61-7366-2C41-1595-1E57945940E1}" dt="2023-12-29T05:55:12.728" v="20" actId="20577"/>
        <pc:sldMkLst>
          <pc:docMk/>
          <pc:sldMk cId="4039548061" sldId="325"/>
        </pc:sldMkLst>
        <pc:spChg chg="mod">
          <ac:chgData name="M ANUSHA" userId="S::anushaaa9@kluniversity.in::31576902-587f-4416-b184-62b5dd11a3e8" providerId="AD" clId="Web-{7D41CF61-7366-2C41-1595-1E57945940E1}" dt="2023-12-29T05:54:50.852" v="15" actId="14100"/>
          <ac:spMkLst>
            <pc:docMk/>
            <pc:sldMk cId="4039548061" sldId="325"/>
            <ac:spMk id="23" creationId="{24AC4258-299E-5F90-A55A-7DCFA6C6BC0F}"/>
          </ac:spMkLst>
        </pc:spChg>
        <pc:spChg chg="mod">
          <ac:chgData name="M ANUSHA" userId="S::anushaaa9@kluniversity.in::31576902-587f-4416-b184-62b5dd11a3e8" providerId="AD" clId="Web-{7D41CF61-7366-2C41-1595-1E57945940E1}" dt="2023-12-29T05:55:12.728" v="20" actId="20577"/>
          <ac:spMkLst>
            <pc:docMk/>
            <pc:sldMk cId="4039548061" sldId="325"/>
            <ac:spMk id="53" creationId="{CD059825-8C25-BEFD-C244-0F7DB294E956}"/>
          </ac:spMkLst>
        </pc:spChg>
      </pc:sldChg>
    </pc:docChg>
  </pc:docChgLst>
  <pc:docChgLst>
    <pc:chgData name="M ANUSHA" userId="S::anushaaa9@kluniversity.in::31576902-587f-4416-b184-62b5dd11a3e8" providerId="AD" clId="Web-{1A2966C4-1B72-F9D1-DAA1-9FD50E13793C}"/>
    <pc:docChg chg="addSld modSld sldOrd">
      <pc:chgData name="M ANUSHA" userId="S::anushaaa9@kluniversity.in::31576902-587f-4416-b184-62b5dd11a3e8" providerId="AD" clId="Web-{1A2966C4-1B72-F9D1-DAA1-9FD50E13793C}" dt="2023-12-30T03:13:43.149" v="84" actId="14100"/>
      <pc:docMkLst>
        <pc:docMk/>
      </pc:docMkLst>
      <pc:sldChg chg="addSp delSp modSp ord">
        <pc:chgData name="M ANUSHA" userId="S::anushaaa9@kluniversity.in::31576902-587f-4416-b184-62b5dd11a3e8" providerId="AD" clId="Web-{1A2966C4-1B72-F9D1-DAA1-9FD50E13793C}" dt="2023-12-30T03:12:52.258" v="64"/>
        <pc:sldMkLst>
          <pc:docMk/>
          <pc:sldMk cId="3041319188" sldId="305"/>
        </pc:sldMkLst>
        <pc:spChg chg="mod">
          <ac:chgData name="M ANUSHA" userId="S::anushaaa9@kluniversity.in::31576902-587f-4416-b184-62b5dd11a3e8" providerId="AD" clId="Web-{1A2966C4-1B72-F9D1-DAA1-9FD50E13793C}" dt="2023-12-30T03:11:38.678" v="19" actId="20577"/>
          <ac:spMkLst>
            <pc:docMk/>
            <pc:sldMk cId="3041319188" sldId="305"/>
            <ac:spMk id="4" creationId="{C8DD4AC0-6945-484B-CD5C-5FFF1451F189}"/>
          </ac:spMkLst>
        </pc:spChg>
        <pc:spChg chg="mod">
          <ac:chgData name="M ANUSHA" userId="S::anushaaa9@kluniversity.in::31576902-587f-4416-b184-62b5dd11a3e8" providerId="AD" clId="Web-{1A2966C4-1B72-F9D1-DAA1-9FD50E13793C}" dt="2023-12-30T03:12:44.461" v="61" actId="14100"/>
          <ac:spMkLst>
            <pc:docMk/>
            <pc:sldMk cId="3041319188" sldId="305"/>
            <ac:spMk id="8" creationId="{150C2AE8-130F-3D97-1D24-2FC732D50178}"/>
          </ac:spMkLst>
        </pc:spChg>
        <pc:picChg chg="add del">
          <ac:chgData name="M ANUSHA" userId="S::anushaaa9@kluniversity.in::31576902-587f-4416-b184-62b5dd11a3e8" providerId="AD" clId="Web-{1A2966C4-1B72-F9D1-DAA1-9FD50E13793C}" dt="2023-12-30T03:12:52.258" v="64"/>
          <ac:picMkLst>
            <pc:docMk/>
            <pc:sldMk cId="3041319188" sldId="305"/>
            <ac:picMk id="12" creationId="{D0317E4D-446B-062F-7A10-2DC8F4E87053}"/>
          </ac:picMkLst>
        </pc:picChg>
      </pc:sldChg>
      <pc:sldChg chg="ord">
        <pc:chgData name="M ANUSHA" userId="S::anushaaa9@kluniversity.in::31576902-587f-4416-b184-62b5dd11a3e8" providerId="AD" clId="Web-{1A2966C4-1B72-F9D1-DAA1-9FD50E13793C}" dt="2023-12-30T03:11:47.850" v="21"/>
        <pc:sldMkLst>
          <pc:docMk/>
          <pc:sldMk cId="0" sldId="324"/>
        </pc:sldMkLst>
      </pc:sldChg>
      <pc:sldChg chg="addSp delSp modSp new">
        <pc:chgData name="M ANUSHA" userId="S::anushaaa9@kluniversity.in::31576902-587f-4416-b184-62b5dd11a3e8" providerId="AD" clId="Web-{1A2966C4-1B72-F9D1-DAA1-9FD50E13793C}" dt="2023-12-30T03:13:43.149" v="84" actId="14100"/>
        <pc:sldMkLst>
          <pc:docMk/>
          <pc:sldMk cId="657598151" sldId="327"/>
        </pc:sldMkLst>
        <pc:spChg chg="del">
          <ac:chgData name="M ANUSHA" userId="S::anushaaa9@kluniversity.in::31576902-587f-4416-b184-62b5dd11a3e8" providerId="AD" clId="Web-{1A2966C4-1B72-F9D1-DAA1-9FD50E13793C}" dt="2023-12-30T03:12:06.069" v="29"/>
          <ac:spMkLst>
            <pc:docMk/>
            <pc:sldMk cId="657598151" sldId="327"/>
            <ac:spMk id="2" creationId="{E24770E4-0CB6-A1D4-16B1-4150CAFA002A}"/>
          </ac:spMkLst>
        </pc:spChg>
        <pc:spChg chg="mod">
          <ac:chgData name="M ANUSHA" userId="S::anushaaa9@kluniversity.in::31576902-587f-4416-b184-62b5dd11a3e8" providerId="AD" clId="Web-{1A2966C4-1B72-F9D1-DAA1-9FD50E13793C}" dt="2023-12-30T03:13:43.149" v="84" actId="14100"/>
          <ac:spMkLst>
            <pc:docMk/>
            <pc:sldMk cId="657598151" sldId="327"/>
            <ac:spMk id="3" creationId="{CBB177CC-C580-24DA-8F38-114EF820604D}"/>
          </ac:spMkLst>
        </pc:spChg>
        <pc:spChg chg="add">
          <ac:chgData name="M ANUSHA" userId="S::anushaaa9@kluniversity.in::31576902-587f-4416-b184-62b5dd11a3e8" providerId="AD" clId="Web-{1A2966C4-1B72-F9D1-DAA1-9FD50E13793C}" dt="2023-12-30T03:12:48.414" v="62"/>
          <ac:spMkLst>
            <pc:docMk/>
            <pc:sldMk cId="657598151" sldId="327"/>
            <ac:spMk id="5" creationId="{2897E438-1DC9-2469-3451-AB7732A6F163}"/>
          </ac:spMkLst>
        </pc:spChg>
        <pc:picChg chg="add">
          <ac:chgData name="M ANUSHA" userId="S::anushaaa9@kluniversity.in::31576902-587f-4416-b184-62b5dd11a3e8" providerId="AD" clId="Web-{1A2966C4-1B72-F9D1-DAA1-9FD50E13793C}" dt="2023-12-30T03:12:57.508" v="65"/>
          <ac:picMkLst>
            <pc:docMk/>
            <pc:sldMk cId="657598151" sldId="327"/>
            <ac:picMk id="7" creationId="{73B3B969-C649-58AB-1F3E-5354F89E30D9}"/>
          </ac:picMkLst>
        </pc:picChg>
        <pc:picChg chg="add del">
          <ac:chgData name="M ANUSHA" userId="S::anushaaa9@kluniversity.in::31576902-587f-4416-b184-62b5dd11a3e8" providerId="AD" clId="Web-{1A2966C4-1B72-F9D1-DAA1-9FD50E13793C}" dt="2023-12-30T03:13:07.664" v="70"/>
          <ac:picMkLst>
            <pc:docMk/>
            <pc:sldMk cId="657598151" sldId="327"/>
            <ac:picMk id="9" creationId="{4B53BC3E-235D-A8D9-A629-592496F84C1C}"/>
          </ac:picMkLst>
        </pc:picChg>
        <pc:picChg chg="add del">
          <ac:chgData name="M ANUSHA" userId="S::anushaaa9@kluniversity.in::31576902-587f-4416-b184-62b5dd11a3e8" providerId="AD" clId="Web-{1A2966C4-1B72-F9D1-DAA1-9FD50E13793C}" dt="2023-12-30T03:13:12.024" v="72"/>
          <ac:picMkLst>
            <pc:docMk/>
            <pc:sldMk cId="657598151" sldId="327"/>
            <ac:picMk id="11" creationId="{3DC9542C-CAF2-91D2-47F7-1EFBB4E0AF8E}"/>
          </ac:picMkLst>
        </pc:picChg>
      </pc:sldChg>
    </pc:docChg>
  </pc:docChgLst>
  <pc:docChgLst>
    <pc:chgData name="Guest User" userId="S::urn:spo:anon#041d050716007d72e933769838f51bced52d97ace154e39de1e0ee92a489812d::" providerId="AD" clId="Web-{E364E12B-DCED-B66A-26A1-46B12F96DDF9}"/>
    <pc:docChg chg="addSld delSld modSld">
      <pc:chgData name="Guest User" userId="S::urn:spo:anon#041d050716007d72e933769838f51bced52d97ace154e39de1e0ee92a489812d::" providerId="AD" clId="Web-{E364E12B-DCED-B66A-26A1-46B12F96DDF9}" dt="2023-12-28T08:20:17.131" v="644" actId="20577"/>
      <pc:docMkLst>
        <pc:docMk/>
      </pc:docMkLst>
      <pc:sldChg chg="modSp">
        <pc:chgData name="Guest User" userId="S::urn:spo:anon#041d050716007d72e933769838f51bced52d97ace154e39de1e0ee92a489812d::" providerId="AD" clId="Web-{E364E12B-DCED-B66A-26A1-46B12F96DDF9}" dt="2023-12-28T08:20:17.131" v="644" actId="20577"/>
        <pc:sldMkLst>
          <pc:docMk/>
          <pc:sldMk cId="0" sldId="258"/>
        </pc:sldMkLst>
        <pc:spChg chg="mod">
          <ac:chgData name="Guest User" userId="S::urn:spo:anon#041d050716007d72e933769838f51bced52d97ace154e39de1e0ee92a489812d::" providerId="AD" clId="Web-{E364E12B-DCED-B66A-26A1-46B12F96DDF9}" dt="2023-12-28T08:20:17.131" v="644" actId="20577"/>
          <ac:spMkLst>
            <pc:docMk/>
            <pc:sldMk cId="0" sldId="258"/>
            <ac:spMk id="53" creationId="{00000000-0000-0000-0000-000000000000}"/>
          </ac:spMkLst>
        </pc:spChg>
        <pc:picChg chg="mod">
          <ac:chgData name="Guest User" userId="S::urn:spo:anon#041d050716007d72e933769838f51bced52d97ace154e39de1e0ee92a489812d::" providerId="AD" clId="Web-{E364E12B-DCED-B66A-26A1-46B12F96DDF9}" dt="2023-12-28T07:52:15.561" v="60" actId="1076"/>
          <ac:picMkLst>
            <pc:docMk/>
            <pc:sldMk cId="0" sldId="258"/>
            <ac:picMk id="1073742850" creationId="{00000000-0000-0000-0000-000000000000}"/>
          </ac:picMkLst>
        </pc:picChg>
      </pc:sldChg>
      <pc:sldChg chg="modSp">
        <pc:chgData name="Guest User" userId="S::urn:spo:anon#041d050716007d72e933769838f51bced52d97ace154e39de1e0ee92a489812d::" providerId="AD" clId="Web-{E364E12B-DCED-B66A-26A1-46B12F96DDF9}" dt="2023-12-28T07:50:14.416" v="16" actId="14100"/>
        <pc:sldMkLst>
          <pc:docMk/>
          <pc:sldMk cId="0" sldId="271"/>
        </pc:sldMkLst>
        <pc:spChg chg="mod">
          <ac:chgData name="Guest User" userId="S::urn:spo:anon#041d050716007d72e933769838f51bced52d97ace154e39de1e0ee92a489812d::" providerId="AD" clId="Web-{E364E12B-DCED-B66A-26A1-46B12F96DDF9}" dt="2023-12-28T07:50:14.416" v="16" actId="14100"/>
          <ac:spMkLst>
            <pc:docMk/>
            <pc:sldMk cId="0" sldId="271"/>
            <ac:spMk id="476" creationId="{00000000-0000-0000-0000-000000000000}"/>
          </ac:spMkLst>
        </pc:spChg>
      </pc:sldChg>
      <pc:sldChg chg="addSp delSp modSp">
        <pc:chgData name="Guest User" userId="S::urn:spo:anon#041d050716007d72e933769838f51bced52d97ace154e39de1e0ee92a489812d::" providerId="AD" clId="Web-{E364E12B-DCED-B66A-26A1-46B12F96DDF9}" dt="2023-12-28T07:58:54.089" v="202"/>
        <pc:sldMkLst>
          <pc:docMk/>
          <pc:sldMk cId="0" sldId="287"/>
        </pc:sldMkLst>
        <pc:spChg chg="add del mod">
          <ac:chgData name="Guest User" userId="S::urn:spo:anon#041d050716007d72e933769838f51bced52d97ace154e39de1e0ee92a489812d::" providerId="AD" clId="Web-{E364E12B-DCED-B66A-26A1-46B12F96DDF9}" dt="2023-12-28T07:58:54.089" v="202"/>
          <ac:spMkLst>
            <pc:docMk/>
            <pc:sldMk cId="0" sldId="287"/>
            <ac:spMk id="5" creationId="{08427611-F7DD-E14D-5279-9E6C30A7CB05}"/>
          </ac:spMkLst>
        </pc:spChg>
        <pc:picChg chg="del">
          <ac:chgData name="Guest User" userId="S::urn:spo:anon#041d050716007d72e933769838f51bced52d97ace154e39de1e0ee92a489812d::" providerId="AD" clId="Web-{E364E12B-DCED-B66A-26A1-46B12F96DDF9}" dt="2023-12-28T07:58:47.792" v="201"/>
          <ac:picMkLst>
            <pc:docMk/>
            <pc:sldMk cId="0" sldId="287"/>
            <ac:picMk id="2" creationId="{00000000-0000-0000-0000-000000000000}"/>
          </ac:picMkLst>
        </pc:picChg>
      </pc:sldChg>
      <pc:sldChg chg="modSp">
        <pc:chgData name="Guest User" userId="S::urn:spo:anon#041d050716007d72e933769838f51bced52d97ace154e39de1e0ee92a489812d::" providerId="AD" clId="Web-{E364E12B-DCED-B66A-26A1-46B12F96DDF9}" dt="2023-12-28T07:50:24.104" v="20" actId="20577"/>
        <pc:sldMkLst>
          <pc:docMk/>
          <pc:sldMk cId="0" sldId="300"/>
        </pc:sldMkLst>
        <pc:spChg chg="mod">
          <ac:chgData name="Guest User" userId="S::urn:spo:anon#041d050716007d72e933769838f51bced52d97ace154e39de1e0ee92a489812d::" providerId="AD" clId="Web-{E364E12B-DCED-B66A-26A1-46B12F96DDF9}" dt="2023-12-28T07:50:24.104" v="20" actId="20577"/>
          <ac:spMkLst>
            <pc:docMk/>
            <pc:sldMk cId="0" sldId="300"/>
            <ac:spMk id="9" creationId="{00000000-0000-0000-0000-000000000000}"/>
          </ac:spMkLst>
        </pc:spChg>
      </pc:sldChg>
      <pc:sldChg chg="modSp new del">
        <pc:chgData name="Guest User" userId="S::urn:spo:anon#041d050716007d72e933769838f51bced52d97ace154e39de1e0ee92a489812d::" providerId="AD" clId="Web-{E364E12B-DCED-B66A-26A1-46B12F96DDF9}" dt="2023-12-28T07:56:53.367" v="186"/>
        <pc:sldMkLst>
          <pc:docMk/>
          <pc:sldMk cId="363924612" sldId="305"/>
        </pc:sldMkLst>
        <pc:spChg chg="mod">
          <ac:chgData name="Guest User" userId="S::urn:spo:anon#041d050716007d72e933769838f51bced52d97ace154e39de1e0ee92a489812d::" providerId="AD" clId="Web-{E364E12B-DCED-B66A-26A1-46B12F96DDF9}" dt="2023-12-28T07:56:49.882" v="185" actId="1076"/>
          <ac:spMkLst>
            <pc:docMk/>
            <pc:sldMk cId="363924612" sldId="305"/>
            <ac:spMk id="2" creationId="{F91E1902-DA3A-0576-39DE-39AF99205667}"/>
          </ac:spMkLst>
        </pc:spChg>
      </pc:sldChg>
      <pc:sldChg chg="addSp delSp modSp new mod modClrScheme chgLayout">
        <pc:chgData name="Guest User" userId="S::urn:spo:anon#041d050716007d72e933769838f51bced52d97ace154e39de1e0ee92a489812d::" providerId="AD" clId="Web-{E364E12B-DCED-B66A-26A1-46B12F96DDF9}" dt="2023-12-28T08:13:03.758" v="467" actId="1076"/>
        <pc:sldMkLst>
          <pc:docMk/>
          <pc:sldMk cId="3041319188" sldId="305"/>
        </pc:sldMkLst>
        <pc:spChg chg="del mod">
          <ac:chgData name="Guest User" userId="S::urn:spo:anon#041d050716007d72e933769838f51bced52d97ace154e39de1e0ee92a489812d::" providerId="AD" clId="Web-{E364E12B-DCED-B66A-26A1-46B12F96DDF9}" dt="2023-12-28T07:57:08.539" v="189"/>
          <ac:spMkLst>
            <pc:docMk/>
            <pc:sldMk cId="3041319188" sldId="305"/>
            <ac:spMk id="2" creationId="{BD7FCBAC-AD3A-77DC-A914-47B626CDF73C}"/>
          </ac:spMkLst>
        </pc:spChg>
        <pc:spChg chg="add mod">
          <ac:chgData name="Guest User" userId="S::urn:spo:anon#041d050716007d72e933769838f51bced52d97ace154e39de1e0ee92a489812d::" providerId="AD" clId="Web-{E364E12B-DCED-B66A-26A1-46B12F96DDF9}" dt="2023-12-28T07:59:31.122" v="208" actId="20577"/>
          <ac:spMkLst>
            <pc:docMk/>
            <pc:sldMk cId="3041319188" sldId="305"/>
            <ac:spMk id="3" creationId="{CD01A892-4FD7-820F-8262-7058ED55FECE}"/>
          </ac:spMkLst>
        </pc:spChg>
        <pc:spChg chg="add mod">
          <ac:chgData name="Guest User" userId="S::urn:spo:anon#041d050716007d72e933769838f51bced52d97ace154e39de1e0ee92a489812d::" providerId="AD" clId="Web-{E364E12B-DCED-B66A-26A1-46B12F96DDF9}" dt="2023-12-28T08:13:00.757" v="466" actId="20577"/>
          <ac:spMkLst>
            <pc:docMk/>
            <pc:sldMk cId="3041319188" sldId="305"/>
            <ac:spMk id="4" creationId="{C8DD4AC0-6945-484B-CD5C-5FFF1451F189}"/>
          </ac:spMkLst>
        </pc:spChg>
        <pc:picChg chg="add mod">
          <ac:chgData name="Guest User" userId="S::urn:spo:anon#041d050716007d72e933769838f51bced52d97ace154e39de1e0ee92a489812d::" providerId="AD" clId="Web-{E364E12B-DCED-B66A-26A1-46B12F96DDF9}" dt="2023-12-28T08:13:03.758" v="467" actId="1076"/>
          <ac:picMkLst>
            <pc:docMk/>
            <pc:sldMk cId="3041319188" sldId="305"/>
            <ac:picMk id="5" creationId="{6AF4B4AE-87FF-EEE2-B0C8-9AAEDB9630CB}"/>
          </ac:picMkLst>
        </pc:picChg>
      </pc:sldChg>
    </pc:docChg>
  </pc:docChgLst>
  <pc:docChgLst>
    <pc:chgData name="M ANUSHA" userId="S::anushaaa9@kluniversity.in::31576902-587f-4416-b184-62b5dd11a3e8" providerId="AD" clId="Web-{59E0B67E-AA84-4534-B1EB-F8BF398692C1}"/>
    <pc:docChg chg="modSld">
      <pc:chgData name="M ANUSHA" userId="S::anushaaa9@kluniversity.in::31576902-587f-4416-b184-62b5dd11a3e8" providerId="AD" clId="Web-{59E0B67E-AA84-4534-B1EB-F8BF398692C1}" dt="2023-12-28T07:12:59.790" v="4" actId="14100"/>
      <pc:docMkLst>
        <pc:docMk/>
      </pc:docMkLst>
      <pc:sldChg chg="modSp">
        <pc:chgData name="M ANUSHA" userId="S::anushaaa9@kluniversity.in::31576902-587f-4416-b184-62b5dd11a3e8" providerId="AD" clId="Web-{59E0B67E-AA84-4534-B1EB-F8BF398692C1}" dt="2023-12-28T07:08:39.265" v="1" actId="20577"/>
        <pc:sldMkLst>
          <pc:docMk/>
          <pc:sldMk cId="0" sldId="271"/>
        </pc:sldMkLst>
        <pc:spChg chg="mod">
          <ac:chgData name="M ANUSHA" userId="S::anushaaa9@kluniversity.in::31576902-587f-4416-b184-62b5dd11a3e8" providerId="AD" clId="Web-{59E0B67E-AA84-4534-B1EB-F8BF398692C1}" dt="2023-12-28T07:08:39.265" v="1" actId="20577"/>
          <ac:spMkLst>
            <pc:docMk/>
            <pc:sldMk cId="0" sldId="271"/>
            <ac:spMk id="476" creationId="{00000000-0000-0000-0000-000000000000}"/>
          </ac:spMkLst>
        </pc:spChg>
      </pc:sldChg>
      <pc:sldChg chg="modSp">
        <pc:chgData name="M ANUSHA" userId="S::anushaaa9@kluniversity.in::31576902-587f-4416-b184-62b5dd11a3e8" providerId="AD" clId="Web-{59E0B67E-AA84-4534-B1EB-F8BF398692C1}" dt="2023-12-28T07:12:59.790" v="4" actId="14100"/>
        <pc:sldMkLst>
          <pc:docMk/>
          <pc:sldMk cId="0" sldId="287"/>
        </pc:sldMkLst>
        <pc:picChg chg="mod">
          <ac:chgData name="M ANUSHA" userId="S::anushaaa9@kluniversity.in::31576902-587f-4416-b184-62b5dd11a3e8" providerId="AD" clId="Web-{59E0B67E-AA84-4534-B1EB-F8BF398692C1}" dt="2023-12-28T07:12:59.790" v="4" actId="14100"/>
          <ac:picMkLst>
            <pc:docMk/>
            <pc:sldMk cId="0" sldId="287"/>
            <ac:picMk id="2" creationId="{00000000-0000-0000-0000-000000000000}"/>
          </ac:picMkLst>
        </pc:picChg>
      </pc:sldChg>
    </pc:docChg>
  </pc:docChgLst>
  <pc:docChgLst>
    <pc:chgData name="Guest User" userId="S::urn:spo:anon#041d050716007d72e933769838f51bced52d97ace154e39de1e0ee92a489812d::" providerId="AD" clId="Web-{A35C459A-9B43-7F71-DAB9-2F220EE514E7}"/>
    <pc:docChg chg="modSld">
      <pc:chgData name="Guest User" userId="S::urn:spo:anon#041d050716007d72e933769838f51bced52d97ace154e39de1e0ee92a489812d::" providerId="AD" clId="Web-{A35C459A-9B43-7F71-DAB9-2F220EE514E7}" dt="2023-12-30T03:35:22.179" v="5" actId="20577"/>
      <pc:docMkLst>
        <pc:docMk/>
      </pc:docMkLst>
      <pc:sldChg chg="modSp">
        <pc:chgData name="Guest User" userId="S::urn:spo:anon#041d050716007d72e933769838f51bced52d97ace154e39de1e0ee92a489812d::" providerId="AD" clId="Web-{A35C459A-9B43-7F71-DAB9-2F220EE514E7}" dt="2023-12-30T03:35:22.179" v="5" actId="20577"/>
        <pc:sldMkLst>
          <pc:docMk/>
          <pc:sldMk cId="0" sldId="300"/>
        </pc:sldMkLst>
        <pc:spChg chg="mod">
          <ac:chgData name="Guest User" userId="S::urn:spo:anon#041d050716007d72e933769838f51bced52d97ace154e39de1e0ee92a489812d::" providerId="AD" clId="Web-{A35C459A-9B43-7F71-DAB9-2F220EE514E7}" dt="2023-12-30T03:35:22.179" v="5" actId="20577"/>
          <ac:spMkLst>
            <pc:docMk/>
            <pc:sldMk cId="0" sldId="300"/>
            <ac:spMk id="3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2E67D-CF0F-03A2-8687-BE65B0F26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110A4D-0D9A-37F4-1627-A14E53BA9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D0DA63-D28F-478C-7C9A-C9267D127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11E85-E696-EC7A-7B1E-6ED853CD8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252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/>
          <p:cNvPicPr>
            <a:picLocks noChangeAspect="1"/>
          </p:cNvPicPr>
          <p:nvPr userDrawn="1"/>
        </p:nvPicPr>
        <p:blipFill>
          <a:blip r:embed="rId13">
            <a:alphaModFix amt="5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/>
          <p:cNvPicPr>
            <a:picLocks noChangeAspect="1"/>
          </p:cNvPicPr>
          <p:nvPr userDrawn="1"/>
        </p:nvPicPr>
        <p:blipFill rotWithShape="1">
          <a:blip r:embed="rId14">
            <a:alphaModFix amt="35000"/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>
            <a:fillRect/>
          </a:stretch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NULL" TargetMode="Externa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dsa/dsa_intro.php" TargetMode="External"/><Relationship Id="rId2" Type="http://schemas.openxmlformats.org/officeDocument/2006/relationships/hyperlink" Target="https://docs.python.org/3/tutorial/datastructure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geeksforgeeks.org/python-data-structures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4838401" y="1933408"/>
            <a:ext cx="7458602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cap="all" dirty="0">
                <a:solidFill>
                  <a:srgbClr val="C00000"/>
                </a:solidFill>
                <a:latin typeface="Calibri"/>
                <a:cs typeface="Poppins" panose="00000500000000000000" pitchFamily="2" charset="0"/>
                <a:sym typeface="BioRhyme ExtraBold"/>
              </a:rPr>
              <a:t>          </a:t>
            </a:r>
            <a:r>
              <a:rPr lang="en-US" sz="3200" b="1" cap="all" dirty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COURSE: </a:t>
            </a:r>
            <a:r>
              <a:rPr lang="en-US" sz="3200" dirty="0">
                <a:solidFill>
                  <a:schemeClr val="accent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 Structures using Python</a:t>
            </a:r>
            <a:endParaRPr lang="en-US" sz="3200" b="1" cap="all" dirty="0">
              <a:solidFill>
                <a:schemeClr val="accent1"/>
              </a:solidFill>
              <a:cs typeface="Poppins" panose="00000500000000000000" pitchFamily="2" charset="0"/>
              <a:sym typeface="BioRhyme ExtraBold"/>
            </a:endParaRPr>
          </a:p>
          <a:p>
            <a:pPr algn="ctr"/>
            <a:r>
              <a:rPr lang="en-US" sz="3200" b="1" cap="all" dirty="0">
                <a:solidFill>
                  <a:srgbClr val="C00000"/>
                </a:solidFill>
                <a:cs typeface="Poppins"/>
                <a:sym typeface="BioRhyme ExtraBold"/>
              </a:rPr>
              <a:t>COURSE CODE: </a:t>
            </a:r>
            <a:r>
              <a:rPr lang="en-US" sz="3200" b="1" dirty="0">
                <a:solidFill>
                  <a:schemeClr val="accent1"/>
                </a:solidFill>
              </a:rPr>
              <a:t>24SC1204</a:t>
            </a:r>
            <a:endParaRPr lang="en-IN" sz="3200" b="1">
              <a:solidFill>
                <a:schemeClr val="accent1"/>
              </a:solidFill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latin typeface="Calibri"/>
              <a:ea typeface="BioRhyme ExtraBold"/>
              <a:cs typeface="Poppins" panose="00000500000000000000" pitchFamily="2" charset="0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Calibri"/>
              <a:ea typeface="BioRhyme ExtraBold"/>
              <a:cs typeface="Poppins" panose="00000500000000000000" pitchFamily="2" charset="0"/>
            </a:endParaRPr>
          </a:p>
          <a:p>
            <a:pPr algn="ctr"/>
            <a:r>
              <a:rPr lang="en-US" sz="3200" b="1" cap="all" dirty="0">
                <a:solidFill>
                  <a:srgbClr val="C00000"/>
                </a:solidFill>
                <a:effectLst/>
                <a:latin typeface="Times New Roman"/>
                <a:cs typeface="Poppins"/>
              </a:rPr>
              <a:t>Name of the topic: </a:t>
            </a:r>
            <a:r>
              <a:rPr lang="en-US" sz="3200" b="1" dirty="0">
                <a:solidFill>
                  <a:srgbClr val="C00000"/>
                </a:solidFill>
                <a:effectLst/>
                <a:latin typeface="Times New Roman"/>
                <a:cs typeface="Poppins"/>
              </a:rPr>
              <a:t>Linear probing, Quadratic probing</a:t>
            </a:r>
            <a:r>
              <a:rPr lang="en-US" sz="3200" b="1" dirty="0">
                <a:solidFill>
                  <a:srgbClr val="C00000"/>
                </a:solidFill>
                <a:latin typeface="Times New Roman"/>
                <a:cs typeface="Poppins"/>
              </a:rPr>
              <a:t>, Separate chaining</a:t>
            </a:r>
            <a:endParaRPr lang="en-US" sz="3200" b="1" dirty="0">
              <a:solidFill>
                <a:srgbClr val="C00000"/>
              </a:solidFill>
              <a:effectLst/>
              <a:latin typeface="Times New Roman"/>
              <a:cs typeface="Poppins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</a:t>
            </a:r>
            <a:r>
              <a:rPr lang="en-US" sz="4000" dirty="0">
                <a:solidFill>
                  <a:srgbClr val="FF0000"/>
                </a:solidFill>
              </a:rPr>
              <a:t>BES-I</a:t>
            </a:r>
            <a:endParaRPr lang="en-US" sz="4000" dirty="0">
              <a:solidFill>
                <a:srgbClr val="FF0000"/>
              </a:solidFill>
              <a:cs typeface="Poppins" pitchFamily="2" charset="77"/>
            </a:endParaRPr>
          </a:p>
        </p:txBody>
      </p:sp>
      <p:sp>
        <p:nvSpPr>
          <p:cNvPr id="8" name="Google Shape;502;p17"/>
          <p:cNvSpPr/>
          <p:nvPr/>
        </p:nvSpPr>
        <p:spPr>
          <a:xfrm>
            <a:off x="7276164" y="5572270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Session – 21</a:t>
            </a:r>
            <a:endParaRPr sz="2400">
              <a:solidFill>
                <a:schemeClr val="lt1"/>
              </a:solidFill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AIM OF THE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4469"/>
            <a:ext cx="10731286" cy="87566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>
                <a:effectLst/>
                <a:latin typeface="Poppins"/>
                <a:cs typeface="Poppins"/>
              </a:rPr>
              <a:t>To familiarize students with the basic concept of </a:t>
            </a:r>
            <a:r>
              <a:rPr lang="en-US" spc="-5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Collision Resolution Techniques</a:t>
            </a:r>
            <a:endParaRPr lang="en-US" sz="1600" b="0" i="0">
              <a:effectLst/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/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INSTRUCTIONAL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2600" y="2438605"/>
            <a:ext cx="8791575" cy="156845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>
                <a:latin typeface="Poppins"/>
                <a:cs typeface="Poppins"/>
              </a:rPr>
              <a:t>This</a:t>
            </a:r>
            <a:r>
              <a:rPr lang="en-US" sz="1600" b="0" i="0">
                <a:effectLst/>
                <a:latin typeface="Poppins"/>
                <a:cs typeface="Poppins"/>
              </a:rPr>
              <a:t> </a:t>
            </a:r>
            <a:r>
              <a:rPr lang="en-US" sz="1600">
                <a:latin typeface="Poppins"/>
                <a:cs typeface="Poppins"/>
              </a:rPr>
              <a:t>Session</a:t>
            </a:r>
            <a:r>
              <a:rPr lang="en-US" sz="1600" b="0" i="0">
                <a:effectLst/>
                <a:latin typeface="Poppins"/>
                <a:cs typeface="Poppins"/>
              </a:rPr>
              <a:t> is designed to: </a:t>
            </a:r>
          </a:p>
          <a:p>
            <a:pPr marL="342900" indent="-342900">
              <a:buAutoNum type="arabicPeriod"/>
            </a:pPr>
            <a:r>
              <a:rPr lang="en-US" sz="1600" b="0" i="0">
                <a:effectLst/>
                <a:latin typeface="Arial"/>
                <a:cs typeface="Arial"/>
              </a:rPr>
              <a:t>Demonstrate </a:t>
            </a:r>
            <a:r>
              <a:rPr lang="en-US" sz="1600">
                <a:latin typeface="Arial"/>
                <a:cs typeface="Arial"/>
              </a:rPr>
              <a:t>Collision</a:t>
            </a:r>
            <a:r>
              <a:rPr lang="en-US" sz="1600" b="0" i="0">
                <a:effectLst/>
                <a:latin typeface="Arial"/>
                <a:cs typeface="Arial"/>
              </a:rPr>
              <a:t> resolution techniques</a:t>
            </a:r>
          </a:p>
          <a:p>
            <a:pPr marL="342900" indent="-342900">
              <a:buAutoNum type="arabicPeriod"/>
            </a:pPr>
            <a:r>
              <a:rPr lang="en-US" sz="1600" b="0" i="0">
                <a:effectLst/>
                <a:latin typeface="Arial"/>
                <a:cs typeface="Arial"/>
              </a:rPr>
              <a:t>Describe the types of collision </a:t>
            </a:r>
            <a:r>
              <a:rPr lang="en-US" sz="1600">
                <a:latin typeface="Arial"/>
                <a:cs typeface="Arial"/>
              </a:rPr>
              <a:t>resolution</a:t>
            </a:r>
            <a:r>
              <a:rPr lang="en-US" sz="1600" b="0" i="0">
                <a:effectLst/>
                <a:latin typeface="Arial"/>
                <a:cs typeface="Arial"/>
              </a:rPr>
              <a:t> techniques</a:t>
            </a:r>
          </a:p>
          <a:p>
            <a:pPr marL="342900" indent="-342900">
              <a:buAutoNum type="arabicPeriod"/>
            </a:pPr>
            <a:r>
              <a:rPr lang="en-US" sz="1600" b="0" i="0">
                <a:effectLst/>
                <a:latin typeface="Arial"/>
                <a:cs typeface="Arial"/>
              </a:rPr>
              <a:t>Describe </a:t>
            </a:r>
            <a:r>
              <a:rPr lang="en-US" sz="1600">
                <a:latin typeface="Arial" panose="020B0604020202020204"/>
                <a:cs typeface="Arial" panose="020B0604020202020204"/>
              </a:rPr>
              <a:t>each </a:t>
            </a:r>
            <a:r>
              <a:rPr lang="en-US" sz="1600" b="0" i="0">
                <a:effectLst/>
                <a:latin typeface="Arial" panose="020B0604020202020204"/>
                <a:cs typeface="Arial" panose="020B0604020202020204"/>
              </a:rPr>
              <a:t>method</a:t>
            </a:r>
            <a:r>
              <a:rPr lang="en-US" sz="1600">
                <a:latin typeface="Arial" panose="020B0604020202020204"/>
                <a:cs typeface="Arial" panose="020B0604020202020204"/>
              </a:rPr>
              <a:t> </a:t>
            </a:r>
            <a:endParaRPr lang="en-US"/>
          </a:p>
          <a:p>
            <a:pPr indent="0">
              <a:buNone/>
            </a:pPr>
            <a:r>
              <a:rPr lang="en-US" sz="1600">
                <a:latin typeface="Arial" panose="020B0604020202020204"/>
                <a:cs typeface="Arial" panose="020B0604020202020204"/>
              </a:rPr>
              <a:t>.</a:t>
            </a:r>
          </a:p>
        </p:txBody>
      </p:sp>
      <p:pic>
        <p:nvPicPr>
          <p:cNvPr id="11" name="Graphic 10" descr="Bullseye outlin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/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LEARNING OUTCOMES</a:t>
            </a:r>
          </a:p>
        </p:txBody>
      </p:sp>
      <p:pic>
        <p:nvPicPr>
          <p:cNvPr id="31" name="Graphic 30" descr="Idea outline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752600" y="4783025"/>
            <a:ext cx="8791575" cy="132207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At the end of this </a:t>
            </a:r>
            <a:r>
              <a:rPr lang="en-US" sz="1600" dirty="0">
                <a:latin typeface="Arial" panose="020B0604020202020204"/>
                <a:cs typeface="Arial" panose="020B0604020202020204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/>
                <a:cs typeface="Arial"/>
              </a:rPr>
              <a:t>Define Collision resolution </a:t>
            </a:r>
            <a:r>
              <a:rPr lang="en-US" sz="1600" dirty="0">
                <a:latin typeface="Arial"/>
                <a:cs typeface="Arial"/>
              </a:rPr>
              <a:t>techniques</a:t>
            </a:r>
            <a:endParaRPr lang="en-US" sz="1600" b="0" i="0" dirty="0">
              <a:effectLst/>
              <a:latin typeface="Arial" panose="020B0604020202020204" pitchFamily="34" charset="0"/>
              <a:cs typeface="Arial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/>
                <a:cs typeface="Arial"/>
              </a:rPr>
              <a:t>Describe</a:t>
            </a:r>
            <a:r>
              <a:rPr lang="en-US" sz="1600" dirty="0">
                <a:latin typeface="Arial"/>
                <a:cs typeface="Arial"/>
              </a:rPr>
              <a:t> </a:t>
            </a:r>
            <a:r>
              <a:rPr lang="en-US" sz="1600" b="0" i="0" dirty="0">
                <a:effectLst/>
                <a:latin typeface="Arial"/>
                <a:cs typeface="Arial"/>
              </a:rPr>
              <a:t>types of collision resolution techniques.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/>
                <a:cs typeface="Arial"/>
              </a:rPr>
              <a:t>Summarize definition, types of resolution techniques and its applications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bldLvl="0" animBg="1"/>
      <p:bldP spid="7" grpId="0" animBg="1"/>
      <p:bldP spid="9" grpId="0" bldLvl="0" animBg="1"/>
      <p:bldP spid="29" grpId="0" animBg="1"/>
      <p:bldP spid="37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DD4AC0-6945-484B-CD5C-5FFF1451F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551" y="1115112"/>
            <a:ext cx="11268419" cy="5401662"/>
          </a:xfrm>
        </p:spPr>
        <p:txBody>
          <a:bodyPr lIns="91440" tIns="45720" rIns="91440" bIns="45720" anchor="t"/>
          <a:lstStyle/>
          <a:p>
            <a:pPr marL="285750" indent="-285750" algn="just">
              <a:lnSpc>
                <a:spcPct val="100000"/>
              </a:lnSpc>
              <a:spcBef>
                <a:spcPts val="0"/>
              </a:spcBef>
            </a:pPr>
            <a:r>
              <a:rPr lang="en-IN" sz="2200">
                <a:latin typeface="Times New Roman"/>
                <a:cs typeface="Times New Roman"/>
              </a:rPr>
              <a:t>Collision occurs when multiple keys are mapped to the same index (slot) in a hash table by the hash function. </a:t>
            </a:r>
            <a:endParaRPr lang="en-US" sz="220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IN" sz="2200">
                <a:latin typeface="Times New Roman"/>
                <a:cs typeface="Times New Roman"/>
              </a:rPr>
              <a:t>For example, several students having the same locker number in a school, leading to potential conflicts for storage and retrieval.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</a:pPr>
            <a:r>
              <a:rPr lang="en-IN" sz="2200">
                <a:latin typeface="Times New Roman"/>
                <a:cs typeface="Times New Roman"/>
              </a:rPr>
              <a:t>The collision creates a problem because each index in a hash table is supposed to store only one value.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IN" sz="2200">
                <a:latin typeface="Times New Roman"/>
                <a:cs typeface="Times New Roman"/>
              </a:rPr>
              <a:t>There are several collision resolution techniques to manage the performance of a hash table. The two most popular techniques are: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200">
                <a:latin typeface="Times New Roman"/>
                <a:cs typeface="Times New Roman"/>
              </a:rPr>
              <a:t>       1. Open Hashing</a:t>
            </a:r>
          </a:p>
          <a:p>
            <a:pPr lvl="3" algn="just">
              <a:lnSpc>
                <a:spcPct val="100000"/>
              </a:lnSpc>
              <a:spcBef>
                <a:spcPts val="0"/>
              </a:spcBef>
            </a:pPr>
            <a:r>
              <a:rPr lang="en-IN">
                <a:latin typeface="Times New Roman"/>
                <a:cs typeface="Times New Roman"/>
              </a:rPr>
              <a:t>Separate Chaining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200">
                <a:latin typeface="Times New Roman"/>
                <a:cs typeface="Times New Roman"/>
              </a:rPr>
              <a:t>       2. Closed Hashing or Open Addressing</a:t>
            </a:r>
          </a:p>
          <a:p>
            <a:pPr lvl="3" algn="just">
              <a:lnSpc>
                <a:spcPct val="150000"/>
              </a:lnSpc>
              <a:spcBef>
                <a:spcPts val="0"/>
              </a:spcBef>
            </a:pPr>
            <a:r>
              <a:rPr lang="en-IN">
                <a:latin typeface="Times New Roman"/>
                <a:cs typeface="Times New Roman"/>
              </a:rPr>
              <a:t>Linear Probing</a:t>
            </a:r>
          </a:p>
          <a:p>
            <a:pPr lvl="3" algn="just">
              <a:lnSpc>
                <a:spcPct val="150000"/>
              </a:lnSpc>
              <a:spcBef>
                <a:spcPts val="0"/>
              </a:spcBef>
            </a:pPr>
            <a:r>
              <a:rPr lang="en-IN">
                <a:latin typeface="Times New Roman"/>
                <a:cs typeface="Times New Roman"/>
              </a:rPr>
              <a:t>Quadratic Probing</a:t>
            </a:r>
          </a:p>
          <a:p>
            <a:pPr lvl="3" algn="just">
              <a:lnSpc>
                <a:spcPct val="150000"/>
              </a:lnSpc>
              <a:spcBef>
                <a:spcPts val="0"/>
              </a:spcBef>
            </a:pPr>
            <a:endParaRPr lang="en-IN">
              <a:latin typeface="Times New Roman"/>
              <a:cs typeface="Times New Roman"/>
            </a:endParaRP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150C2AE8-130F-3D97-1D24-2FC732D50178}"/>
              </a:ext>
            </a:extLst>
          </p:cNvPr>
          <p:cNvSpPr/>
          <p:nvPr/>
        </p:nvSpPr>
        <p:spPr>
          <a:xfrm>
            <a:off x="1652864" y="103034"/>
            <a:ext cx="9701345" cy="71502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600"/>
              <a:t>Introduction To Collision Resolution Techniques</a:t>
            </a:r>
            <a:endParaRPr lang="en-US" sz="3200">
              <a:cs typeface="Calibri"/>
            </a:endParaRPr>
          </a:p>
        </p:txBody>
      </p:sp>
      <p:pic>
        <p:nvPicPr>
          <p:cNvPr id="12" name="Picture 2" descr="KL Deemed to be University Logo">
            <a:extLst>
              <a:ext uri="{FF2B5EF4-FFF2-40B4-BE49-F238E27FC236}">
                <a16:creationId xmlns:a16="http://schemas.microsoft.com/office/drawing/2014/main" id="{D0317E4D-446B-062F-7A10-2DC8F4E87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13" name="Picture 12" descr="A diagram of a problem solution&#10;&#10;Description automatically generated">
            <a:extLst>
              <a:ext uri="{FF2B5EF4-FFF2-40B4-BE49-F238E27FC236}">
                <a16:creationId xmlns:a16="http://schemas.microsoft.com/office/drawing/2014/main" id="{5A61F2CF-86CC-57F4-8B42-77A4CCA72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316" y="4043247"/>
            <a:ext cx="4067175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319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177CC-C580-24DA-8F38-114EF8206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6083"/>
            <a:ext cx="10515600" cy="2992591"/>
          </a:xfrm>
        </p:spPr>
        <p:txBody>
          <a:bodyPr lIns="91440" tIns="45720" rIns="91440" bIns="45720" anchor="t"/>
          <a:lstStyle/>
          <a:p>
            <a:pPr marL="0" indent="0" algn="just">
              <a:buNone/>
            </a:pPr>
            <a:r>
              <a:rPr lang="en-US" sz="2200" b="1">
                <a:latin typeface="Times New Roman"/>
                <a:ea typeface="+mn-lt"/>
                <a:cs typeface="+mn-lt"/>
              </a:rPr>
              <a:t>Open Hashing </a:t>
            </a:r>
            <a:endParaRPr lang="en-US" sz="2200" b="1">
              <a:latin typeface="Times New Roman"/>
              <a:cs typeface="Times New Roman"/>
            </a:endParaRPr>
          </a:p>
          <a:p>
            <a:pPr algn="just"/>
            <a:r>
              <a:rPr lang="en-US" sz="2200">
                <a:latin typeface="Times New Roman"/>
                <a:ea typeface="+mn-lt"/>
                <a:cs typeface="+mn-lt"/>
              </a:rPr>
              <a:t> Each Bucket in the Hash table is the head of a Linked List. </a:t>
            </a:r>
          </a:p>
          <a:p>
            <a:pPr algn="just"/>
            <a:r>
              <a:rPr lang="en-US" sz="2200">
                <a:latin typeface="Times New Roman"/>
                <a:ea typeface="+mn-lt"/>
                <a:cs typeface="+mn-lt"/>
              </a:rPr>
              <a:t>All Elements that hash to a Particular Bucket are Placed on the Buckets Linked List .</a:t>
            </a:r>
          </a:p>
          <a:p>
            <a:pPr marL="0" indent="0" algn="just">
              <a:buNone/>
            </a:pPr>
            <a:r>
              <a:rPr lang="en-US" sz="2200">
                <a:latin typeface="Times New Roman"/>
                <a:ea typeface="+mn-lt"/>
                <a:cs typeface="+mn-lt"/>
              </a:rPr>
              <a:t> </a:t>
            </a:r>
            <a:r>
              <a:rPr lang="en-US" sz="2200" b="1">
                <a:latin typeface="Times New Roman"/>
                <a:ea typeface="+mn-lt"/>
                <a:cs typeface="+mn-lt"/>
              </a:rPr>
              <a:t>Closed Hashing </a:t>
            </a:r>
          </a:p>
          <a:p>
            <a:pPr algn="just"/>
            <a:r>
              <a:rPr lang="en-US" sz="2200">
                <a:latin typeface="Times New Roman"/>
                <a:ea typeface="+mn-lt"/>
                <a:cs typeface="+mn-lt"/>
              </a:rPr>
              <a:t> Ensures that all elements are stored directly into the Hash Table.</a:t>
            </a:r>
            <a:endParaRPr lang="en-US" sz="2200">
              <a:latin typeface="Times New Roman"/>
              <a:ea typeface="Calibri"/>
              <a:cs typeface="Calibri"/>
            </a:endParaRP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2897E438-1DC9-2469-3451-AB7732A6F163}"/>
              </a:ext>
            </a:extLst>
          </p:cNvPr>
          <p:cNvSpPr/>
          <p:nvPr/>
        </p:nvSpPr>
        <p:spPr>
          <a:xfrm>
            <a:off x="1652864" y="103034"/>
            <a:ext cx="9701345" cy="71502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600"/>
              <a:t>Introduction To Collision Resolution Techniques</a:t>
            </a:r>
            <a:endParaRPr lang="en-US" sz="3200">
              <a:cs typeface="Calibri"/>
            </a:endParaRP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73B3B969-C649-58AB-1F3E-5354F89E3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57598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5719" y="944276"/>
            <a:ext cx="7568585" cy="5636638"/>
          </a:xfrm>
        </p:spPr>
        <p:txBody>
          <a:bodyPr lIns="91440" tIns="45720" rIns="91440" bIns="45720" anchor="t"/>
          <a:lstStyle/>
          <a:p>
            <a:pPr algn="just"/>
            <a:r>
              <a:rPr lang="en-US" sz="2400">
                <a:solidFill>
                  <a:srgbClr val="1F1F1F"/>
                </a:solidFill>
                <a:latin typeface="Times New Roman"/>
                <a:ea typeface="+mn-lt"/>
                <a:cs typeface="+mn-lt"/>
              </a:rPr>
              <a:t>It is a collision resolution technique that handles collisions in hash tables by storing colliding keys in linked lists.</a:t>
            </a:r>
            <a:endParaRPr lang="en-US" sz="2400">
              <a:latin typeface="Times New Roman"/>
              <a:cs typeface="Calibri"/>
            </a:endParaRPr>
          </a:p>
          <a:p>
            <a:pPr algn="just"/>
            <a:r>
              <a:rPr lang="en-US" sz="2400">
                <a:solidFill>
                  <a:srgbClr val="1F1F1F"/>
                </a:solidFill>
                <a:latin typeface="Times New Roman"/>
                <a:ea typeface="+mn-lt"/>
                <a:cs typeface="+mn-lt"/>
              </a:rPr>
              <a:t>Instead of having a single value at each slot, each slot holds a linked list (or chain) of keys that have hashed to the same index.</a:t>
            </a:r>
            <a:endParaRPr lang="en-US" sz="2400">
              <a:latin typeface="Times New Roman"/>
              <a:cs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IN" sz="2400">
                <a:solidFill>
                  <a:srgbClr val="000000"/>
                </a:solidFill>
                <a:latin typeface="Times New Roman"/>
                <a:cs typeface="Times New Roman"/>
              </a:rPr>
              <a:t>The hash function for the Separate Chaining is:</a:t>
            </a:r>
            <a:endParaRPr lang="en-US" sz="24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>
                <a:solidFill>
                  <a:srgbClr val="000000"/>
                </a:solidFill>
                <a:latin typeface="Times New Roman"/>
                <a:cs typeface="Times New Roman"/>
              </a:rPr>
              <a:t>     </a:t>
            </a:r>
            <a:r>
              <a:rPr lang="en-IN" sz="2400" b="1">
                <a:solidFill>
                  <a:srgbClr val="000000"/>
                </a:solidFill>
                <a:latin typeface="Times New Roman"/>
                <a:cs typeface="Times New Roman"/>
              </a:rPr>
              <a:t>h(key) = key% </a:t>
            </a:r>
            <a:r>
              <a:rPr lang="en-IN" sz="2400" b="1" err="1">
                <a:solidFill>
                  <a:srgbClr val="000000"/>
                </a:solidFill>
                <a:latin typeface="Times New Roman"/>
                <a:cs typeface="Times New Roman"/>
              </a:rPr>
              <a:t>table_size</a:t>
            </a:r>
            <a:r>
              <a:rPr lang="en-IN" sz="2400" b="1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endParaRPr lang="en-US" sz="2400" b="1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 algn="just">
              <a:buNone/>
            </a:pPr>
            <a:r>
              <a:rPr lang="en-US" sz="2400" b="1">
                <a:latin typeface="Times New Roman"/>
                <a:cs typeface="Calibri"/>
              </a:rPr>
              <a:t>Example:</a:t>
            </a:r>
            <a:r>
              <a:rPr lang="en-US" sz="2400">
                <a:latin typeface="Times New Roman"/>
                <a:cs typeface="Calibri"/>
              </a:rPr>
              <a:t> C</a:t>
            </a:r>
            <a:r>
              <a:rPr lang="en-US" sz="2400">
                <a:latin typeface="Times New Roman"/>
                <a:cs typeface="Times New Roman"/>
              </a:rPr>
              <a:t>onsider a sequence of keys as 50, 700, 76, 85, 92, 73, 101 with </a:t>
            </a:r>
            <a:r>
              <a:rPr lang="en-US" sz="2400" err="1">
                <a:latin typeface="Times New Roman"/>
                <a:cs typeface="Times New Roman"/>
              </a:rPr>
              <a:t>table_size</a:t>
            </a:r>
            <a:r>
              <a:rPr lang="en-US" sz="2400">
                <a:latin typeface="Times New Roman"/>
                <a:cs typeface="Times New Roman"/>
              </a:rPr>
              <a:t> 7.</a:t>
            </a:r>
            <a:endParaRPr lang="en-US" sz="2400">
              <a:latin typeface="Times New Roman"/>
              <a:cs typeface="Calibri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>
                <a:latin typeface="Times New Roman"/>
                <a:cs typeface="Times New Roman"/>
              </a:rPr>
              <a:t> h(key) = key% </a:t>
            </a:r>
            <a:r>
              <a:rPr lang="en-IN" sz="2400" err="1">
                <a:latin typeface="Times New Roman"/>
                <a:cs typeface="Times New Roman"/>
              </a:rPr>
              <a:t>table_size</a:t>
            </a:r>
            <a:r>
              <a:rPr lang="en-IN" sz="2400">
                <a:latin typeface="Times New Roman"/>
                <a:cs typeface="Times New Roman"/>
              </a:rPr>
              <a:t>.</a:t>
            </a:r>
            <a:endParaRPr lang="en-US" sz="2400">
              <a:latin typeface="Times New Roman"/>
              <a:cs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>
                <a:latin typeface="Times New Roman"/>
                <a:cs typeface="Times New Roman"/>
              </a:rPr>
              <a:t> h(50) = 50%7 = 1            h(92) = 92%7 = 1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>
                <a:latin typeface="Times New Roman"/>
                <a:cs typeface="Times New Roman"/>
              </a:rPr>
              <a:t> h(700) = 700%7 = 0        h(73) = 73%7 = 3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>
                <a:latin typeface="Times New Roman"/>
                <a:cs typeface="Times New Roman"/>
              </a:rPr>
              <a:t> h(76) = 76%7 = 6            h(101) = 101%7 = 3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>
                <a:latin typeface="Times New Roman"/>
                <a:cs typeface="Times New Roman"/>
              </a:rPr>
              <a:t> h(85) = 85%7 = 1</a:t>
            </a:r>
            <a:endParaRPr lang="en-US" sz="24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400">
              <a:latin typeface="Times New Roman"/>
              <a:cs typeface="Times New Roman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995965" y="1201474"/>
            <a:ext cx="4128986" cy="3929388"/>
          </a:xfrm>
          <a:prstGeom prst="rect">
            <a:avLst/>
          </a:prstGeom>
        </p:spPr>
      </p:pic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5A5AAC3A-32C1-5803-6E7E-9C2A1CF17DFE}"/>
              </a:ext>
            </a:extLst>
          </p:cNvPr>
          <p:cNvSpPr/>
          <p:nvPr/>
        </p:nvSpPr>
        <p:spPr>
          <a:xfrm>
            <a:off x="1652864" y="103034"/>
            <a:ext cx="8985249" cy="71502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4400">
              <a:solidFill>
                <a:srgbClr val="000000"/>
              </a:solidFill>
              <a:latin typeface="Calibri Light"/>
              <a:cs typeface="Calibri Light"/>
            </a:endParaRPr>
          </a:p>
          <a:p>
            <a:pPr algn="ctr"/>
            <a:r>
              <a:rPr lang="en-US" sz="3600"/>
              <a:t>Separate Chaining</a:t>
            </a:r>
          </a:p>
          <a:p>
            <a:pPr algn="ctr"/>
            <a:endParaRPr lang="en-US" sz="3600">
              <a:cs typeface="Calibri"/>
            </a:endParaRPr>
          </a:p>
        </p:txBody>
      </p:sp>
      <p:pic>
        <p:nvPicPr>
          <p:cNvPr id="8" name="Picture 2" descr="KL Deemed to be University Logo">
            <a:extLst>
              <a:ext uri="{FF2B5EF4-FFF2-40B4-BE49-F238E27FC236}">
                <a16:creationId xmlns:a16="http://schemas.microsoft.com/office/drawing/2014/main" id="{47019809-B39D-5C74-6553-D1D179406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10" name="Picture 2" descr="KL Deemed to be University Logo">
            <a:extLst>
              <a:ext uri="{FF2B5EF4-FFF2-40B4-BE49-F238E27FC236}">
                <a16:creationId xmlns:a16="http://schemas.microsoft.com/office/drawing/2014/main" id="{065B3FCF-86F7-5163-3618-A3817CBAC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15240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BB0DE-9427-A622-DB7F-B9882C7E8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24AC4258-299E-5F90-A55A-7DCFA6C6BC0F}"/>
              </a:ext>
            </a:extLst>
          </p:cNvPr>
          <p:cNvSpPr/>
          <p:nvPr/>
        </p:nvSpPr>
        <p:spPr>
          <a:xfrm>
            <a:off x="1652864" y="121396"/>
            <a:ext cx="8985249" cy="683742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/>
              <a:t> Linear Probing</a:t>
            </a:r>
            <a:endParaRPr lang="en-US"/>
          </a:p>
        </p:txBody>
      </p:sp>
      <p:pic>
        <p:nvPicPr>
          <p:cNvPr id="42" name="Picture 2" descr="KL Deemed to be University Logo">
            <a:extLst>
              <a:ext uri="{FF2B5EF4-FFF2-40B4-BE49-F238E27FC236}">
                <a16:creationId xmlns:a16="http://schemas.microsoft.com/office/drawing/2014/main" id="{BFE0C5DC-A7B5-2482-A796-B76033F26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82627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CD059825-8C25-BEFD-C244-0F7DB294E956}"/>
              </a:ext>
            </a:extLst>
          </p:cNvPr>
          <p:cNvSpPr txBox="1"/>
          <p:nvPr/>
        </p:nvSpPr>
        <p:spPr>
          <a:xfrm>
            <a:off x="357558" y="878014"/>
            <a:ext cx="11372743" cy="55262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IN" sz="2200">
                <a:solidFill>
                  <a:srgbClr val="1F1F1F"/>
                </a:solidFill>
                <a:latin typeface="Times New Roman"/>
                <a:cs typeface="Calibri"/>
              </a:rPr>
              <a:t>It's</a:t>
            </a:r>
            <a:r>
              <a:rPr lang="en-IN" sz="2200">
                <a:solidFill>
                  <a:srgbClr val="1F1F1F"/>
                </a:solidFill>
                <a:latin typeface="Times New Roman"/>
                <a:ea typeface="+mn-lt"/>
                <a:cs typeface="+mn-lt"/>
              </a:rPr>
              <a:t> an open addressing collision resolution technique.</a:t>
            </a:r>
            <a:endParaRPr lang="en-US"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IN" sz="2200">
                <a:solidFill>
                  <a:srgbClr val="1F1F1F"/>
                </a:solidFill>
                <a:latin typeface="Times New Roman"/>
                <a:ea typeface="+mn-lt"/>
                <a:cs typeface="+mn-lt"/>
              </a:rPr>
              <a:t>When a collision occurs, it probes sequentially for the next available slot in the hash table.</a:t>
            </a:r>
            <a:endParaRPr lang="en-IN" sz="2200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IN" sz="24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The</a:t>
            </a:r>
            <a:r>
              <a:rPr lang="en-IN" sz="2400">
                <a:solidFill>
                  <a:srgbClr val="000000"/>
                </a:solidFill>
                <a:latin typeface="Times New Roman"/>
                <a:cs typeface="Times New Roman"/>
              </a:rPr>
              <a:t> hash function for the Linear Probing to an initial index:</a:t>
            </a:r>
            <a:endParaRPr lang="en-US" sz="24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just"/>
            <a:r>
              <a:rPr lang="en-IN" sz="240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  <a:r>
              <a:rPr lang="en-IN" sz="2400" b="1">
                <a:solidFill>
                  <a:srgbClr val="000000"/>
                </a:solidFill>
                <a:latin typeface="Times New Roman"/>
                <a:cs typeface="Times New Roman"/>
              </a:rPr>
              <a:t>    h(key) = Key% </a:t>
            </a:r>
            <a:r>
              <a:rPr lang="en-IN" sz="2400" b="1" err="1">
                <a:solidFill>
                  <a:srgbClr val="000000"/>
                </a:solidFill>
                <a:latin typeface="Times New Roman"/>
                <a:cs typeface="Times New Roman"/>
              </a:rPr>
              <a:t>Table_size</a:t>
            </a:r>
            <a:r>
              <a:rPr lang="en-IN" sz="2400" b="1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endParaRPr lang="en-US" sz="2400" b="1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en-IN" sz="2400">
                <a:solidFill>
                  <a:srgbClr val="000000"/>
                </a:solidFill>
                <a:latin typeface="Times New Roman"/>
                <a:cs typeface="Times New Roman"/>
              </a:rPr>
              <a:t>If a collision occurs at the any index, linearly probe for the next available slot:</a:t>
            </a:r>
            <a:endParaRPr lang="en-US" sz="24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just"/>
            <a:r>
              <a:rPr lang="en-IN" sz="2400">
                <a:solidFill>
                  <a:srgbClr val="000000"/>
                </a:solidFill>
                <a:latin typeface="Times New Roman"/>
                <a:cs typeface="Times New Roman"/>
              </a:rPr>
              <a:t>    </a:t>
            </a:r>
            <a:r>
              <a:rPr lang="en-IN" sz="2400" b="1" err="1">
                <a:solidFill>
                  <a:srgbClr val="000000"/>
                </a:solidFill>
                <a:latin typeface="Times New Roman"/>
                <a:cs typeface="Times New Roman"/>
              </a:rPr>
              <a:t>probe_index</a:t>
            </a:r>
            <a:r>
              <a:rPr lang="en-IN" sz="2400" b="1">
                <a:solidFill>
                  <a:srgbClr val="000000"/>
                </a:solidFill>
                <a:latin typeface="Times New Roman"/>
                <a:cs typeface="Times New Roman"/>
              </a:rPr>
              <a:t>(key) = (key + </a:t>
            </a:r>
            <a:r>
              <a:rPr lang="en-IN" sz="2400" b="1" err="1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lang="en-IN" sz="2400" b="1">
                <a:solidFill>
                  <a:srgbClr val="000000"/>
                </a:solidFill>
                <a:latin typeface="Times New Roman"/>
                <a:cs typeface="Times New Roman"/>
              </a:rPr>
              <a:t>) % </a:t>
            </a:r>
            <a:r>
              <a:rPr lang="en-IN" sz="2400" b="1" err="1">
                <a:solidFill>
                  <a:srgbClr val="000000"/>
                </a:solidFill>
                <a:latin typeface="Times New Roman"/>
                <a:cs typeface="Times New Roman"/>
              </a:rPr>
              <a:t>Table_size</a:t>
            </a:r>
            <a:br>
              <a:rPr lang="en-IN" sz="2400">
                <a:latin typeface="Times New Roman"/>
                <a:cs typeface="Times New Roman"/>
              </a:rPr>
            </a:br>
            <a:r>
              <a:rPr lang="en-IN" sz="2400">
                <a:solidFill>
                  <a:srgbClr val="000000"/>
                </a:solidFill>
                <a:latin typeface="Times New Roman"/>
                <a:cs typeface="Times New Roman"/>
              </a:rPr>
              <a:t>   Where, </a:t>
            </a:r>
            <a:r>
              <a:rPr lang="en-IN" sz="2400" err="1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lang="en-IN" sz="2400">
                <a:solidFill>
                  <a:srgbClr val="000000"/>
                </a:solidFill>
                <a:latin typeface="Times New Roman"/>
                <a:cs typeface="Times New Roman"/>
              </a:rPr>
              <a:t> is the probe count, starting from 1 and incrementing for each failed attempt.</a:t>
            </a:r>
            <a:endParaRPr lang="en-US" sz="24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endParaRPr lang="en-IN" sz="2200">
              <a:solidFill>
                <a:srgbClr val="1F1F1F"/>
              </a:solidFill>
              <a:latin typeface="Times New Roman"/>
              <a:cs typeface="Calibri"/>
            </a:endParaRPr>
          </a:p>
          <a:p>
            <a:pPr algn="just"/>
            <a:r>
              <a:rPr lang="en-IN" sz="2200" b="1">
                <a:latin typeface="Times New Roman"/>
                <a:cs typeface="Calibri"/>
              </a:rPr>
              <a:t>Working Mechanism</a:t>
            </a:r>
          </a:p>
          <a:p>
            <a:pPr marL="342900" indent="-342900" algn="just">
              <a:buFont typeface="Arial"/>
              <a:buChar char="•"/>
            </a:pPr>
            <a:r>
              <a:rPr lang="en-IN" sz="2200" b="1">
                <a:solidFill>
                  <a:srgbClr val="1F1F1F"/>
                </a:solidFill>
                <a:latin typeface="Times New Roman"/>
                <a:ea typeface="+mn-lt"/>
                <a:cs typeface="+mn-lt"/>
              </a:rPr>
              <a:t>Calculate the hash value:</a:t>
            </a:r>
            <a:r>
              <a:rPr lang="en-IN" sz="2200">
                <a:solidFill>
                  <a:srgbClr val="1F1F1F"/>
                </a:solidFill>
                <a:latin typeface="Times New Roman"/>
                <a:ea typeface="+mn-lt"/>
                <a:cs typeface="+mn-lt"/>
              </a:rPr>
              <a:t> Use a hash function to determine the initial slot for a key.</a:t>
            </a:r>
          </a:p>
          <a:p>
            <a:pPr marL="342900" indent="-342900" algn="just">
              <a:buFont typeface="Arial"/>
              <a:buChar char="•"/>
            </a:pPr>
            <a:r>
              <a:rPr lang="en-IN" sz="2200" b="1">
                <a:solidFill>
                  <a:srgbClr val="1F1F1F"/>
                </a:solidFill>
                <a:latin typeface="Times New Roman"/>
                <a:ea typeface="+mn-lt"/>
                <a:cs typeface="+mn-lt"/>
              </a:rPr>
              <a:t>Check for collision:</a:t>
            </a:r>
            <a:r>
              <a:rPr lang="en-IN" sz="2200">
                <a:solidFill>
                  <a:srgbClr val="1F1F1F"/>
                </a:solidFill>
                <a:latin typeface="Times New Roman"/>
                <a:ea typeface="+mn-lt"/>
                <a:cs typeface="+mn-lt"/>
              </a:rPr>
              <a:t> If the slot is occupied, start linear probing:</a:t>
            </a:r>
          </a:p>
          <a:p>
            <a:pPr marL="800100" lvl="2" indent="-342900" algn="just">
              <a:buFont typeface="Wingdings"/>
              <a:buChar char="§"/>
            </a:pPr>
            <a:r>
              <a:rPr lang="en-IN" sz="2200">
                <a:solidFill>
                  <a:srgbClr val="1F1F1F"/>
                </a:solidFill>
                <a:latin typeface="Times New Roman"/>
                <a:ea typeface="+mn-lt"/>
                <a:cs typeface="+mn-lt"/>
              </a:rPr>
              <a:t>Sequentially check the next available slot in the table.</a:t>
            </a:r>
          </a:p>
          <a:p>
            <a:pPr marL="800100" lvl="2" indent="-342900" algn="just">
              <a:buFont typeface="Wingdings"/>
              <a:buChar char="§"/>
            </a:pPr>
            <a:r>
              <a:rPr lang="en-IN" sz="2200">
                <a:solidFill>
                  <a:srgbClr val="1F1F1F"/>
                </a:solidFill>
                <a:latin typeface="Times New Roman"/>
                <a:ea typeface="+mn-lt"/>
                <a:cs typeface="+mn-lt"/>
              </a:rPr>
              <a:t>Wrap around to the beginning if you reach the end.</a:t>
            </a:r>
          </a:p>
          <a:p>
            <a:pPr marL="342900" indent="-342900" algn="just">
              <a:buFont typeface="Arial"/>
              <a:buChar char="•"/>
            </a:pPr>
            <a:r>
              <a:rPr lang="en-IN" sz="2200" b="1">
                <a:solidFill>
                  <a:srgbClr val="1F1F1F"/>
                </a:solidFill>
                <a:latin typeface="Times New Roman"/>
                <a:ea typeface="+mn-lt"/>
                <a:cs typeface="+mn-lt"/>
              </a:rPr>
              <a:t>Insert or search:</a:t>
            </a:r>
            <a:r>
              <a:rPr lang="en-IN" sz="2200">
                <a:solidFill>
                  <a:srgbClr val="1F1F1F"/>
                </a:solidFill>
                <a:latin typeface="Times New Roman"/>
                <a:ea typeface="+mn-lt"/>
                <a:cs typeface="+mn-lt"/>
              </a:rPr>
              <a:t> Once an empty slot is found, insert the key or search for it.</a:t>
            </a:r>
          </a:p>
          <a:p>
            <a:pPr marL="285750" indent="-285750">
              <a:buFont typeface="Arial"/>
              <a:buChar char="•"/>
            </a:pPr>
            <a:endParaRPr lang="en-IN" sz="1200">
              <a:solidFill>
                <a:srgbClr val="1F1F1F"/>
              </a:solidFill>
              <a:cs typeface="Calibri"/>
            </a:endParaRPr>
          </a:p>
          <a:p>
            <a:endParaRPr lang="en-IN" sz="2400">
              <a:latin typeface="Times New Roman"/>
              <a:cs typeface="Times New Roman"/>
            </a:endParaRPr>
          </a:p>
          <a:p>
            <a:endParaRPr lang="en-US"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39548061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/>
          <p:cNvSpPr/>
          <p:nvPr/>
        </p:nvSpPr>
        <p:spPr>
          <a:xfrm>
            <a:off x="1579418" y="341733"/>
            <a:ext cx="8985249" cy="940802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/>
              <a:t> Linear Probing</a:t>
            </a:r>
            <a:endParaRPr lang="en-US"/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82627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375920" y="1465580"/>
            <a:ext cx="11336020" cy="48836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/>
            <a:r>
              <a:rPr lang="en-IN" sz="2200" b="1">
                <a:latin typeface="Times New Roman"/>
                <a:cs typeface="Calibri"/>
              </a:rPr>
              <a:t>Example: </a:t>
            </a:r>
            <a:r>
              <a:rPr lang="en-IN" sz="2200">
                <a:latin typeface="Times New Roman"/>
                <a:cs typeface="Calibri"/>
              </a:rPr>
              <a:t>Consider </a:t>
            </a:r>
            <a:r>
              <a:rPr lang="en-US" sz="2400">
                <a:latin typeface="Times New Roman"/>
                <a:cs typeface="Times New Roman"/>
              </a:rPr>
              <a:t>a sequence of keys as 71, 64, 56, 36 with table size 10</a:t>
            </a:r>
            <a:endParaRPr lang="en-US"/>
          </a:p>
          <a:p>
            <a:pPr marL="285750" indent="-285750">
              <a:buFont typeface="Arial,Sans-Serif"/>
              <a:buChar char="•"/>
            </a:pPr>
            <a:r>
              <a:rPr lang="en-IN" sz="2400">
                <a:latin typeface="Times New Roman"/>
                <a:cs typeface="Times New Roman"/>
              </a:rPr>
              <a:t>The hash function for the Division method is: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IN" sz="2400">
                <a:latin typeface="Times New Roman"/>
                <a:cs typeface="Times New Roman"/>
              </a:rPr>
              <a:t>         h(key) = Key% table size.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r>
              <a:rPr lang="en-IN" sz="2200">
                <a:latin typeface="Times New Roman"/>
                <a:cs typeface="Times New Roman"/>
              </a:rPr>
              <a:t>          h(71)=71%10=1</a:t>
            </a:r>
          </a:p>
          <a:p>
            <a:pPr algn="just"/>
            <a:r>
              <a:rPr lang="en-IN" sz="2200">
                <a:latin typeface="Times New Roman"/>
                <a:cs typeface="Times New Roman"/>
              </a:rPr>
              <a:t>         h(64)=64%10=4</a:t>
            </a:r>
          </a:p>
          <a:p>
            <a:pPr algn="just"/>
            <a:r>
              <a:rPr lang="en-IN" sz="2200">
                <a:latin typeface="Times New Roman"/>
                <a:cs typeface="Times New Roman"/>
              </a:rPr>
              <a:t>         h(56)=56%10=6</a:t>
            </a:r>
          </a:p>
          <a:p>
            <a:pPr algn="just"/>
            <a:r>
              <a:rPr lang="en-IN" sz="2200">
                <a:latin typeface="Times New Roman"/>
                <a:cs typeface="Times New Roman"/>
              </a:rPr>
              <a:t>         h(36)=36%10=6</a:t>
            </a:r>
          </a:p>
          <a:p>
            <a:pPr algn="just"/>
            <a:r>
              <a:rPr lang="en-IN" sz="2400">
                <a:latin typeface="Times New Roman"/>
                <a:cs typeface="Times New Roman"/>
              </a:rPr>
              <a:t>Now, collision occurs at the index 6</a:t>
            </a:r>
          </a:p>
          <a:p>
            <a:pPr algn="just"/>
            <a:r>
              <a:rPr lang="en-IN" sz="2400" err="1">
                <a:latin typeface="Times New Roman"/>
                <a:cs typeface="Times New Roman"/>
              </a:rPr>
              <a:t>probe_index</a:t>
            </a:r>
            <a:r>
              <a:rPr lang="en-IN" sz="2400">
                <a:latin typeface="Times New Roman"/>
                <a:cs typeface="Times New Roman"/>
              </a:rPr>
              <a:t>(key) = (key + </a:t>
            </a:r>
            <a:r>
              <a:rPr lang="en-IN" sz="2400" err="1">
                <a:latin typeface="Times New Roman"/>
                <a:cs typeface="Times New Roman"/>
              </a:rPr>
              <a:t>i</a:t>
            </a:r>
            <a:r>
              <a:rPr lang="en-IN" sz="2400">
                <a:latin typeface="Times New Roman"/>
                <a:cs typeface="Times New Roman"/>
              </a:rPr>
              <a:t>) % </a:t>
            </a:r>
            <a:r>
              <a:rPr lang="en-IN" sz="2400" err="1">
                <a:latin typeface="Times New Roman"/>
                <a:cs typeface="Times New Roman"/>
              </a:rPr>
              <a:t>Table_size</a:t>
            </a:r>
          </a:p>
          <a:p>
            <a:pPr algn="just"/>
            <a:r>
              <a:rPr lang="en-IN" sz="2400">
                <a:latin typeface="Times New Roman"/>
                <a:cs typeface="Times New Roman"/>
              </a:rPr>
              <a:t>Initially </a:t>
            </a:r>
            <a:r>
              <a:rPr lang="en-IN" sz="2400" err="1">
                <a:latin typeface="Times New Roman"/>
                <a:cs typeface="Times New Roman"/>
              </a:rPr>
              <a:t>i</a:t>
            </a:r>
            <a:r>
              <a:rPr lang="en-IN" sz="2400">
                <a:latin typeface="Times New Roman"/>
                <a:cs typeface="Times New Roman"/>
              </a:rPr>
              <a:t>=1</a:t>
            </a:r>
            <a:br>
              <a:rPr lang="en-IN" sz="2400">
                <a:latin typeface="Times New Roman"/>
                <a:cs typeface="Times New Roman"/>
              </a:rPr>
            </a:br>
            <a:r>
              <a:rPr lang="en-IN" sz="2400" err="1">
                <a:latin typeface="Times New Roman"/>
                <a:cs typeface="Times New Roman"/>
              </a:rPr>
              <a:t>probe_index</a:t>
            </a:r>
            <a:r>
              <a:rPr lang="en-IN" sz="2400">
                <a:latin typeface="Times New Roman"/>
                <a:cs typeface="Times New Roman"/>
              </a:rPr>
              <a:t>(36) =(36+1)%10=7</a:t>
            </a:r>
            <a:endParaRPr lang="en-IN"/>
          </a:p>
          <a:p>
            <a:pPr algn="just"/>
            <a:r>
              <a:rPr lang="en-IN" sz="2400">
                <a:latin typeface="Times New Roman"/>
                <a:cs typeface="Times New Roman"/>
              </a:rPr>
              <a:t>Now, key 36 is placed at index 7</a:t>
            </a:r>
          </a:p>
        </p:txBody>
      </p:sp>
      <p:pic>
        <p:nvPicPr>
          <p:cNvPr id="1073742850" name="Picture Placeholder 1073742849" descr="Linear probing"/>
          <p:cNvPicPr>
            <a:picLocks noGrp="1" noChangeAspect="1"/>
          </p:cNvPicPr>
          <p:nvPr>
            <p:ph type="pic" idx="2"/>
          </p:nvPr>
        </p:nvPicPr>
        <p:blipFill>
          <a:blip r:embed="rId4" r:link="rId5"/>
          <a:stretch>
            <a:fillRect/>
          </a:stretch>
        </p:blipFill>
        <p:spPr>
          <a:xfrm>
            <a:off x="9905371" y="1969211"/>
            <a:ext cx="1400175" cy="2724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1828801" y="300038"/>
            <a:ext cx="7469580" cy="66410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Quadratic Probing</a:t>
            </a: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00" name="Text Box 99"/>
          <p:cNvSpPr txBox="1"/>
          <p:nvPr/>
        </p:nvSpPr>
        <p:spPr>
          <a:xfrm>
            <a:off x="412115" y="1231265"/>
            <a:ext cx="11156705" cy="470217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US" sz="2200">
                <a:solidFill>
                  <a:srgbClr val="1F1F1F"/>
                </a:solidFill>
                <a:latin typeface="Times New Roman"/>
                <a:ea typeface="+mn-lt"/>
                <a:cs typeface="+mn-lt"/>
              </a:rPr>
              <a:t>It's a collision resolution technique used in hash tables that employ open addressing.</a:t>
            </a:r>
            <a:endParaRPr lang="en-US"/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US" sz="2200">
                <a:solidFill>
                  <a:srgbClr val="1F1F1F"/>
                </a:solidFill>
                <a:latin typeface="Times New Roman"/>
                <a:ea typeface="+mn-lt"/>
                <a:cs typeface="+mn-lt"/>
              </a:rPr>
              <a:t>When a collision occurs (two keys hash to the same index), quadratic probing probes a sequence of alternate hash table indices using a quadratic function.</a:t>
            </a:r>
          </a:p>
          <a:p>
            <a:pPr marL="342900" indent="-342900" algn="just">
              <a:lnSpc>
                <a:spcPct val="150000"/>
              </a:lnSpc>
              <a:buFont typeface="Arial,Sans-Serif"/>
              <a:buChar char="•"/>
            </a:pPr>
            <a:r>
              <a:rPr lang="en-IN" sz="2400">
                <a:latin typeface="Times New Roman"/>
                <a:cs typeface="Times New Roman"/>
              </a:rPr>
              <a:t>The hash function for the Quadratic Probing to an initial index:</a:t>
            </a:r>
            <a:endParaRPr lang="en-US" sz="240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IN" sz="2400">
                <a:latin typeface="Times New Roman"/>
                <a:cs typeface="Times New Roman"/>
              </a:rPr>
              <a:t> </a:t>
            </a:r>
            <a:r>
              <a:rPr lang="en-IN" sz="2400" b="1">
                <a:latin typeface="Times New Roman"/>
                <a:cs typeface="Times New Roman"/>
              </a:rPr>
              <a:t>    h(key) = Key% </a:t>
            </a:r>
            <a:r>
              <a:rPr lang="en-IN" sz="2400" b="1" err="1">
                <a:latin typeface="Times New Roman"/>
                <a:cs typeface="Times New Roman"/>
              </a:rPr>
              <a:t>Table_size</a:t>
            </a:r>
            <a:r>
              <a:rPr lang="en-IN" sz="2400" b="1">
                <a:latin typeface="Times New Roman"/>
                <a:cs typeface="Times New Roman"/>
              </a:rPr>
              <a:t>.</a:t>
            </a:r>
            <a:endParaRPr lang="en-US" sz="2400">
              <a:latin typeface="Times New Roman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,Sans-Serif"/>
              <a:buChar char="•"/>
            </a:pPr>
            <a:r>
              <a:rPr lang="en-IN" sz="2400">
                <a:latin typeface="Times New Roman"/>
                <a:cs typeface="Times New Roman"/>
              </a:rPr>
              <a:t>If a collision occurs at the any index, linearly probe for the next available slot:</a:t>
            </a:r>
            <a:endParaRPr lang="en-US" sz="240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IN" sz="2400">
                <a:latin typeface="Times New Roman"/>
                <a:cs typeface="Times New Roman"/>
              </a:rPr>
              <a:t>    </a:t>
            </a:r>
            <a:r>
              <a:rPr lang="en-IN" sz="2400" b="1" err="1">
                <a:latin typeface="Times New Roman"/>
                <a:cs typeface="Times New Roman"/>
              </a:rPr>
              <a:t>Quaprobe_index</a:t>
            </a:r>
            <a:r>
              <a:rPr lang="en-IN" sz="2400" b="1">
                <a:latin typeface="Times New Roman"/>
                <a:cs typeface="Times New Roman"/>
              </a:rPr>
              <a:t>(key) = (key + </a:t>
            </a:r>
            <a:r>
              <a:rPr lang="en-IN" sz="2400" b="1" err="1">
                <a:latin typeface="Times New Roman"/>
                <a:cs typeface="Times New Roman"/>
              </a:rPr>
              <a:t>i</a:t>
            </a:r>
            <a:r>
              <a:rPr lang="en-IN" sz="2400" b="1">
                <a:latin typeface="Times New Roman"/>
                <a:cs typeface="Times New Roman"/>
              </a:rPr>
              <a:t>*</a:t>
            </a:r>
            <a:r>
              <a:rPr lang="en-IN" sz="2400" b="1" err="1">
                <a:latin typeface="Times New Roman"/>
                <a:cs typeface="Times New Roman"/>
              </a:rPr>
              <a:t>i</a:t>
            </a:r>
            <a:r>
              <a:rPr lang="en-IN" sz="2400" b="1">
                <a:latin typeface="Times New Roman"/>
                <a:cs typeface="Times New Roman"/>
              </a:rPr>
              <a:t>) % </a:t>
            </a:r>
            <a:r>
              <a:rPr lang="en-IN" sz="2400" b="1" err="1">
                <a:latin typeface="Times New Roman"/>
                <a:cs typeface="Times New Roman"/>
              </a:rPr>
              <a:t>Table_size</a:t>
            </a:r>
            <a:br>
              <a:rPr lang="en-IN" sz="2400" b="1">
                <a:latin typeface="Times New Roman"/>
                <a:cs typeface="Times New Roman"/>
              </a:rPr>
            </a:br>
            <a:r>
              <a:rPr lang="en-US" sz="2400" b="1">
                <a:latin typeface="Arial"/>
                <a:cs typeface="Times New Roman"/>
              </a:rPr>
              <a:t>   </a:t>
            </a:r>
            <a:r>
              <a:rPr lang="en-IN" sz="2400">
                <a:latin typeface="Times New Roman"/>
                <a:cs typeface="Times New Roman"/>
              </a:rPr>
              <a:t>Where, </a:t>
            </a:r>
            <a:r>
              <a:rPr lang="en-IN" sz="2400" err="1">
                <a:latin typeface="Times New Roman"/>
                <a:cs typeface="Times New Roman"/>
              </a:rPr>
              <a:t>i</a:t>
            </a:r>
            <a:r>
              <a:rPr lang="en-IN" sz="2400">
                <a:latin typeface="Times New Roman"/>
                <a:cs typeface="Times New Roman"/>
              </a:rPr>
              <a:t> is the probe count, starting from 1 and incrementing for each failed attempt.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 algn="just">
              <a:buFont typeface="Arial,Sans-Serif"/>
              <a:buChar char="•"/>
            </a:pPr>
            <a:endParaRPr lang="en-IN" sz="2200">
              <a:solidFill>
                <a:srgbClr val="1F1F1F"/>
              </a:solidFill>
              <a:latin typeface="Times New Roman"/>
              <a:cs typeface="Times New Roman"/>
            </a:endParaRPr>
          </a:p>
          <a:p>
            <a:endParaRPr lang="en-US" sz="2400" b="1">
              <a:latin typeface="Arial"/>
              <a:cs typeface="Times New Roman"/>
            </a:endParaRPr>
          </a:p>
          <a:p>
            <a:pPr indent="0"/>
            <a:endParaRPr lang="en-US" sz="2400" b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0F6378-34BC-213D-4B30-6ADD777AA622}"/>
              </a:ext>
            </a:extLst>
          </p:cNvPr>
          <p:cNvSpPr txBox="1"/>
          <p:nvPr/>
        </p:nvSpPr>
        <p:spPr>
          <a:xfrm>
            <a:off x="427822" y="1437701"/>
            <a:ext cx="8618861" cy="54784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Times New Roman"/>
                <a:cs typeface="Segoe UI"/>
              </a:rPr>
              <a:t>Example: </a:t>
            </a:r>
            <a:r>
              <a:rPr lang="en-IN" sz="2200">
                <a:latin typeface="Times New Roman"/>
                <a:cs typeface="Times New Roman"/>
              </a:rPr>
              <a:t>Consider </a:t>
            </a:r>
            <a:r>
              <a:rPr lang="en-US" sz="2400">
                <a:latin typeface="Times New Roman"/>
                <a:cs typeface="Times New Roman"/>
              </a:rPr>
              <a:t>a sequence of keys as 67, 90,55,49,17 with table size 10</a:t>
            </a:r>
          </a:p>
          <a:p>
            <a:r>
              <a:rPr lang="en-US" sz="2400">
                <a:latin typeface="Times New Roman"/>
                <a:cs typeface="Segoe UI"/>
              </a:rPr>
              <a:t>​</a:t>
            </a:r>
            <a:r>
              <a:rPr lang="en-IN" sz="2400">
                <a:latin typeface="Times New Roman"/>
                <a:cs typeface="Times New Roman"/>
              </a:rPr>
              <a:t>The hash function for the Division method is: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r>
              <a:rPr lang="en-IN" sz="2400">
                <a:latin typeface="Times New Roman"/>
                <a:cs typeface="Times New Roman"/>
              </a:rPr>
              <a:t>         h(key) = Key% table size.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r>
              <a:rPr lang="en-IN" sz="2200">
                <a:latin typeface="Times New Roman"/>
                <a:cs typeface="Times New Roman"/>
              </a:rPr>
              <a:t>          h(67) = 67%10 = 7</a:t>
            </a:r>
            <a:endParaRPr lang="en-US" sz="2200">
              <a:latin typeface="Times New Roman"/>
              <a:cs typeface="Times New Roman"/>
            </a:endParaRPr>
          </a:p>
          <a:p>
            <a:pPr algn="just"/>
            <a:r>
              <a:rPr lang="en-IN" sz="2200">
                <a:latin typeface="Times New Roman"/>
                <a:cs typeface="Times New Roman"/>
              </a:rPr>
              <a:t>         h(90) = 90%10 = 0</a:t>
            </a:r>
            <a:endParaRPr lang="en-US" sz="2200">
              <a:latin typeface="Times New Roman"/>
              <a:cs typeface="Times New Roman"/>
            </a:endParaRPr>
          </a:p>
          <a:p>
            <a:pPr algn="just"/>
            <a:r>
              <a:rPr lang="en-IN" sz="2200">
                <a:latin typeface="Times New Roman"/>
                <a:cs typeface="Times New Roman"/>
              </a:rPr>
              <a:t>         h(55) = 55%10 = 5</a:t>
            </a:r>
            <a:endParaRPr lang="en-US" sz="2200">
              <a:latin typeface="Times New Roman"/>
              <a:cs typeface="Times New Roman"/>
            </a:endParaRPr>
          </a:p>
          <a:p>
            <a:pPr algn="just"/>
            <a:r>
              <a:rPr lang="en-IN" sz="2200">
                <a:latin typeface="Times New Roman"/>
                <a:cs typeface="Times New Roman"/>
              </a:rPr>
              <a:t>         h(49) = 49%10 = 9</a:t>
            </a:r>
          </a:p>
          <a:p>
            <a:pPr algn="just"/>
            <a:r>
              <a:rPr lang="en-IN" sz="2200">
                <a:latin typeface="Times New Roman"/>
                <a:cs typeface="Times New Roman"/>
              </a:rPr>
              <a:t>         h(17) = 17%10 = 7</a:t>
            </a:r>
            <a:endParaRPr lang="en-US" sz="2200">
              <a:latin typeface="Times New Roman"/>
              <a:cs typeface="Times New Roman"/>
            </a:endParaRPr>
          </a:p>
          <a:p>
            <a:pPr algn="just"/>
            <a:r>
              <a:rPr lang="en-IN" sz="2400">
                <a:latin typeface="Times New Roman"/>
                <a:cs typeface="Times New Roman"/>
              </a:rPr>
              <a:t>Now, collision occurs at the index 7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r>
              <a:rPr lang="en-IN" sz="2400" err="1">
                <a:latin typeface="Times New Roman"/>
                <a:cs typeface="Times New Roman"/>
              </a:rPr>
              <a:t>Quaprobe_index</a:t>
            </a:r>
            <a:r>
              <a:rPr lang="en-IN" sz="2400">
                <a:latin typeface="Times New Roman"/>
                <a:cs typeface="Times New Roman"/>
              </a:rPr>
              <a:t>(key) = (key + </a:t>
            </a:r>
            <a:r>
              <a:rPr lang="en-IN" sz="2400" err="1">
                <a:latin typeface="Times New Roman"/>
                <a:cs typeface="Times New Roman"/>
              </a:rPr>
              <a:t>i</a:t>
            </a:r>
            <a:r>
              <a:rPr lang="en-IN" sz="2400">
                <a:latin typeface="Times New Roman"/>
                <a:cs typeface="Times New Roman"/>
              </a:rPr>
              <a:t>*</a:t>
            </a:r>
            <a:r>
              <a:rPr lang="en-IN" sz="2400" err="1">
                <a:latin typeface="Times New Roman"/>
                <a:cs typeface="Times New Roman"/>
              </a:rPr>
              <a:t>i</a:t>
            </a:r>
            <a:r>
              <a:rPr lang="en-IN" sz="2400">
                <a:latin typeface="Times New Roman"/>
                <a:cs typeface="Times New Roman"/>
              </a:rPr>
              <a:t>) % </a:t>
            </a:r>
            <a:r>
              <a:rPr lang="en-IN" sz="2400" err="1">
                <a:latin typeface="Times New Roman"/>
                <a:cs typeface="Times New Roman"/>
              </a:rPr>
              <a:t>Table_size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r>
              <a:rPr lang="en-IN" sz="2400">
                <a:latin typeface="Times New Roman"/>
                <a:cs typeface="Times New Roman"/>
              </a:rPr>
              <a:t>Initially </a:t>
            </a:r>
            <a:r>
              <a:rPr lang="en-IN" sz="2400" err="1">
                <a:latin typeface="Times New Roman"/>
                <a:cs typeface="Times New Roman"/>
              </a:rPr>
              <a:t>i</a:t>
            </a:r>
            <a:r>
              <a:rPr lang="en-IN" sz="2400">
                <a:latin typeface="Times New Roman"/>
                <a:cs typeface="Times New Roman"/>
              </a:rPr>
              <a:t>=1</a:t>
            </a:r>
            <a:br>
              <a:rPr lang="en-IN" sz="2400">
                <a:latin typeface="Times New Roman"/>
                <a:cs typeface="Times New Roman"/>
              </a:rPr>
            </a:br>
            <a:r>
              <a:rPr lang="en-IN" sz="2400" err="1">
                <a:latin typeface="Times New Roman"/>
                <a:cs typeface="Times New Roman"/>
              </a:rPr>
              <a:t>probe_index</a:t>
            </a:r>
            <a:r>
              <a:rPr lang="en-IN" sz="2400">
                <a:latin typeface="Times New Roman"/>
                <a:cs typeface="Times New Roman"/>
              </a:rPr>
              <a:t>(17) =(17+1*1)%10=8</a:t>
            </a:r>
          </a:p>
          <a:p>
            <a:pPr algn="just"/>
            <a:r>
              <a:rPr lang="en-IN" sz="2400">
                <a:latin typeface="Times New Roman"/>
                <a:cs typeface="Times New Roman"/>
              </a:rPr>
              <a:t>Now, key 17 is placed at index 8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endParaRPr lang="en-US" sz="2400">
              <a:latin typeface="Times New Roman"/>
              <a:cs typeface="Segoe UI"/>
            </a:endParaRP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178DF62D-0DDA-41A6-8589-F780A5D1B26E}"/>
              </a:ext>
            </a:extLst>
          </p:cNvPr>
          <p:cNvSpPr/>
          <p:nvPr/>
        </p:nvSpPr>
        <p:spPr>
          <a:xfrm>
            <a:off x="1828801" y="300038"/>
            <a:ext cx="7469580" cy="66410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Quadratic Probing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ABB977DB-7C74-CCF8-65E6-96AE47691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8" name="Picture 7" descr="quadratic probing">
            <a:extLst>
              <a:ext uri="{FF2B5EF4-FFF2-40B4-BE49-F238E27FC236}">
                <a16:creationId xmlns:a16="http://schemas.microsoft.com/office/drawing/2014/main" id="{C0389CA6-C4C2-BAD8-A2B1-7775707FF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6557" y="1309228"/>
            <a:ext cx="1981200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17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274963" y="94372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IMPORTANT FACTS RELATED TO THE SESSION</a:t>
            </a:r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0" y="1252025"/>
            <a:ext cx="12191999" cy="52629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>
                <a:latin typeface="Times New Roman"/>
                <a:cs typeface="Times New Roman"/>
              </a:rPr>
              <a:t>Advantages of a C</a:t>
            </a:r>
            <a:r>
              <a:rPr lang="en-US" altLang="en-IN" sz="2400" b="1" err="1">
                <a:latin typeface="Times New Roman"/>
                <a:cs typeface="Times New Roman"/>
              </a:rPr>
              <a:t>ollision</a:t>
            </a:r>
            <a:r>
              <a:rPr lang="en-US" altLang="en-IN" sz="2400" b="1">
                <a:latin typeface="Times New Roman"/>
                <a:cs typeface="Times New Roman"/>
              </a:rPr>
              <a:t> Resolution Techniques</a:t>
            </a:r>
            <a:endParaRPr lang="en-IN" sz="2400" b="1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IN" sz="2400">
                <a:solidFill>
                  <a:srgbClr val="1F1F1F"/>
                </a:solidFill>
                <a:latin typeface="Times New Roman"/>
                <a:ea typeface="+mn-lt"/>
                <a:cs typeface="+mn-lt"/>
              </a:rPr>
              <a:t>Enable efficient hash table operations (insertion, deletion, search) in average cases, often achieving O(1) time complexity.</a:t>
            </a:r>
          </a:p>
          <a:p>
            <a:pPr marL="342900" indent="-342900">
              <a:buFont typeface="Arial"/>
              <a:buChar char="•"/>
            </a:pPr>
            <a:r>
              <a:rPr lang="en-IN" sz="2400">
                <a:solidFill>
                  <a:srgbClr val="1F1F1F"/>
                </a:solidFill>
                <a:latin typeface="Times New Roman"/>
                <a:ea typeface="+mn-lt"/>
                <a:cs typeface="+mn-lt"/>
              </a:rPr>
              <a:t>Allow for flexible hash table usage, even when collisions occur.</a:t>
            </a:r>
            <a:endParaRPr lang="en-IN" sz="2400">
              <a:latin typeface="Times New Roman"/>
              <a:cs typeface="Times New Roman"/>
            </a:endParaRPr>
          </a:p>
          <a:p>
            <a:endParaRPr lang="en-IN" sz="2400" b="1">
              <a:latin typeface="Times New Roman"/>
              <a:cs typeface="Times New Roman"/>
            </a:endParaRPr>
          </a:p>
          <a:p>
            <a:r>
              <a:rPr lang="en-IN" sz="2400" b="1">
                <a:latin typeface="Times New Roman"/>
                <a:cs typeface="Times New Roman"/>
              </a:rPr>
              <a:t>Disadvantages</a:t>
            </a:r>
            <a:endParaRPr lang="en-US" altLang="en-IN" sz="2400" b="1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rgbClr val="1F1F1F"/>
                </a:solidFill>
                <a:latin typeface="Times New Roman"/>
                <a:ea typeface="+mn-lt"/>
                <a:cs typeface="+mn-lt"/>
              </a:rPr>
              <a:t>Can degrade performance if the hash table becomes too full, potentially leading to worst-case O(n) time complexity.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rgbClr val="1F1F1F"/>
                </a:solidFill>
                <a:latin typeface="Times New Roman"/>
                <a:ea typeface="+mn-lt"/>
                <a:cs typeface="+mn-lt"/>
              </a:rPr>
              <a:t>Require careful selection of a good hash function to minimize collisions and ensure even key distribution.</a:t>
            </a:r>
          </a:p>
          <a:p>
            <a:endParaRPr lang="en-IN" sz="2400" b="1">
              <a:latin typeface="Times New Roman"/>
              <a:cs typeface="Times New Roman"/>
            </a:endParaRPr>
          </a:p>
          <a:p>
            <a:r>
              <a:rPr lang="en-IN" sz="2400" b="1" err="1">
                <a:latin typeface="Times New Roman"/>
                <a:cs typeface="Times New Roman"/>
              </a:rPr>
              <a:t>Applicatio</a:t>
            </a:r>
            <a:r>
              <a:rPr lang="en-US" altLang="en-IN" sz="2400" b="1">
                <a:latin typeface="Times New Roman"/>
                <a:cs typeface="Times New Roman"/>
              </a:rPr>
              <a:t>ns</a:t>
            </a:r>
            <a:endParaRPr lang="en-IN" sz="2400" b="1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/>
                <a:cs typeface="Times New Roman"/>
              </a:rPr>
              <a:t>Symbol tables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/>
                <a:cs typeface="Times New Roman"/>
              </a:rPr>
              <a:t>Caching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EXAMPLES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7B70F1-B7A5-A209-1F6F-AA0FB85C78B0}"/>
              </a:ext>
            </a:extLst>
          </p:cNvPr>
          <p:cNvSpPr txBox="1"/>
          <p:nvPr/>
        </p:nvSpPr>
        <p:spPr>
          <a:xfrm>
            <a:off x="225847" y="960304"/>
            <a:ext cx="11483246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400">
                <a:solidFill>
                  <a:srgbClr val="1F1F1F"/>
                </a:solidFill>
                <a:latin typeface="Times New Roman"/>
              </a:rPr>
              <a:t>Let us consider a simple hash function as “key mod 5” and a sequence of keys that are to be inserted are 50, 70, 76, 93. Draw hash table using Linear probing technique.</a:t>
            </a:r>
            <a:endParaRPr lang="en-US"/>
          </a:p>
          <a:p>
            <a:pPr marL="457200" indent="-457200" algn="just">
              <a:buAutoNum type="arabicPeriod"/>
            </a:pPr>
            <a:endParaRPr lang="en-US" sz="2400">
              <a:solidFill>
                <a:srgbClr val="1F1F1F"/>
              </a:solidFill>
              <a:latin typeface="Times New Roman"/>
              <a:cs typeface="Times New Roman"/>
            </a:endParaRPr>
          </a:p>
          <a:p>
            <a:pPr marL="457200" indent="-457200" algn="just">
              <a:buAutoNum type="arabicPeriod"/>
            </a:pPr>
            <a:r>
              <a:rPr lang="en-US" sz="2400">
                <a:solidFill>
                  <a:srgbClr val="1F1F1F"/>
                </a:solidFill>
                <a:latin typeface="Times New Roman"/>
                <a:cs typeface="Times New Roman"/>
              </a:rPr>
              <a:t>Let us consider table Size = 7, hash function as Hash(x) = x % 7 and collision resolution strategy to be f(</a:t>
            </a:r>
            <a:r>
              <a:rPr lang="en-US" sz="2400" err="1">
                <a:solidFill>
                  <a:srgbClr val="1F1F1F"/>
                </a:solidFill>
                <a:latin typeface="Times New Roman"/>
                <a:cs typeface="Times New Roman"/>
              </a:rPr>
              <a:t>i</a:t>
            </a:r>
            <a:r>
              <a:rPr lang="en-US" sz="2400">
                <a:solidFill>
                  <a:srgbClr val="1F1F1F"/>
                </a:solidFill>
                <a:latin typeface="Times New Roman"/>
                <a:cs typeface="Times New Roman"/>
              </a:rPr>
              <a:t>) = i2 . Insert = 22, 30, and 50.</a:t>
            </a:r>
          </a:p>
          <a:p>
            <a:pPr marL="285750" indent="-285750" algn="just">
              <a:buFont typeface="Arial"/>
              <a:buChar char="•"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457200" indent="-457200">
              <a:buAutoNum type="arabicPeriod"/>
            </a:pPr>
            <a:endParaRPr lang="en-US" sz="2400">
              <a:solidFill>
                <a:srgbClr val="1F1F1F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SELF-ASSESSMENT QUESTIONS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100" name="Picture Placeholder 99"/>
          <p:cNvPicPr>
            <a:picLocks noGrp="1" noChangeAspect="1"/>
          </p:cNvPicPr>
          <p:nvPr>
            <p:ph type="pic" idx="2"/>
          </p:nvPr>
        </p:nvPicPr>
        <p:blipFill>
          <a:blip r:embed="rId3"/>
          <a:stretch>
            <a:fillRect/>
          </a:stretch>
        </p:blipFill>
        <p:spPr>
          <a:xfrm>
            <a:off x="10144760" y="1878013"/>
            <a:ext cx="1066800" cy="206692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Google Shape;502;p17"/>
          <p:cNvSpPr/>
          <p:nvPr/>
        </p:nvSpPr>
        <p:spPr>
          <a:xfrm>
            <a:off x="605155" y="671195"/>
            <a:ext cx="10606405" cy="1207135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400">
                <a:sym typeface="+mn-ea"/>
              </a:rPr>
              <a:t> </a:t>
            </a:r>
          </a:p>
          <a:p>
            <a:r>
              <a:rPr lang="en-US" sz="2400">
                <a:sym typeface="+mn-ea"/>
              </a:rPr>
              <a:t>1.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hash table of length 10 uses open addressing with hash function h(k)=k mod 10, and linear probing. After inserting 6 values into an empty hash table, the table is as shown below. 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/>
          </a:p>
        </p:txBody>
      </p:sp>
      <p:sp>
        <p:nvSpPr>
          <p:cNvPr id="6" name="Rounded Rectangle 17"/>
          <p:cNvSpPr/>
          <p:nvPr/>
        </p:nvSpPr>
        <p:spPr>
          <a:xfrm>
            <a:off x="1009650" y="1949450"/>
            <a:ext cx="8862060" cy="181229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Which one of the following choices gives a possible order in which the key values could have been inserted in the table?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(A) 46, 42, 34, 52, 23, 33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(B) 34, 42, 23, 52, 33, 46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(C) 46, 34, 42, 23, 52, 33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(D) 42, 46, 33, 23, 34, 52 </a:t>
            </a:r>
            <a:endParaRPr lang="en-IN"/>
          </a:p>
        </p:txBody>
      </p:sp>
      <p:sp>
        <p:nvSpPr>
          <p:cNvPr id="7" name="Google Shape;502;p17"/>
          <p:cNvSpPr/>
          <p:nvPr/>
        </p:nvSpPr>
        <p:spPr>
          <a:xfrm>
            <a:off x="487680" y="4109085"/>
            <a:ext cx="10606405" cy="624205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400">
                <a:sym typeface="+mn-ea"/>
              </a:rPr>
              <a:t> 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Which of the following schemes does quadratic probing come under?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/>
          </a:p>
        </p:txBody>
      </p:sp>
      <p:sp>
        <p:nvSpPr>
          <p:cNvPr id="9" name="Rounded Rectangle 17"/>
          <p:cNvSpPr/>
          <p:nvPr/>
        </p:nvSpPr>
        <p:spPr>
          <a:xfrm>
            <a:off x="1009650" y="4787900"/>
            <a:ext cx="8862060" cy="181229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a) rehashing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b) extended hashing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c) separate chaining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d) open addressing</a:t>
            </a:r>
            <a:endParaRPr lang="en-IN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bldLvl="0" animBg="1"/>
      <p:bldP spid="6" grpId="0" bldLvl="0" animBg="1"/>
      <p:bldP spid="7" grpId="0" bldLvl="0" animBg="1"/>
      <p:bldP spid="9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0" y="848264"/>
            <a:ext cx="12100956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IN" sz="2400">
                <a:solidFill>
                  <a:srgbClr val="1F1F1F"/>
                </a:solidFill>
                <a:latin typeface="Times New Roman"/>
                <a:ea typeface="+mn-lt"/>
                <a:cs typeface="Times New Roman"/>
              </a:rPr>
              <a:t>Collision</a:t>
            </a:r>
            <a:r>
              <a:rPr lang="en-IN" sz="2400">
                <a:solidFill>
                  <a:srgbClr val="1F1F1F"/>
                </a:solidFill>
                <a:latin typeface="Times New Roman"/>
              </a:rPr>
              <a:t> resolution techniques are crucial in hash tables to effectively deal with collisions occurring when different keys map to the same index. </a:t>
            </a:r>
            <a:endParaRPr lang="en-US" sz="2400">
              <a:solidFill>
                <a:srgbClr val="1F1F1F"/>
              </a:solidFill>
              <a:latin typeface="Times New Roman"/>
            </a:endParaRPr>
          </a:p>
          <a:p>
            <a:pPr marL="342900" indent="-342900">
              <a:buFont typeface="Arial"/>
              <a:buChar char="•"/>
            </a:pPr>
            <a:endParaRPr lang="en-IN" sz="2400">
              <a:solidFill>
                <a:srgbClr val="1F1F1F"/>
              </a:solidFill>
              <a:latin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IN" sz="2400">
                <a:solidFill>
                  <a:srgbClr val="1F1F1F"/>
                </a:solidFill>
                <a:latin typeface="Times New Roman"/>
              </a:rPr>
              <a:t>Each technique has its own advantages and disadvantages, making the choice depend on specific needs and priorities.</a:t>
            </a:r>
            <a:endParaRPr lang="en-US" sz="2400">
              <a:solidFill>
                <a:srgbClr val="1F1F1F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36731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>
                <a:solidFill>
                  <a:srgbClr val="1F1F1F"/>
                </a:solidFill>
                <a:latin typeface="Times New Roman"/>
                <a:cs typeface="Times New Roman"/>
              </a:rPr>
              <a:t>List</a:t>
            </a:r>
            <a:r>
              <a:rPr lang="en-US" sz="2400">
                <a:solidFill>
                  <a:srgbClr val="1F1F1F"/>
                </a:solidFill>
                <a:latin typeface="Times New Roman"/>
                <a:ea typeface="+mn-lt"/>
                <a:cs typeface="Times New Roman"/>
              </a:rPr>
              <a:t> out different types of Collision Resolution Techniques?</a:t>
            </a:r>
            <a:endParaRPr lang="en-US"/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>
                <a:solidFill>
                  <a:srgbClr val="1F1F1F"/>
                </a:solidFill>
                <a:latin typeface="Times New Roman"/>
                <a:ea typeface="+mn-lt"/>
                <a:cs typeface="Times New Roman"/>
              </a:rPr>
              <a:t>The</a:t>
            </a:r>
            <a:r>
              <a:rPr lang="en-US" sz="2400">
                <a:solidFill>
                  <a:srgbClr val="1F1F1F"/>
                </a:solidFill>
                <a:latin typeface="Times New Roman"/>
                <a:ea typeface="+mn-lt"/>
                <a:cs typeface="Times New Roman"/>
                <a:sym typeface="+mn-ea"/>
              </a:rPr>
              <a:t> keys 12,18,13,2,3,23,5 and 15 are inserted into an initially empty hash table of length 10 using open addressing with hash function h(k)=k mod 10 and linear probing show the resultant hash table?</a:t>
            </a:r>
            <a:endParaRPr lang="en-US" sz="2400">
              <a:solidFill>
                <a:srgbClr val="1F1F1F"/>
              </a:solidFill>
              <a:latin typeface="Times New Roman"/>
              <a:ea typeface="+mn-lt"/>
              <a:cs typeface="Times New Roman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>
                <a:solidFill>
                  <a:srgbClr val="1F1F1F"/>
                </a:solidFill>
                <a:latin typeface="Times New Roman"/>
                <a:ea typeface="+mn-lt"/>
                <a:cs typeface="Times New Roman"/>
                <a:sym typeface="+mn-ea"/>
              </a:rPr>
              <a:t> Define collision</a:t>
            </a:r>
            <a:endParaRPr lang="en-US" sz="2400">
              <a:solidFill>
                <a:srgbClr val="1F1F1F"/>
              </a:solidFill>
              <a:latin typeface="Times New Roman"/>
              <a:ea typeface="+mn-lt"/>
              <a:cs typeface="Times New Roman"/>
            </a:endParaRP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REFERENCES FOR FURTHER LEARNING OF THE SESSION</a:t>
            </a:r>
            <a:endParaRPr lang="en-US" sz="24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7195" y="1013239"/>
            <a:ext cx="11509382" cy="3388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/>
                <a:cs typeface="Times New Roman"/>
              </a:rPr>
              <a:t>Reference Books</a:t>
            </a:r>
            <a:endParaRPr lang="en-US" sz="2400" dirty="0">
              <a:latin typeface="Times New Roman"/>
              <a:cs typeface="Times New Roman"/>
            </a:endParaRPr>
          </a:p>
          <a:p>
            <a:pPr marL="342900" lvl="0" indent="-342900">
              <a:spcBef>
                <a:spcPts val="75"/>
              </a:spcBef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Structures and Algorithm Analysis in PYTHON, 2010, Mark Allen Weiss, Second Edition, Pearson Education.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75"/>
              </a:spcBef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Structures and Algorithms,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A.V.Aho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J.E.Hopcroft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J.D.Ullman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Pearson Education, First Edition Reprint2003.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75"/>
              </a:spcBef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Advanced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Guide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Python 3 Programming, John Hunt, 4</a:t>
            </a:r>
            <a:r>
              <a:rPr lang="en-US" sz="18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Edition, Springer Nature Switzerland AG 2019.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Python Basics: A Practice Introduction to Python 3, David Amos, Dan Bader, Joanna Jablonski, Fletcher Heisler, 4</a:t>
            </a:r>
            <a:r>
              <a:rPr lang="en-US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edition, Real Python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400" b="1" dirty="0">
                <a:latin typeface="Times New Roman"/>
                <a:cs typeface="Times New Roman"/>
              </a:rPr>
              <a:t>Sites and Web links:</a:t>
            </a:r>
          </a:p>
          <a:p>
            <a:pPr marL="342900" lvl="0" indent="-342900" algn="just">
              <a:spcBef>
                <a:spcPts val="80"/>
              </a:spcBef>
              <a:buSzPts val="1100"/>
              <a:buFont typeface="+mj-lt"/>
              <a:buAutoNum type="arabicPeriod"/>
            </a:pPr>
            <a:r>
              <a:rPr lang="en-US" u="sng" spc="-1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https://docs.python.org/3/tutorial/datastructures.html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80"/>
              </a:spcBef>
              <a:buSzPts val="1100"/>
              <a:buFont typeface="+mj-lt"/>
              <a:buAutoNum type="arabicPeriod"/>
            </a:pPr>
            <a:r>
              <a:rPr lang="en-US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https://www.w3schools.com/dsa/dsa_intro.php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3.    https://www.geeksforgeeks.org/python-data-structures/</a:t>
            </a:r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405743" y="1436914"/>
            <a:ext cx="8116891" cy="330389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Times New Roman"/>
              <a:cs typeface="Times New Roman"/>
            </a:endParaRPr>
          </a:p>
          <a:p>
            <a:pPr algn="ctr"/>
            <a:endParaRPr lang="en-US" sz="2400" b="1" dirty="0">
              <a:latin typeface="Times New Roman"/>
              <a:cs typeface="Times New Roman"/>
            </a:endParaRPr>
          </a:p>
          <a:p>
            <a:pPr algn="ctr"/>
            <a:r>
              <a:rPr lang="en-US" sz="3200" b="1" dirty="0">
                <a:latin typeface="Times New Roman"/>
                <a:cs typeface="Times New Roman"/>
              </a:rPr>
              <a:t>THANK YOU</a:t>
            </a:r>
          </a:p>
          <a:p>
            <a:pPr algn="ctr"/>
            <a:endParaRPr lang="en-US" sz="2400" dirty="0">
              <a:latin typeface="Times New Roman"/>
              <a:cs typeface="Times New Roman"/>
            </a:endParaRPr>
          </a:p>
          <a:p>
            <a:pPr algn="ctr"/>
            <a:endParaRPr lang="en-US" sz="2400" dirty="0">
              <a:latin typeface="Times New Roman"/>
              <a:cs typeface="Times New Roman"/>
            </a:endParaRPr>
          </a:p>
          <a:p>
            <a:pPr algn="ctr"/>
            <a:endParaRPr lang="en-US" sz="2400" dirty="0">
              <a:latin typeface="Times New Roman"/>
              <a:cs typeface="Times New Roman"/>
            </a:endParaRPr>
          </a:p>
          <a:p>
            <a:pPr algn="ctr"/>
            <a:endParaRPr lang="en-US" sz="2400" dirty="0">
              <a:latin typeface="Times New Roman"/>
              <a:cs typeface="Times New Roman"/>
            </a:endParaRPr>
          </a:p>
          <a:p>
            <a:pPr algn="ctr"/>
            <a:r>
              <a:rPr lang="en-US" sz="3600" b="1" dirty="0">
                <a:latin typeface="Times New Roman"/>
                <a:cs typeface="Times New Roman"/>
              </a:rPr>
              <a:t>Team – </a:t>
            </a:r>
            <a:r>
              <a:rPr lang="en-US" sz="36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 Structures using Python</a:t>
            </a:r>
            <a:endParaRPr lang="en-US" sz="3600" b="1" cap="all" dirty="0">
              <a:solidFill>
                <a:schemeClr val="bg1"/>
              </a:solidFill>
              <a:cs typeface="Poppins" panose="00000500000000000000" pitchFamily="2" charset="0"/>
              <a:sym typeface="BioRhyme ExtraBold"/>
            </a:endParaRPr>
          </a:p>
          <a:p>
            <a:pPr algn="ctr"/>
            <a:endParaRPr lang="en-US" sz="3600" b="1" dirty="0">
              <a:latin typeface="Times New Roman"/>
              <a:cs typeface="Times New Roman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188029"/>
            <a:ext cx="3235570" cy="103414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A00F5F-5366-4B1C-9406-30DECA796ABB}">
  <ds:schemaRefs/>
</ds:datastoreItem>
</file>

<file path=customXml/itemProps2.xml><?xml version="1.0" encoding="utf-8"?>
<ds:datastoreItem xmlns:ds="http://schemas.openxmlformats.org/officeDocument/2006/customXml" ds:itemID="{C89A6ECA-0C1B-4F00-836D-A696F073E5C2}">
  <ds:schemaRefs/>
</ds:datastoreItem>
</file>

<file path=customXml/itemProps3.xml><?xml version="1.0" encoding="utf-8"?>
<ds:datastoreItem xmlns:ds="http://schemas.openxmlformats.org/officeDocument/2006/customXml" ds:itemID="{EBBD0A98-E68B-4DAA-8964-2F739D6D407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1588</Words>
  <Application>Microsoft Office PowerPoint</Application>
  <PresentationFormat>Widescreen</PresentationFormat>
  <Paragraphs>159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Arial,Sans-Serif</vt:lpstr>
      <vt:lpstr>Calibri</vt:lpstr>
      <vt:lpstr>Calibri Light</vt:lpstr>
      <vt:lpstr>Poppins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Ravi Pallapati</cp:lastModifiedBy>
  <cp:revision>4</cp:revision>
  <dcterms:created xsi:type="dcterms:W3CDTF">2020-02-08T09:57:00Z</dcterms:created>
  <dcterms:modified xsi:type="dcterms:W3CDTF">2024-12-14T06:02:33Z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  <property fmtid="{D5CDD505-2E9C-101B-9397-08002B2CF9AE}" pid="3" name="ICV">
    <vt:lpwstr>23BA30BAD0AE48FF9433A3E8AE5608BE_13</vt:lpwstr>
  </property>
  <property fmtid="{D5CDD505-2E9C-101B-9397-08002B2CF9AE}" pid="4" name="KSOProductBuildVer">
    <vt:lpwstr>1033-12.2.0.13359</vt:lpwstr>
  </property>
</Properties>
</file>