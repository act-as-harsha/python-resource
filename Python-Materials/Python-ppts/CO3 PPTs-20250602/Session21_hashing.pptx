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2"/>
  </p:notesMasterIdLst>
  <p:sldIdLst>
    <p:sldId id="326" r:id="rId5"/>
    <p:sldId id="328" r:id="rId6"/>
    <p:sldId id="258" r:id="rId7"/>
    <p:sldId id="331" r:id="rId8"/>
    <p:sldId id="288" r:id="rId9"/>
    <p:sldId id="290" r:id="rId10"/>
    <p:sldId id="305" r:id="rId11"/>
    <p:sldId id="333" r:id="rId12"/>
    <p:sldId id="334" r:id="rId13"/>
    <p:sldId id="335" r:id="rId14"/>
    <p:sldId id="299" r:id="rId15"/>
    <p:sldId id="285" r:id="rId16"/>
    <p:sldId id="301" r:id="rId17"/>
    <p:sldId id="287" r:id="rId18"/>
    <p:sldId id="302" r:id="rId19"/>
    <p:sldId id="303" r:id="rId20"/>
    <p:sldId id="3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94185-7CA6-4CC6-9720-646BC96CEB42}" v="1" dt="2024-12-14T06:01:51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41d050716007d72e933769838f51bced52d97ace154e39de1e0ee92a489812d::" providerId="AD" clId="Web-{6280398E-42FB-75D2-B8D8-F4F5CDCABFDA}"/>
    <pc:docChg chg="modSld sldOrd">
      <pc:chgData name="Guest User" userId="S::urn:spo:anon#041d050716007d72e933769838f51bced52d97ace154e39de1e0ee92a489812d::" providerId="AD" clId="Web-{6280398E-42FB-75D2-B8D8-F4F5CDCABFDA}" dt="2023-12-28T06:37:33.518" v="13"/>
      <pc:docMkLst>
        <pc:docMk/>
      </pc:docMkLst>
      <pc:sldChg chg="addSp delSp modSp">
        <pc:chgData name="Guest User" userId="S::urn:spo:anon#041d050716007d72e933769838f51bced52d97ace154e39de1e0ee92a489812d::" providerId="AD" clId="Web-{6280398E-42FB-75D2-B8D8-F4F5CDCABFDA}" dt="2023-12-28T06:34:11.355" v="12" actId="20577"/>
        <pc:sldMkLst>
          <pc:docMk/>
          <pc:sldMk cId="0" sldId="290"/>
        </pc:sldMkLst>
        <pc:spChg chg="mod">
          <ac:chgData name="Guest User" userId="S::urn:spo:anon#041d050716007d72e933769838f51bced52d97ace154e39de1e0ee92a489812d::" providerId="AD" clId="Web-{6280398E-42FB-75D2-B8D8-F4F5CDCABFDA}" dt="2023-12-28T06:34:11.355" v="12" actId="20577"/>
          <ac:spMkLst>
            <pc:docMk/>
            <pc:sldMk cId="0" sldId="290"/>
            <ac:spMk id="13" creationId="{00000000-0000-0000-0000-000000000000}"/>
          </ac:spMkLst>
        </pc:spChg>
        <pc:graphicFrameChg chg="add mod modGraphic">
          <ac:chgData name="Guest User" userId="S::urn:spo:anon#041d050716007d72e933769838f51bced52d97ace154e39de1e0ee92a489812d::" providerId="AD" clId="Web-{6280398E-42FB-75D2-B8D8-F4F5CDCABFDA}" dt="2023-12-28T06:34:06.292" v="10"/>
          <ac:graphicFrameMkLst>
            <pc:docMk/>
            <pc:sldMk cId="0" sldId="290"/>
            <ac:graphicFrameMk id="4" creationId="{6AC63615-2004-BAD1-D4B8-4A90483C0E01}"/>
          </ac:graphicFrameMkLst>
        </pc:graphicFrameChg>
        <pc:picChg chg="del">
          <ac:chgData name="Guest User" userId="S::urn:spo:anon#041d050716007d72e933769838f51bced52d97ace154e39de1e0ee92a489812d::" providerId="AD" clId="Web-{6280398E-42FB-75D2-B8D8-F4F5CDCABFDA}" dt="2023-12-28T06:33:17.665" v="0"/>
          <ac:picMkLst>
            <pc:docMk/>
            <pc:sldMk cId="0" sldId="290"/>
            <ac:picMk id="2" creationId="{00000000-0000-0000-0000-000000000000}"/>
          </ac:picMkLst>
        </pc:picChg>
      </pc:sldChg>
      <pc:sldChg chg="ord">
        <pc:chgData name="Guest User" userId="S::urn:spo:anon#041d050716007d72e933769838f51bced52d97ace154e39de1e0ee92a489812d::" providerId="AD" clId="Web-{6280398E-42FB-75D2-B8D8-F4F5CDCABFDA}" dt="2023-12-28T06:37:33.518" v="13"/>
        <pc:sldMkLst>
          <pc:docMk/>
          <pc:sldMk cId="0" sldId="299"/>
        </pc:sldMkLst>
      </pc:sldChg>
    </pc:docChg>
  </pc:docChgLst>
  <pc:docChgLst>
    <pc:chgData name="M ANUSHA" userId="S::anushaaa9@kluniversity.in::31576902-587f-4416-b184-62b5dd11a3e8" providerId="AD" clId="Web-{85F0AFBD-F14F-C861-1A61-39E3C4C54AC0}"/>
    <pc:docChg chg="addSld delSld modSld sldOrd">
      <pc:chgData name="M ANUSHA" userId="S::anushaaa9@kluniversity.in::31576902-587f-4416-b184-62b5dd11a3e8" providerId="AD" clId="Web-{85F0AFBD-F14F-C861-1A61-39E3C4C54AC0}" dt="2023-12-28T08:27:07.862" v="497"/>
      <pc:docMkLst>
        <pc:docMk/>
      </pc:docMkLst>
      <pc:sldChg chg="modSp">
        <pc:chgData name="M ANUSHA" userId="S::anushaaa9@kluniversity.in::31576902-587f-4416-b184-62b5dd11a3e8" providerId="AD" clId="Web-{85F0AFBD-F14F-C861-1A61-39E3C4C54AC0}" dt="2023-12-28T08:24:31.217" v="486" actId="14100"/>
        <pc:sldMkLst>
          <pc:docMk/>
          <pc:sldMk cId="0" sldId="258"/>
        </pc:sldMkLst>
        <pc:spChg chg="mod">
          <ac:chgData name="M ANUSHA" userId="S::anushaaa9@kluniversity.in::31576902-587f-4416-b184-62b5dd11a3e8" providerId="AD" clId="Web-{85F0AFBD-F14F-C861-1A61-39E3C4C54AC0}" dt="2023-12-28T07:51:07.020" v="110" actId="1410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 ANUSHA" userId="S::anushaaa9@kluniversity.in::31576902-587f-4416-b184-62b5dd11a3e8" providerId="AD" clId="Web-{85F0AFBD-F14F-C861-1A61-39E3C4C54AC0}" dt="2023-12-28T08:24:31.217" v="486" actId="14100"/>
          <ac:spMkLst>
            <pc:docMk/>
            <pc:sldMk cId="0" sldId="258"/>
            <ac:spMk id="53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85F0AFBD-F14F-C861-1A61-39E3C4C54AC0}" dt="2023-12-28T08:26:11.111" v="495" actId="14100"/>
        <pc:sldMkLst>
          <pc:docMk/>
          <pc:sldMk cId="0" sldId="285"/>
        </pc:sldMkLst>
        <pc:spChg chg="mod">
          <ac:chgData name="M ANUSHA" userId="S::anushaaa9@kluniversity.in::31576902-587f-4416-b184-62b5dd11a3e8" providerId="AD" clId="Web-{85F0AFBD-F14F-C861-1A61-39E3C4C54AC0}" dt="2023-12-28T08:26:11.111" v="495" actId="14100"/>
          <ac:spMkLst>
            <pc:docMk/>
            <pc:sldMk cId="0" sldId="285"/>
            <ac:spMk id="13" creationId="{00000000-0000-0000-0000-000000000000}"/>
          </ac:spMkLst>
        </pc:spChg>
      </pc:sldChg>
      <pc:sldChg chg="ord">
        <pc:chgData name="M ANUSHA" userId="S::anushaaa9@kluniversity.in::31576902-587f-4416-b184-62b5dd11a3e8" providerId="AD" clId="Web-{85F0AFBD-F14F-C861-1A61-39E3C4C54AC0}" dt="2023-12-28T08:25:28.375" v="490"/>
        <pc:sldMkLst>
          <pc:docMk/>
          <pc:sldMk cId="0" sldId="287"/>
        </pc:sldMkLst>
      </pc:sldChg>
      <pc:sldChg chg="addSp modSp addAnim">
        <pc:chgData name="M ANUSHA" userId="S::anushaaa9@kluniversity.in::31576902-587f-4416-b184-62b5dd11a3e8" providerId="AD" clId="Web-{85F0AFBD-F14F-C861-1A61-39E3C4C54AC0}" dt="2023-12-28T08:06:55.281" v="305" actId="1076"/>
        <pc:sldMkLst>
          <pc:docMk/>
          <pc:sldMk cId="0" sldId="288"/>
        </pc:sldMkLst>
        <pc:spChg chg="add mod">
          <ac:chgData name="M ANUSHA" userId="S::anushaaa9@kluniversity.in::31576902-587f-4416-b184-62b5dd11a3e8" providerId="AD" clId="Web-{85F0AFBD-F14F-C861-1A61-39E3C4C54AC0}" dt="2023-12-28T08:06:07.983" v="294" actId="20577"/>
          <ac:spMkLst>
            <pc:docMk/>
            <pc:sldMk cId="0" sldId="288"/>
            <ac:spMk id="4" creationId="{8A913E15-0299-15C9-4AC0-42ADCC1F4C7D}"/>
          </ac:spMkLst>
        </pc:spChg>
        <pc:spChg chg="mod">
          <ac:chgData name="M ANUSHA" userId="S::anushaaa9@kluniversity.in::31576902-587f-4416-b184-62b5dd11a3e8" providerId="AD" clId="Web-{85F0AFBD-F14F-C861-1A61-39E3C4C54AC0}" dt="2023-12-28T08:06:52.672" v="304" actId="14100"/>
          <ac:spMkLst>
            <pc:docMk/>
            <pc:sldMk cId="0" sldId="288"/>
            <ac:spMk id="100" creationId="{00000000-0000-0000-0000-000000000000}"/>
          </ac:spMkLst>
        </pc:spChg>
        <pc:picChg chg="mod">
          <ac:chgData name="M ANUSHA" userId="S::anushaaa9@kluniversity.in::31576902-587f-4416-b184-62b5dd11a3e8" providerId="AD" clId="Web-{85F0AFBD-F14F-C861-1A61-39E3C4C54AC0}" dt="2023-12-28T08:06:55.281" v="305" actId="1076"/>
          <ac:picMkLst>
            <pc:docMk/>
            <pc:sldMk cId="0" sldId="288"/>
            <ac:picMk id="8" creationId="{00000000-0000-0000-0000-000000000000}"/>
          </ac:picMkLst>
        </pc:picChg>
      </pc:sldChg>
      <pc:sldChg chg="modSp ord">
        <pc:chgData name="M ANUSHA" userId="S::anushaaa9@kluniversity.in::31576902-587f-4416-b184-62b5dd11a3e8" providerId="AD" clId="Web-{85F0AFBD-F14F-C861-1A61-39E3C4C54AC0}" dt="2023-12-28T08:25:05.031" v="487"/>
        <pc:sldMkLst>
          <pc:docMk/>
          <pc:sldMk cId="0" sldId="290"/>
        </pc:sldMkLst>
        <pc:spChg chg="mod">
          <ac:chgData name="M ANUSHA" userId="S::anushaaa9@kluniversity.in::31576902-587f-4416-b184-62b5dd11a3e8" providerId="AD" clId="Web-{85F0AFBD-F14F-C861-1A61-39E3C4C54AC0}" dt="2023-12-28T08:09:15.660" v="323"/>
          <ac:spMkLst>
            <pc:docMk/>
            <pc:sldMk cId="0" sldId="290"/>
            <ac:spMk id="6" creationId="{00000000-0000-0000-0000-000000000000}"/>
          </ac:spMkLst>
        </pc:spChg>
        <pc:spChg chg="mod">
          <ac:chgData name="M ANUSHA" userId="S::anushaaa9@kluniversity.in::31576902-587f-4416-b184-62b5dd11a3e8" providerId="AD" clId="Web-{85F0AFBD-F14F-C861-1A61-39E3C4C54AC0}" dt="2023-12-28T08:20:06.944" v="482" actId="14100"/>
          <ac:spMkLst>
            <pc:docMk/>
            <pc:sldMk cId="0" sldId="290"/>
            <ac:spMk id="13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85F0AFBD-F14F-C861-1A61-39E3C4C54AC0}" dt="2023-12-28T08:25:45.204" v="492" actId="20577"/>
        <pc:sldMkLst>
          <pc:docMk/>
          <pc:sldMk cId="0" sldId="302"/>
        </pc:sldMkLst>
        <pc:spChg chg="mod">
          <ac:chgData name="M ANUSHA" userId="S::anushaaa9@kluniversity.in::31576902-587f-4416-b184-62b5dd11a3e8" providerId="AD" clId="Web-{85F0AFBD-F14F-C861-1A61-39E3C4C54AC0}" dt="2023-12-28T08:25:45.204" v="492" actId="20577"/>
          <ac:spMkLst>
            <pc:docMk/>
            <pc:sldMk cId="0" sldId="302"/>
            <ac:spMk id="9" creationId="{00000000-0000-0000-0000-000000000000}"/>
          </ac:spMkLst>
        </pc:spChg>
      </pc:sldChg>
      <pc:sldChg chg="modSp ord">
        <pc:chgData name="M ANUSHA" userId="S::anushaaa9@kluniversity.in::31576902-587f-4416-b184-62b5dd11a3e8" providerId="AD" clId="Web-{85F0AFBD-F14F-C861-1A61-39E3C4C54AC0}" dt="2023-12-28T08:25:11.672" v="489"/>
        <pc:sldMkLst>
          <pc:docMk/>
          <pc:sldMk cId="0" sldId="305"/>
        </pc:sldMkLst>
        <pc:spChg chg="mod">
          <ac:chgData name="M ANUSHA" userId="S::anushaaa9@kluniversity.in::31576902-587f-4416-b184-62b5dd11a3e8" providerId="AD" clId="Web-{85F0AFBD-F14F-C861-1A61-39E3C4C54AC0}" dt="2023-12-28T08:09:37.802" v="328" actId="20577"/>
          <ac:spMkLst>
            <pc:docMk/>
            <pc:sldMk cId="0" sldId="305"/>
            <ac:spMk id="2" creationId="{00000000-0000-0000-0000-000000000000}"/>
          </ac:spMkLst>
        </pc:spChg>
        <pc:spChg chg="mod">
          <ac:chgData name="M ANUSHA" userId="S::anushaaa9@kluniversity.in::31576902-587f-4416-b184-62b5dd11a3e8" providerId="AD" clId="Web-{85F0AFBD-F14F-C861-1A61-39E3C4C54AC0}" dt="2023-12-28T08:09:18.895" v="324"/>
          <ac:spMkLst>
            <pc:docMk/>
            <pc:sldMk cId="0" sldId="305"/>
            <ac:spMk id="6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85F0AFBD-F14F-C861-1A61-39E3C4C54AC0}" dt="2023-12-28T08:23:53.185" v="485" actId="20577"/>
        <pc:sldMkLst>
          <pc:docMk/>
          <pc:sldMk cId="0" sldId="328"/>
        </pc:sldMkLst>
        <pc:spChg chg="mod">
          <ac:chgData name="M ANUSHA" userId="S::anushaaa9@kluniversity.in::31576902-587f-4416-b184-62b5dd11a3e8" providerId="AD" clId="Web-{85F0AFBD-F14F-C861-1A61-39E3C4C54AC0}" dt="2023-12-28T08:23:53.185" v="485" actId="20577"/>
          <ac:spMkLst>
            <pc:docMk/>
            <pc:sldMk cId="0" sldId="328"/>
            <ac:spMk id="5" creationId="{00000000-0000-0000-0000-000000000000}"/>
          </ac:spMkLst>
        </pc:spChg>
        <pc:spChg chg="mod">
          <ac:chgData name="M ANUSHA" userId="S::anushaaa9@kluniversity.in::31576902-587f-4416-b184-62b5dd11a3e8" providerId="AD" clId="Web-{85F0AFBD-F14F-C861-1A61-39E3C4C54AC0}" dt="2023-12-28T08:23:40.497" v="484" actId="20577"/>
          <ac:spMkLst>
            <pc:docMk/>
            <pc:sldMk cId="0" sldId="328"/>
            <ac:spMk id="9" creationId="{00000000-0000-0000-0000-000000000000}"/>
          </ac:spMkLst>
        </pc:spChg>
        <pc:spChg chg="mod">
          <ac:chgData name="M ANUSHA" userId="S::anushaaa9@kluniversity.in::31576902-587f-4416-b184-62b5dd11a3e8" providerId="AD" clId="Web-{85F0AFBD-F14F-C861-1A61-39E3C4C54AC0}" dt="2023-12-28T08:23:33.747" v="483" actId="20577"/>
          <ac:spMkLst>
            <pc:docMk/>
            <pc:sldMk cId="0" sldId="328"/>
            <ac:spMk id="37" creationId="{00000000-0000-0000-0000-000000000000}"/>
          </ac:spMkLst>
        </pc:spChg>
      </pc:sldChg>
      <pc:sldChg chg="addSp delSp modSp ord addAnim">
        <pc:chgData name="M ANUSHA" userId="S::anushaaa9@kluniversity.in::31576902-587f-4416-b184-62b5dd11a3e8" providerId="AD" clId="Web-{85F0AFBD-F14F-C861-1A61-39E3C4C54AC0}" dt="2023-12-28T08:13:20.527" v="376"/>
        <pc:sldMkLst>
          <pc:docMk/>
          <pc:sldMk cId="1474826135" sldId="329"/>
        </pc:sldMkLst>
        <pc:spChg chg="del mod">
          <ac:chgData name="M ANUSHA" userId="S::anushaaa9@kluniversity.in::31576902-587f-4416-b184-62b5dd11a3e8" providerId="AD" clId="Web-{85F0AFBD-F14F-C861-1A61-39E3C4C54AC0}" dt="2023-12-28T08:10:52.882" v="353"/>
          <ac:spMkLst>
            <pc:docMk/>
            <pc:sldMk cId="1474826135" sldId="329"/>
            <ac:spMk id="2" creationId="{A9199D23-9817-577F-CC9A-1E638B50F022}"/>
          </ac:spMkLst>
        </pc:spChg>
        <pc:spChg chg="mod">
          <ac:chgData name="M ANUSHA" userId="S::anushaaa9@kluniversity.in::31576902-587f-4416-b184-62b5dd11a3e8" providerId="AD" clId="Web-{85F0AFBD-F14F-C861-1A61-39E3C4C54AC0}" dt="2023-12-28T08:12:59.885" v="375" actId="14100"/>
          <ac:spMkLst>
            <pc:docMk/>
            <pc:sldMk cId="1474826135" sldId="329"/>
            <ac:spMk id="3" creationId="{128C5EFD-A5C9-3A55-4A16-257A655C1BE4}"/>
          </ac:spMkLst>
        </pc:spChg>
        <pc:spChg chg="add mod">
          <ac:chgData name="M ANUSHA" userId="S::anushaaa9@kluniversity.in::31576902-587f-4416-b184-62b5dd11a3e8" providerId="AD" clId="Web-{85F0AFBD-F14F-C861-1A61-39E3C4C54AC0}" dt="2023-12-28T08:11:02.445" v="354"/>
          <ac:spMkLst>
            <pc:docMk/>
            <pc:sldMk cId="1474826135" sldId="329"/>
            <ac:spMk id="7" creationId="{F2A7BE99-99D8-316D-BCD0-3C5D7A81D81A}"/>
          </ac:spMkLst>
        </pc:spChg>
        <pc:picChg chg="add">
          <ac:chgData name="M ANUSHA" userId="S::anushaaa9@kluniversity.in::31576902-587f-4416-b184-62b5dd11a3e8" providerId="AD" clId="Web-{85F0AFBD-F14F-C861-1A61-39E3C4C54AC0}" dt="2023-12-28T08:10:27.803" v="346"/>
          <ac:picMkLst>
            <pc:docMk/>
            <pc:sldMk cId="1474826135" sldId="329"/>
            <ac:picMk id="5" creationId="{248A2BC8-0602-179D-EBB1-2EA9421D2559}"/>
          </ac:picMkLst>
        </pc:picChg>
      </pc:sldChg>
      <pc:sldChg chg="ord">
        <pc:chgData name="M ANUSHA" userId="S::anushaaa9@kluniversity.in::31576902-587f-4416-b184-62b5dd11a3e8" providerId="AD" clId="Web-{85F0AFBD-F14F-C861-1A61-39E3C4C54AC0}" dt="2023-12-28T08:26:42.315" v="496"/>
        <pc:sldMkLst>
          <pc:docMk/>
          <pc:sldMk cId="3127307141" sldId="330"/>
        </pc:sldMkLst>
      </pc:sldChg>
      <pc:sldChg chg="addSp delSp modSp new ord">
        <pc:chgData name="M ANUSHA" userId="S::anushaaa9@kluniversity.in::31576902-587f-4416-b184-62b5dd11a3e8" providerId="AD" clId="Web-{85F0AFBD-F14F-C861-1A61-39E3C4C54AC0}" dt="2023-12-28T08:08:35.503" v="317"/>
        <pc:sldMkLst>
          <pc:docMk/>
          <pc:sldMk cId="514381631" sldId="331"/>
        </pc:sldMkLst>
        <pc:spChg chg="del">
          <ac:chgData name="M ANUSHA" userId="S::anushaaa9@kluniversity.in::31576902-587f-4416-b184-62b5dd11a3e8" providerId="AD" clId="Web-{85F0AFBD-F14F-C861-1A61-39E3C4C54AC0}" dt="2023-12-28T08:02:44.774" v="228"/>
          <ac:spMkLst>
            <pc:docMk/>
            <pc:sldMk cId="514381631" sldId="331"/>
            <ac:spMk id="2" creationId="{6A2F017B-A5DD-FB93-3B90-FBE66B80B0AB}"/>
          </ac:spMkLst>
        </pc:spChg>
        <pc:spChg chg="mod">
          <ac:chgData name="M ANUSHA" userId="S::anushaaa9@kluniversity.in::31576902-587f-4416-b184-62b5dd11a3e8" providerId="AD" clId="Web-{85F0AFBD-F14F-C861-1A61-39E3C4C54AC0}" dt="2023-12-28T08:05:52.670" v="291" actId="20577"/>
          <ac:spMkLst>
            <pc:docMk/>
            <pc:sldMk cId="514381631" sldId="331"/>
            <ac:spMk id="3" creationId="{8F4BB28D-03A0-165C-BB66-51BB32617B0B}"/>
          </ac:spMkLst>
        </pc:spChg>
        <pc:spChg chg="add">
          <ac:chgData name="M ANUSHA" userId="S::anushaaa9@kluniversity.in::31576902-587f-4416-b184-62b5dd11a3e8" providerId="AD" clId="Web-{85F0AFBD-F14F-C861-1A61-39E3C4C54AC0}" dt="2023-12-28T08:02:32.946" v="227"/>
          <ac:spMkLst>
            <pc:docMk/>
            <pc:sldMk cId="514381631" sldId="331"/>
            <ac:spMk id="5" creationId="{BBBEF61C-6DB3-BBAB-7D10-E9D6A04CD126}"/>
          </ac:spMkLst>
        </pc:spChg>
        <pc:picChg chg="add">
          <ac:chgData name="M ANUSHA" userId="S::anushaaa9@kluniversity.in::31576902-587f-4416-b184-62b5dd11a3e8" providerId="AD" clId="Web-{85F0AFBD-F14F-C861-1A61-39E3C4C54AC0}" dt="2023-12-28T08:08:35.503" v="317"/>
          <ac:picMkLst>
            <pc:docMk/>
            <pc:sldMk cId="514381631" sldId="331"/>
            <ac:picMk id="7" creationId="{AEFB89EE-0D2C-D6BD-B3D7-2A018112822A}"/>
          </ac:picMkLst>
        </pc:picChg>
      </pc:sldChg>
      <pc:sldChg chg="new del ord">
        <pc:chgData name="M ANUSHA" userId="S::anushaaa9@kluniversity.in::31576902-587f-4416-b184-62b5dd11a3e8" providerId="AD" clId="Web-{85F0AFBD-F14F-C861-1A61-39E3C4C54AC0}" dt="2023-12-28T08:10:21.568" v="345"/>
        <pc:sldMkLst>
          <pc:docMk/>
          <pc:sldMk cId="3405004820" sldId="332"/>
        </pc:sldMkLst>
      </pc:sldChg>
      <pc:sldChg chg="addSp delSp modSp new ord addAnim">
        <pc:chgData name="M ANUSHA" userId="S::anushaaa9@kluniversity.in::31576902-587f-4416-b184-62b5dd11a3e8" providerId="AD" clId="Web-{85F0AFBD-F14F-C861-1A61-39E3C4C54AC0}" dt="2023-12-28T08:27:07.862" v="497"/>
        <pc:sldMkLst>
          <pc:docMk/>
          <pc:sldMk cId="2778786652" sldId="333"/>
        </pc:sldMkLst>
        <pc:spChg chg="del">
          <ac:chgData name="M ANUSHA" userId="S::anushaaa9@kluniversity.in::31576902-587f-4416-b184-62b5dd11a3e8" providerId="AD" clId="Web-{85F0AFBD-F14F-C861-1A61-39E3C4C54AC0}" dt="2023-12-28T08:09:28.145" v="326"/>
          <ac:spMkLst>
            <pc:docMk/>
            <pc:sldMk cId="2778786652" sldId="333"/>
            <ac:spMk id="2" creationId="{B508C5CC-17B7-6E30-1083-B6D08B9510AE}"/>
          </ac:spMkLst>
        </pc:spChg>
        <pc:spChg chg="mod">
          <ac:chgData name="M ANUSHA" userId="S::anushaaa9@kluniversity.in::31576902-587f-4416-b184-62b5dd11a3e8" providerId="AD" clId="Web-{85F0AFBD-F14F-C861-1A61-39E3C4C54AC0}" dt="2023-12-28T08:27:07.862" v="497"/>
          <ac:spMkLst>
            <pc:docMk/>
            <pc:sldMk cId="2778786652" sldId="333"/>
            <ac:spMk id="3" creationId="{C727C2DD-DB9B-7F03-5AB0-24EFC710FE22}"/>
          </ac:spMkLst>
        </pc:spChg>
        <pc:spChg chg="add mod">
          <ac:chgData name="M ANUSHA" userId="S::anushaaa9@kluniversity.in::31576902-587f-4416-b184-62b5dd11a3e8" providerId="AD" clId="Web-{85F0AFBD-F14F-C861-1A61-39E3C4C54AC0}" dt="2023-12-28T08:12:17.978" v="362"/>
          <ac:spMkLst>
            <pc:docMk/>
            <pc:sldMk cId="2778786652" sldId="333"/>
            <ac:spMk id="7" creationId="{0CDD506D-0982-77E3-A350-2F786C888F90}"/>
          </ac:spMkLst>
        </pc:spChg>
        <pc:picChg chg="add">
          <ac:chgData name="M ANUSHA" userId="S::anushaaa9@kluniversity.in::31576902-587f-4416-b184-62b5dd11a3e8" providerId="AD" clId="Web-{85F0AFBD-F14F-C861-1A61-39E3C4C54AC0}" dt="2023-12-28T08:08:38.831" v="318"/>
          <ac:picMkLst>
            <pc:docMk/>
            <pc:sldMk cId="2778786652" sldId="333"/>
            <ac:picMk id="5" creationId="{EBD8ABB0-CA56-2ADF-0BDD-42E4504D243A}"/>
          </ac:picMkLst>
        </pc:picChg>
      </pc:sldChg>
    </pc:docChg>
  </pc:docChgLst>
  <pc:docChgLst>
    <pc:chgData name="M ANUSHA" userId="S::anushaaa9@kluniversity.in::31576902-587f-4416-b184-62b5dd11a3e8" providerId="AD" clId="Web-{2D15612A-BA55-8562-234E-173426B5A931}"/>
    <pc:docChg chg="addSld modSld">
      <pc:chgData name="M ANUSHA" userId="S::anushaaa9@kluniversity.in::31576902-587f-4416-b184-62b5dd11a3e8" providerId="AD" clId="Web-{2D15612A-BA55-8562-234E-173426B5A931}" dt="2023-12-28T07:08:08.652" v="65" actId="20577"/>
      <pc:docMkLst>
        <pc:docMk/>
      </pc:docMkLst>
      <pc:sldChg chg="modSp">
        <pc:chgData name="M ANUSHA" userId="S::anushaaa9@kluniversity.in::31576902-587f-4416-b184-62b5dd11a3e8" providerId="AD" clId="Web-{2D15612A-BA55-8562-234E-173426B5A931}" dt="2023-12-28T07:08:08.652" v="65" actId="20577"/>
        <pc:sldMkLst>
          <pc:docMk/>
          <pc:sldMk cId="0" sldId="287"/>
        </pc:sldMkLst>
        <pc:spChg chg="mod">
          <ac:chgData name="M ANUSHA" userId="S::anushaaa9@kluniversity.in::31576902-587f-4416-b184-62b5dd11a3e8" providerId="AD" clId="Web-{2D15612A-BA55-8562-234E-173426B5A931}" dt="2023-12-28T07:08:08.652" v="65" actId="20577"/>
          <ac:spMkLst>
            <pc:docMk/>
            <pc:sldMk cId="0" sldId="287"/>
            <ac:spMk id="18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2D15612A-BA55-8562-234E-173426B5A931}" dt="2023-12-28T07:04:18.506" v="37" actId="20577"/>
        <pc:sldMkLst>
          <pc:docMk/>
          <pc:sldMk cId="0" sldId="288"/>
        </pc:sldMkLst>
        <pc:spChg chg="mod">
          <ac:chgData name="M ANUSHA" userId="S::anushaaa9@kluniversity.in::31576902-587f-4416-b184-62b5dd11a3e8" providerId="AD" clId="Web-{2D15612A-BA55-8562-234E-173426B5A931}" dt="2023-12-28T07:04:18.506" v="37" actId="20577"/>
          <ac:spMkLst>
            <pc:docMk/>
            <pc:sldMk cId="0" sldId="288"/>
            <ac:spMk id="2" creationId="{00000000-0000-0000-0000-000000000000}"/>
          </ac:spMkLst>
        </pc:spChg>
        <pc:spChg chg="mod">
          <ac:chgData name="M ANUSHA" userId="S::anushaaa9@kluniversity.in::31576902-587f-4416-b184-62b5dd11a3e8" providerId="AD" clId="Web-{2D15612A-BA55-8562-234E-173426B5A931}" dt="2023-12-28T07:02:39.956" v="5" actId="20577"/>
          <ac:spMkLst>
            <pc:docMk/>
            <pc:sldMk cId="0" sldId="288"/>
            <ac:spMk id="100" creationId="{00000000-0000-0000-0000-000000000000}"/>
          </ac:spMkLst>
        </pc:spChg>
        <pc:picChg chg="mod">
          <ac:chgData name="M ANUSHA" userId="S::anushaaa9@kluniversity.in::31576902-587f-4416-b184-62b5dd11a3e8" providerId="AD" clId="Web-{2D15612A-BA55-8562-234E-173426B5A931}" dt="2023-12-28T07:02:25.097" v="2" actId="14100"/>
          <ac:picMkLst>
            <pc:docMk/>
            <pc:sldMk cId="0" sldId="288"/>
            <ac:picMk id="8" creationId="{00000000-0000-0000-0000-000000000000}"/>
          </ac:picMkLst>
        </pc:picChg>
      </pc:sldChg>
      <pc:sldChg chg="modSp">
        <pc:chgData name="M ANUSHA" userId="S::anushaaa9@kluniversity.in::31576902-587f-4416-b184-62b5dd11a3e8" providerId="AD" clId="Web-{2D15612A-BA55-8562-234E-173426B5A931}" dt="2023-12-28T07:02:57.113" v="10"/>
        <pc:sldMkLst>
          <pc:docMk/>
          <pc:sldMk cId="0" sldId="290"/>
        </pc:sldMkLst>
        <pc:spChg chg="mod">
          <ac:chgData name="M ANUSHA" userId="S::anushaaa9@kluniversity.in::31576902-587f-4416-b184-62b5dd11a3e8" providerId="AD" clId="Web-{2D15612A-BA55-8562-234E-173426B5A931}" dt="2023-12-28T07:02:45.300" v="6" actId="20577"/>
          <ac:spMkLst>
            <pc:docMk/>
            <pc:sldMk cId="0" sldId="290"/>
            <ac:spMk id="13" creationId="{00000000-0000-0000-0000-000000000000}"/>
          </ac:spMkLst>
        </pc:spChg>
        <pc:graphicFrameChg chg="mod modGraphic">
          <ac:chgData name="M ANUSHA" userId="S::anushaaa9@kluniversity.in::31576902-587f-4416-b184-62b5dd11a3e8" providerId="AD" clId="Web-{2D15612A-BA55-8562-234E-173426B5A931}" dt="2023-12-28T07:02:57.113" v="10"/>
          <ac:graphicFrameMkLst>
            <pc:docMk/>
            <pc:sldMk cId="0" sldId="290"/>
            <ac:graphicFrameMk id="4" creationId="{6AC63615-2004-BAD1-D4B8-4A90483C0E01}"/>
          </ac:graphicFrameMkLst>
        </pc:graphicFrameChg>
      </pc:sldChg>
      <pc:sldChg chg="modSp">
        <pc:chgData name="M ANUSHA" userId="S::anushaaa9@kluniversity.in::31576902-587f-4416-b184-62b5dd11a3e8" providerId="AD" clId="Web-{2D15612A-BA55-8562-234E-173426B5A931}" dt="2023-12-28T07:02:01.284" v="1" actId="20577"/>
        <pc:sldMkLst>
          <pc:docMk/>
          <pc:sldMk cId="0" sldId="326"/>
        </pc:sldMkLst>
        <pc:spChg chg="mod">
          <ac:chgData name="M ANUSHA" userId="S::anushaaa9@kluniversity.in::31576902-587f-4416-b184-62b5dd11a3e8" providerId="AD" clId="Web-{2D15612A-BA55-8562-234E-173426B5A931}" dt="2023-12-28T07:02:01.284" v="1" actId="20577"/>
          <ac:spMkLst>
            <pc:docMk/>
            <pc:sldMk cId="0" sldId="326"/>
            <ac:spMk id="476" creationId="{00000000-0000-0000-0000-000000000000}"/>
          </ac:spMkLst>
        </pc:spChg>
      </pc:sldChg>
      <pc:sldChg chg="modSp new">
        <pc:chgData name="M ANUSHA" userId="S::anushaaa9@kluniversity.in::31576902-587f-4416-b184-62b5dd11a3e8" providerId="AD" clId="Web-{2D15612A-BA55-8562-234E-173426B5A931}" dt="2023-12-28T07:04:33.256" v="61" actId="20577"/>
        <pc:sldMkLst>
          <pc:docMk/>
          <pc:sldMk cId="1474826135" sldId="329"/>
        </pc:sldMkLst>
        <pc:spChg chg="mod">
          <ac:chgData name="M ANUSHA" userId="S::anushaaa9@kluniversity.in::31576902-587f-4416-b184-62b5dd11a3e8" providerId="AD" clId="Web-{2D15612A-BA55-8562-234E-173426B5A931}" dt="2023-12-28T07:04:33.256" v="61" actId="20577"/>
          <ac:spMkLst>
            <pc:docMk/>
            <pc:sldMk cId="1474826135" sldId="329"/>
            <ac:spMk id="2" creationId="{A9199D23-9817-577F-CC9A-1E638B50F022}"/>
          </ac:spMkLst>
        </pc:spChg>
      </pc:sldChg>
    </pc:docChg>
  </pc:docChgLst>
  <pc:docChgLst>
    <pc:chgData name="Guest User" userId="S::urn:spo:anon#041d050716007d72e933769838f51bced52d97ace154e39de1e0ee92a489812d::" providerId="AD" clId="Web-{C7388E6B-6B09-89EE-76F2-7A3A4D9187E3}"/>
    <pc:docChg chg="addSld modSld">
      <pc:chgData name="Guest User" userId="S::urn:spo:anon#041d050716007d72e933769838f51bced52d97ace154e39de1e0ee92a489812d::" providerId="AD" clId="Web-{C7388E6B-6B09-89EE-76F2-7A3A4D9187E3}" dt="2023-12-28T07:49:09.719" v="694" actId="20577"/>
      <pc:docMkLst>
        <pc:docMk/>
      </pc:docMkLst>
      <pc:sldChg chg="delSp modSp">
        <pc:chgData name="Guest User" userId="S::urn:spo:anon#041d050716007d72e933769838f51bced52d97ace154e39de1e0ee92a489812d::" providerId="AD" clId="Web-{C7388E6B-6B09-89EE-76F2-7A3A4D9187E3}" dt="2023-12-28T07:34:42.421" v="29" actId="14100"/>
        <pc:sldMkLst>
          <pc:docMk/>
          <pc:sldMk cId="0" sldId="288"/>
        </pc:sldMkLst>
        <pc:spChg chg="mod">
          <ac:chgData name="Guest User" userId="S::urn:spo:anon#041d050716007d72e933769838f51bced52d97ace154e39de1e0ee92a489812d::" providerId="AD" clId="Web-{C7388E6B-6B09-89EE-76F2-7A3A4D9187E3}" dt="2023-12-28T07:32:59.323" v="11" actId="20577"/>
          <ac:spMkLst>
            <pc:docMk/>
            <pc:sldMk cId="0" sldId="288"/>
            <ac:spMk id="2" creationId="{00000000-0000-0000-0000-000000000000}"/>
          </ac:spMkLst>
        </pc:spChg>
        <pc:spChg chg="del mod">
          <ac:chgData name="Guest User" userId="S::urn:spo:anon#041d050716007d72e933769838f51bced52d97ace154e39de1e0ee92a489812d::" providerId="AD" clId="Web-{C7388E6B-6B09-89EE-76F2-7A3A4D9187E3}" dt="2023-12-28T07:33:12.949" v="17"/>
          <ac:spMkLst>
            <pc:docMk/>
            <pc:sldMk cId="0" sldId="288"/>
            <ac:spMk id="10" creationId="{00000000-0000-0000-0000-000000000000}"/>
          </ac:spMkLst>
        </pc:spChg>
        <pc:spChg chg="mod">
          <ac:chgData name="Guest User" userId="S::urn:spo:anon#041d050716007d72e933769838f51bced52d97ace154e39de1e0ee92a489812d::" providerId="AD" clId="Web-{C7388E6B-6B09-89EE-76F2-7A3A4D9187E3}" dt="2023-12-28T07:34:28.920" v="27" actId="20577"/>
          <ac:spMkLst>
            <pc:docMk/>
            <pc:sldMk cId="0" sldId="288"/>
            <ac:spMk id="100" creationId="{00000000-0000-0000-0000-000000000000}"/>
          </ac:spMkLst>
        </pc:spChg>
        <pc:picChg chg="mod">
          <ac:chgData name="Guest User" userId="S::urn:spo:anon#041d050716007d72e933769838f51bced52d97ace154e39de1e0ee92a489812d::" providerId="AD" clId="Web-{C7388E6B-6B09-89EE-76F2-7A3A4D9187E3}" dt="2023-12-28T07:34:42.421" v="29" actId="14100"/>
          <ac:picMkLst>
            <pc:docMk/>
            <pc:sldMk cId="0" sldId="288"/>
            <ac:picMk id="8" creationId="{00000000-0000-0000-0000-000000000000}"/>
          </ac:picMkLst>
        </pc:picChg>
      </pc:sldChg>
      <pc:sldChg chg="addSp delSp modSp">
        <pc:chgData name="Guest User" userId="S::urn:spo:anon#041d050716007d72e933769838f51bced52d97ace154e39de1e0ee92a489812d::" providerId="AD" clId="Web-{C7388E6B-6B09-89EE-76F2-7A3A4D9187E3}" dt="2023-12-28T07:37:14.520" v="102" actId="1076"/>
        <pc:sldMkLst>
          <pc:docMk/>
          <pc:sldMk cId="0" sldId="290"/>
        </pc:sldMkLst>
        <pc:spChg chg="mod">
          <ac:chgData name="Guest User" userId="S::urn:spo:anon#041d050716007d72e933769838f51bced52d97ace154e39de1e0ee92a489812d::" providerId="AD" clId="Web-{C7388E6B-6B09-89EE-76F2-7A3A4D9187E3}" dt="2023-12-28T07:37:11.301" v="101" actId="20577"/>
          <ac:spMkLst>
            <pc:docMk/>
            <pc:sldMk cId="0" sldId="290"/>
            <ac:spMk id="13" creationId="{00000000-0000-0000-0000-000000000000}"/>
          </ac:spMkLst>
        </pc:spChg>
        <pc:graphicFrameChg chg="add mod modGraphic">
          <ac:chgData name="Guest User" userId="S::urn:spo:anon#041d050716007d72e933769838f51bced52d97ace154e39de1e0ee92a489812d::" providerId="AD" clId="Web-{C7388E6B-6B09-89EE-76F2-7A3A4D9187E3}" dt="2023-12-28T07:37:14.520" v="102" actId="1076"/>
          <ac:graphicFrameMkLst>
            <pc:docMk/>
            <pc:sldMk cId="0" sldId="290"/>
            <ac:graphicFrameMk id="2" creationId="{ED7F43B1-F387-E3A9-2A89-6DE2EF73ECF6}"/>
          </ac:graphicFrameMkLst>
        </pc:graphicFrameChg>
        <pc:graphicFrameChg chg="del">
          <ac:chgData name="Guest User" userId="S::urn:spo:anon#041d050716007d72e933769838f51bced52d97ace154e39de1e0ee92a489812d::" providerId="AD" clId="Web-{C7388E6B-6B09-89EE-76F2-7A3A4D9187E3}" dt="2023-12-28T07:35:51.752" v="81"/>
          <ac:graphicFrameMkLst>
            <pc:docMk/>
            <pc:sldMk cId="0" sldId="290"/>
            <ac:graphicFrameMk id="4" creationId="{6AC63615-2004-BAD1-D4B8-4A90483C0E01}"/>
          </ac:graphicFrameMkLst>
        </pc:graphicFrameChg>
      </pc:sldChg>
      <pc:sldChg chg="modSp">
        <pc:chgData name="Guest User" userId="S::urn:spo:anon#041d050716007d72e933769838f51bced52d97ace154e39de1e0ee92a489812d::" providerId="AD" clId="Web-{C7388E6B-6B09-89EE-76F2-7A3A4D9187E3}" dt="2023-12-28T07:38:03.632" v="113" actId="20577"/>
        <pc:sldMkLst>
          <pc:docMk/>
          <pc:sldMk cId="0" sldId="305"/>
        </pc:sldMkLst>
        <pc:spChg chg="mod">
          <ac:chgData name="Guest User" userId="S::urn:spo:anon#041d050716007d72e933769838f51bced52d97ace154e39de1e0ee92a489812d::" providerId="AD" clId="Web-{C7388E6B-6B09-89EE-76F2-7A3A4D9187E3}" dt="2023-12-28T07:38:03.632" v="113" actId="20577"/>
          <ac:spMkLst>
            <pc:docMk/>
            <pc:sldMk cId="0" sldId="305"/>
            <ac:spMk id="2" creationId="{00000000-0000-0000-0000-000000000000}"/>
          </ac:spMkLst>
        </pc:spChg>
      </pc:sldChg>
      <pc:sldChg chg="modSp">
        <pc:chgData name="Guest User" userId="S::urn:spo:anon#041d050716007d72e933769838f51bced52d97ace154e39de1e0ee92a489812d::" providerId="AD" clId="Web-{C7388E6B-6B09-89EE-76F2-7A3A4D9187E3}" dt="2023-12-28T07:45:08.273" v="437" actId="1076"/>
        <pc:sldMkLst>
          <pc:docMk/>
          <pc:sldMk cId="1474826135" sldId="329"/>
        </pc:sldMkLst>
        <pc:spChg chg="mod">
          <ac:chgData name="Guest User" userId="S::urn:spo:anon#041d050716007d72e933769838f51bced52d97ace154e39de1e0ee92a489812d::" providerId="AD" clId="Web-{C7388E6B-6B09-89EE-76F2-7A3A4D9187E3}" dt="2023-12-28T07:44:57.225" v="434" actId="14100"/>
          <ac:spMkLst>
            <pc:docMk/>
            <pc:sldMk cId="1474826135" sldId="329"/>
            <ac:spMk id="2" creationId="{A9199D23-9817-577F-CC9A-1E638B50F022}"/>
          </ac:spMkLst>
        </pc:spChg>
        <pc:spChg chg="mod">
          <ac:chgData name="Guest User" userId="S::urn:spo:anon#041d050716007d72e933769838f51bced52d97ace154e39de1e0ee92a489812d::" providerId="AD" clId="Web-{C7388E6B-6B09-89EE-76F2-7A3A4D9187E3}" dt="2023-12-28T07:45:08.273" v="437" actId="1076"/>
          <ac:spMkLst>
            <pc:docMk/>
            <pc:sldMk cId="1474826135" sldId="329"/>
            <ac:spMk id="3" creationId="{128C5EFD-A5C9-3A55-4A16-257A655C1BE4}"/>
          </ac:spMkLst>
        </pc:spChg>
      </pc:sldChg>
      <pc:sldChg chg="modSp new">
        <pc:chgData name="Guest User" userId="S::urn:spo:anon#041d050716007d72e933769838f51bced52d97ace154e39de1e0ee92a489812d::" providerId="AD" clId="Web-{C7388E6B-6B09-89EE-76F2-7A3A4D9187E3}" dt="2023-12-28T07:49:09.719" v="694" actId="20577"/>
        <pc:sldMkLst>
          <pc:docMk/>
          <pc:sldMk cId="3127307141" sldId="330"/>
        </pc:sldMkLst>
        <pc:spChg chg="mod">
          <ac:chgData name="Guest User" userId="S::urn:spo:anon#041d050716007d72e933769838f51bced52d97ace154e39de1e0ee92a489812d::" providerId="AD" clId="Web-{C7388E6B-6B09-89EE-76F2-7A3A4D9187E3}" dt="2023-12-28T07:45:50.743" v="465" actId="20577"/>
          <ac:spMkLst>
            <pc:docMk/>
            <pc:sldMk cId="3127307141" sldId="330"/>
            <ac:spMk id="2" creationId="{515D6F95-4253-7054-CB74-155EB9674A5D}"/>
          </ac:spMkLst>
        </pc:spChg>
        <pc:spChg chg="mod">
          <ac:chgData name="Guest User" userId="S::urn:spo:anon#041d050716007d72e933769838f51bced52d97ace154e39de1e0ee92a489812d::" providerId="AD" clId="Web-{C7388E6B-6B09-89EE-76F2-7A3A4D9187E3}" dt="2023-12-28T07:49:09.719" v="694" actId="20577"/>
          <ac:spMkLst>
            <pc:docMk/>
            <pc:sldMk cId="3127307141" sldId="330"/>
            <ac:spMk id="3" creationId="{27461E39-3AA1-6B43-F10C-E69680A322C5}"/>
          </ac:spMkLst>
        </pc:spChg>
      </pc:sldChg>
    </pc:docChg>
  </pc:docChgLst>
  <pc:docChgLst>
    <pc:chgData name="Ravi Pallapati" userId="405e64382e001c53" providerId="LiveId" clId="{B5D94185-7CA6-4CC6-9720-646BC96CEB42}"/>
    <pc:docChg chg="undo custSel addSld delSld modSld">
      <pc:chgData name="Ravi Pallapati" userId="405e64382e001c53" providerId="LiveId" clId="{B5D94185-7CA6-4CC6-9720-646BC96CEB42}" dt="2024-12-14T06:01:56.759" v="43" actId="47"/>
      <pc:docMkLst>
        <pc:docMk/>
      </pc:docMkLst>
      <pc:sldChg chg="modSp mod">
        <pc:chgData name="Ravi Pallapati" userId="405e64382e001c53" providerId="LiveId" clId="{B5D94185-7CA6-4CC6-9720-646BC96CEB42}" dt="2024-12-13T09:38:30.802" v="35" actId="255"/>
        <pc:sldMkLst>
          <pc:docMk/>
          <pc:sldMk cId="0" sldId="303"/>
        </pc:sldMkLst>
        <pc:spChg chg="mod">
          <ac:chgData name="Ravi Pallapati" userId="405e64382e001c53" providerId="LiveId" clId="{B5D94185-7CA6-4CC6-9720-646BC96CEB42}" dt="2024-12-13T09:38:30.802" v="35" actId="255"/>
          <ac:spMkLst>
            <pc:docMk/>
            <pc:sldMk cId="0" sldId="303"/>
            <ac:spMk id="9" creationId="{00000000-0000-0000-0000-000000000000}"/>
          </ac:spMkLst>
        </pc:spChg>
      </pc:sldChg>
      <pc:sldChg chg="modSp del mod">
        <pc:chgData name="Ravi Pallapati" userId="405e64382e001c53" providerId="LiveId" clId="{B5D94185-7CA6-4CC6-9720-646BC96CEB42}" dt="2024-12-14T06:01:56.759" v="43" actId="47"/>
        <pc:sldMkLst>
          <pc:docMk/>
          <pc:sldMk cId="0" sldId="304"/>
        </pc:sldMkLst>
        <pc:spChg chg="mod">
          <ac:chgData name="Ravi Pallapati" userId="405e64382e001c53" providerId="LiveId" clId="{B5D94185-7CA6-4CC6-9720-646BC96CEB42}" dt="2024-12-13T09:39:11.593" v="41" actId="20577"/>
          <ac:spMkLst>
            <pc:docMk/>
            <pc:sldMk cId="0" sldId="304"/>
            <ac:spMk id="4" creationId="{00000000-0000-0000-0000-000000000000}"/>
          </ac:spMkLst>
        </pc:spChg>
      </pc:sldChg>
      <pc:sldChg chg="modSp mod">
        <pc:chgData name="Ravi Pallapati" userId="405e64382e001c53" providerId="LiveId" clId="{B5D94185-7CA6-4CC6-9720-646BC96CEB42}" dt="2024-12-13T09:34:08.800" v="7" actId="20577"/>
        <pc:sldMkLst>
          <pc:docMk/>
          <pc:sldMk cId="0" sldId="326"/>
        </pc:sldMkLst>
        <pc:spChg chg="mod">
          <ac:chgData name="Ravi Pallapati" userId="405e64382e001c53" providerId="LiveId" clId="{B5D94185-7CA6-4CC6-9720-646BC96CEB42}" dt="2024-12-13T09:34:08.800" v="7" actId="20577"/>
          <ac:spMkLst>
            <pc:docMk/>
            <pc:sldMk cId="0" sldId="326"/>
            <ac:spMk id="476" creationId="{00000000-0000-0000-0000-000000000000}"/>
          </ac:spMkLst>
        </pc:spChg>
      </pc:sldChg>
      <pc:sldChg chg="add">
        <pc:chgData name="Ravi Pallapati" userId="405e64382e001c53" providerId="LiveId" clId="{B5D94185-7CA6-4CC6-9720-646BC96CEB42}" dt="2024-12-14T06:01:51.598" v="42"/>
        <pc:sldMkLst>
          <pc:docMk/>
          <pc:sldMk cId="0" sldId="336"/>
        </pc:sldMkLst>
      </pc:sldChg>
    </pc:docChg>
  </pc:docChgLst>
  <pc:docChgLst>
    <pc:chgData name="M ANUSHA" userId="S::anushaaa9@kluniversity.in::31576902-587f-4416-b184-62b5dd11a3e8" providerId="AD" clId="Web-{E4B1D2BC-F48C-22F4-50D1-586FCD5D26B7}"/>
    <pc:docChg chg="addSld delSld modSld sldOrd">
      <pc:chgData name="M ANUSHA" userId="S::anushaaa9@kluniversity.in::31576902-587f-4416-b184-62b5dd11a3e8" providerId="AD" clId="Web-{E4B1D2BC-F48C-22F4-50D1-586FCD5D26B7}" dt="2023-12-29T03:14:19.519" v="512"/>
      <pc:docMkLst>
        <pc:docMk/>
      </pc:docMkLst>
      <pc:sldChg chg="modSp">
        <pc:chgData name="M ANUSHA" userId="S::anushaaa9@kluniversity.in::31576902-587f-4416-b184-62b5dd11a3e8" providerId="AD" clId="Web-{E4B1D2BC-F48C-22F4-50D1-586FCD5D26B7}" dt="2023-12-29T03:01:42.993" v="481" actId="20577"/>
        <pc:sldMkLst>
          <pc:docMk/>
          <pc:sldMk cId="0" sldId="285"/>
        </pc:sldMkLst>
        <pc:spChg chg="mod">
          <ac:chgData name="M ANUSHA" userId="S::anushaaa9@kluniversity.in::31576902-587f-4416-b184-62b5dd11a3e8" providerId="AD" clId="Web-{E4B1D2BC-F48C-22F4-50D1-586FCD5D26B7}" dt="2023-12-29T03:01:42.993" v="481" actId="20577"/>
          <ac:spMkLst>
            <pc:docMk/>
            <pc:sldMk cId="0" sldId="285"/>
            <ac:spMk id="13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E4B1D2BC-F48C-22F4-50D1-586FCD5D26B7}" dt="2023-12-29T03:02:09.791" v="492" actId="20577"/>
        <pc:sldMkLst>
          <pc:docMk/>
          <pc:sldMk cId="0" sldId="287"/>
        </pc:sldMkLst>
        <pc:spChg chg="mod">
          <ac:chgData name="M ANUSHA" userId="S::anushaaa9@kluniversity.in::31576902-587f-4416-b184-62b5dd11a3e8" providerId="AD" clId="Web-{E4B1D2BC-F48C-22F4-50D1-586FCD5D26B7}" dt="2023-12-29T03:02:09.791" v="492" actId="20577"/>
          <ac:spMkLst>
            <pc:docMk/>
            <pc:sldMk cId="0" sldId="287"/>
            <ac:spMk id="18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E4B1D2BC-F48C-22F4-50D1-586FCD5D26B7}" dt="2023-12-29T02:40:05.949" v="218" actId="20577"/>
        <pc:sldMkLst>
          <pc:docMk/>
          <pc:sldMk cId="0" sldId="288"/>
        </pc:sldMkLst>
        <pc:spChg chg="mod">
          <ac:chgData name="M ANUSHA" userId="S::anushaaa9@kluniversity.in::31576902-587f-4416-b184-62b5dd11a3e8" providerId="AD" clId="Web-{E4B1D2BC-F48C-22F4-50D1-586FCD5D26B7}" dt="2023-12-29T02:40:05.949" v="218" actId="20577"/>
          <ac:spMkLst>
            <pc:docMk/>
            <pc:sldMk cId="0" sldId="288"/>
            <ac:spMk id="100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E4B1D2BC-F48C-22F4-50D1-586FCD5D26B7}" dt="2023-12-29T02:24:14.464" v="25" actId="20577"/>
        <pc:sldMkLst>
          <pc:docMk/>
          <pc:sldMk cId="0" sldId="290"/>
        </pc:sldMkLst>
        <pc:spChg chg="mod">
          <ac:chgData name="M ANUSHA" userId="S::anushaaa9@kluniversity.in::31576902-587f-4416-b184-62b5dd11a3e8" providerId="AD" clId="Web-{E4B1D2BC-F48C-22F4-50D1-586FCD5D26B7}" dt="2023-12-29T02:24:14.464" v="25" actId="20577"/>
          <ac:spMkLst>
            <pc:docMk/>
            <pc:sldMk cId="0" sldId="290"/>
            <ac:spMk id="13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E4B1D2BC-F48C-22F4-50D1-586FCD5D26B7}" dt="2023-12-29T02:55:57.013" v="461" actId="14100"/>
        <pc:sldMkLst>
          <pc:docMk/>
          <pc:sldMk cId="0" sldId="299"/>
        </pc:sldMkLst>
        <pc:spChg chg="mod">
          <ac:chgData name="M ANUSHA" userId="S::anushaaa9@kluniversity.in::31576902-587f-4416-b184-62b5dd11a3e8" providerId="AD" clId="Web-{E4B1D2BC-F48C-22F4-50D1-586FCD5D26B7}" dt="2023-12-29T02:55:57.013" v="461" actId="14100"/>
          <ac:spMkLst>
            <pc:docMk/>
            <pc:sldMk cId="0" sldId="299"/>
            <ac:spMk id="17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E4B1D2BC-F48C-22F4-50D1-586FCD5D26B7}" dt="2023-12-29T03:02:53.480" v="506" actId="20577"/>
        <pc:sldMkLst>
          <pc:docMk/>
          <pc:sldMk cId="0" sldId="302"/>
        </pc:sldMkLst>
        <pc:spChg chg="mod">
          <ac:chgData name="M ANUSHA" userId="S::anushaaa9@kluniversity.in::31576902-587f-4416-b184-62b5dd11a3e8" providerId="AD" clId="Web-{E4B1D2BC-F48C-22F4-50D1-586FCD5D26B7}" dt="2023-12-29T03:02:53.480" v="506" actId="20577"/>
          <ac:spMkLst>
            <pc:docMk/>
            <pc:sldMk cId="0" sldId="302"/>
            <ac:spMk id="9" creationId="{00000000-0000-0000-0000-000000000000}"/>
          </ac:spMkLst>
        </pc:spChg>
      </pc:sldChg>
      <pc:sldChg chg="modSp">
        <pc:chgData name="M ANUSHA" userId="S::anushaaa9@kluniversity.in::31576902-587f-4416-b184-62b5dd11a3e8" providerId="AD" clId="Web-{E4B1D2BC-F48C-22F4-50D1-586FCD5D26B7}" dt="2023-12-29T03:03:14.153" v="510" actId="20577"/>
        <pc:sldMkLst>
          <pc:docMk/>
          <pc:sldMk cId="0" sldId="303"/>
        </pc:sldMkLst>
        <pc:spChg chg="mod">
          <ac:chgData name="M ANUSHA" userId="S::anushaaa9@kluniversity.in::31576902-587f-4416-b184-62b5dd11a3e8" providerId="AD" clId="Web-{E4B1D2BC-F48C-22F4-50D1-586FCD5D26B7}" dt="2023-12-29T03:03:14.153" v="510" actId="20577"/>
          <ac:spMkLst>
            <pc:docMk/>
            <pc:sldMk cId="0" sldId="303"/>
            <ac:spMk id="9" creationId="{00000000-0000-0000-0000-000000000000}"/>
          </ac:spMkLst>
        </pc:spChg>
      </pc:sldChg>
      <pc:sldChg chg="modSp ord">
        <pc:chgData name="M ANUSHA" userId="S::anushaaa9@kluniversity.in::31576902-587f-4416-b184-62b5dd11a3e8" providerId="AD" clId="Web-{E4B1D2BC-F48C-22F4-50D1-586FCD5D26B7}" dt="2023-12-29T03:03:42.919" v="511"/>
        <pc:sldMkLst>
          <pc:docMk/>
          <pc:sldMk cId="0" sldId="305"/>
        </pc:sldMkLst>
        <pc:spChg chg="mod">
          <ac:chgData name="M ANUSHA" userId="S::anushaaa9@kluniversity.in::31576902-587f-4416-b184-62b5dd11a3e8" providerId="AD" clId="Web-{E4B1D2BC-F48C-22F4-50D1-586FCD5D26B7}" dt="2023-12-29T02:42:59.986" v="228" actId="20577"/>
          <ac:spMkLst>
            <pc:docMk/>
            <pc:sldMk cId="0" sldId="305"/>
            <ac:spMk id="2" creationId="{00000000-0000-0000-0000-000000000000}"/>
          </ac:spMkLst>
        </pc:spChg>
      </pc:sldChg>
      <pc:sldChg chg="del ord">
        <pc:chgData name="M ANUSHA" userId="S::anushaaa9@kluniversity.in::31576902-587f-4416-b184-62b5dd11a3e8" providerId="AD" clId="Web-{E4B1D2BC-F48C-22F4-50D1-586FCD5D26B7}" dt="2023-12-29T03:14:19.519" v="512"/>
        <pc:sldMkLst>
          <pc:docMk/>
          <pc:sldMk cId="0" sldId="324"/>
        </pc:sldMkLst>
      </pc:sldChg>
      <pc:sldChg chg="modSp del">
        <pc:chgData name="M ANUSHA" userId="S::anushaaa9@kluniversity.in::31576902-587f-4416-b184-62b5dd11a3e8" providerId="AD" clId="Web-{E4B1D2BC-F48C-22F4-50D1-586FCD5D26B7}" dt="2023-12-29T02:48:44.076" v="298"/>
        <pc:sldMkLst>
          <pc:docMk/>
          <pc:sldMk cId="1474826135" sldId="329"/>
        </pc:sldMkLst>
        <pc:spChg chg="mod">
          <ac:chgData name="M ANUSHA" userId="S::anushaaa9@kluniversity.in::31576902-587f-4416-b184-62b5dd11a3e8" providerId="AD" clId="Web-{E4B1D2BC-F48C-22F4-50D1-586FCD5D26B7}" dt="2023-12-29T02:41:47.499" v="219" actId="20577"/>
          <ac:spMkLst>
            <pc:docMk/>
            <pc:sldMk cId="1474826135" sldId="329"/>
            <ac:spMk id="3" creationId="{128C5EFD-A5C9-3A55-4A16-257A655C1BE4}"/>
          </ac:spMkLst>
        </pc:spChg>
        <pc:spChg chg="mod">
          <ac:chgData name="M ANUSHA" userId="S::anushaaa9@kluniversity.in::31576902-587f-4416-b184-62b5dd11a3e8" providerId="AD" clId="Web-{E4B1D2BC-F48C-22F4-50D1-586FCD5D26B7}" dt="2023-12-29T02:39:54.277" v="216" actId="20577"/>
          <ac:spMkLst>
            <pc:docMk/>
            <pc:sldMk cId="1474826135" sldId="329"/>
            <ac:spMk id="7" creationId="{F2A7BE99-99D8-316D-BCD0-3C5D7A81D81A}"/>
          </ac:spMkLst>
        </pc:spChg>
      </pc:sldChg>
      <pc:sldChg chg="del ord">
        <pc:chgData name="M ANUSHA" userId="S::anushaaa9@kluniversity.in::31576902-587f-4416-b184-62b5dd11a3e8" providerId="AD" clId="Web-{E4B1D2BC-F48C-22F4-50D1-586FCD5D26B7}" dt="2023-12-29T02:53:25.101" v="427"/>
        <pc:sldMkLst>
          <pc:docMk/>
          <pc:sldMk cId="3127307141" sldId="330"/>
        </pc:sldMkLst>
      </pc:sldChg>
      <pc:sldChg chg="modSp">
        <pc:chgData name="M ANUSHA" userId="S::anushaaa9@kluniversity.in::31576902-587f-4416-b184-62b5dd11a3e8" providerId="AD" clId="Web-{E4B1D2BC-F48C-22F4-50D1-586FCD5D26B7}" dt="2023-12-29T02:42:48.533" v="227" actId="20577"/>
        <pc:sldMkLst>
          <pc:docMk/>
          <pc:sldMk cId="2778786652" sldId="333"/>
        </pc:sldMkLst>
        <pc:spChg chg="mod">
          <ac:chgData name="M ANUSHA" userId="S::anushaaa9@kluniversity.in::31576902-587f-4416-b184-62b5dd11a3e8" providerId="AD" clId="Web-{E4B1D2BC-F48C-22F4-50D1-586FCD5D26B7}" dt="2023-12-29T02:42:48.533" v="227" actId="20577"/>
          <ac:spMkLst>
            <pc:docMk/>
            <pc:sldMk cId="2778786652" sldId="333"/>
            <ac:spMk id="3" creationId="{C727C2DD-DB9B-7F03-5AB0-24EFC710FE22}"/>
          </ac:spMkLst>
        </pc:spChg>
      </pc:sldChg>
      <pc:sldChg chg="addSp delSp modSp new ord addAnim">
        <pc:chgData name="M ANUSHA" userId="S::anushaaa9@kluniversity.in::31576902-587f-4416-b184-62b5dd11a3e8" providerId="AD" clId="Web-{E4B1D2BC-F48C-22F4-50D1-586FCD5D26B7}" dt="2023-12-29T02:48:12.419" v="297"/>
        <pc:sldMkLst>
          <pc:docMk/>
          <pc:sldMk cId="178415998" sldId="334"/>
        </pc:sldMkLst>
        <pc:spChg chg="del">
          <ac:chgData name="M ANUSHA" userId="S::anushaaa9@kluniversity.in::31576902-587f-4416-b184-62b5dd11a3e8" providerId="AD" clId="Web-{E4B1D2BC-F48C-22F4-50D1-586FCD5D26B7}" dt="2023-12-29T02:42:28.485" v="223"/>
          <ac:spMkLst>
            <pc:docMk/>
            <pc:sldMk cId="178415998" sldId="334"/>
            <ac:spMk id="2" creationId="{2ABBA1C3-F1A2-91C7-E336-42B796CCC8E3}"/>
          </ac:spMkLst>
        </pc:spChg>
        <pc:spChg chg="mod">
          <ac:chgData name="M ANUSHA" userId="S::anushaaa9@kluniversity.in::31576902-587f-4416-b184-62b5dd11a3e8" providerId="AD" clId="Web-{E4B1D2BC-F48C-22F4-50D1-586FCD5D26B7}" dt="2023-12-29T02:48:12.419" v="297"/>
          <ac:spMkLst>
            <pc:docMk/>
            <pc:sldMk cId="178415998" sldId="334"/>
            <ac:spMk id="3" creationId="{5D7A32B5-6B4B-21D9-132D-95A139ABAACD}"/>
          </ac:spMkLst>
        </pc:spChg>
        <pc:spChg chg="add">
          <ac:chgData name="M ANUSHA" userId="S::anushaaa9@kluniversity.in::31576902-587f-4416-b184-62b5dd11a3e8" providerId="AD" clId="Web-{E4B1D2BC-F48C-22F4-50D1-586FCD5D26B7}" dt="2023-12-29T02:42:25.594" v="222"/>
          <ac:spMkLst>
            <pc:docMk/>
            <pc:sldMk cId="178415998" sldId="334"/>
            <ac:spMk id="7" creationId="{8A83A5DD-4D90-7166-BB0A-83617815E56E}"/>
          </ac:spMkLst>
        </pc:spChg>
        <pc:picChg chg="add">
          <ac:chgData name="M ANUSHA" userId="S::anushaaa9@kluniversity.in::31576902-587f-4416-b184-62b5dd11a3e8" providerId="AD" clId="Web-{E4B1D2BC-F48C-22F4-50D1-586FCD5D26B7}" dt="2023-12-29T02:42:16.688" v="221"/>
          <ac:picMkLst>
            <pc:docMk/>
            <pc:sldMk cId="178415998" sldId="334"/>
            <ac:picMk id="5" creationId="{6DD0CD18-6628-ED0D-9542-27EE194AB983}"/>
          </ac:picMkLst>
        </pc:picChg>
      </pc:sldChg>
      <pc:sldChg chg="addSp delSp modSp new addAnim">
        <pc:chgData name="M ANUSHA" userId="S::anushaaa9@kluniversity.in::31576902-587f-4416-b184-62b5dd11a3e8" providerId="AD" clId="Web-{E4B1D2BC-F48C-22F4-50D1-586FCD5D26B7}" dt="2023-12-29T02:53:33.789" v="431" actId="20577"/>
        <pc:sldMkLst>
          <pc:docMk/>
          <pc:sldMk cId="135791918" sldId="335"/>
        </pc:sldMkLst>
        <pc:spChg chg="del">
          <ac:chgData name="M ANUSHA" userId="S::anushaaa9@kluniversity.in::31576902-587f-4416-b184-62b5dd11a3e8" providerId="AD" clId="Web-{E4B1D2BC-F48C-22F4-50D1-586FCD5D26B7}" dt="2023-12-29T02:49:00.873" v="301"/>
          <ac:spMkLst>
            <pc:docMk/>
            <pc:sldMk cId="135791918" sldId="335"/>
            <ac:spMk id="2" creationId="{785D8F52-DB26-3B31-92C1-28CAA0ABE6B3}"/>
          </ac:spMkLst>
        </pc:spChg>
        <pc:spChg chg="mod">
          <ac:chgData name="M ANUSHA" userId="S::anushaaa9@kluniversity.in::31576902-587f-4416-b184-62b5dd11a3e8" providerId="AD" clId="Web-{E4B1D2BC-F48C-22F4-50D1-586FCD5D26B7}" dt="2023-12-29T02:53:33.789" v="431" actId="20577"/>
          <ac:spMkLst>
            <pc:docMk/>
            <pc:sldMk cId="135791918" sldId="335"/>
            <ac:spMk id="3" creationId="{87611FAD-2B69-DCB3-E2AC-7F20E1D6A5C4}"/>
          </ac:spMkLst>
        </pc:spChg>
        <pc:spChg chg="add">
          <ac:chgData name="M ANUSHA" userId="S::anushaaa9@kluniversity.in::31576902-587f-4416-b184-62b5dd11a3e8" providerId="AD" clId="Web-{E4B1D2BC-F48C-22F4-50D1-586FCD5D26B7}" dt="2023-12-29T02:48:55.936" v="300"/>
          <ac:spMkLst>
            <pc:docMk/>
            <pc:sldMk cId="135791918" sldId="335"/>
            <ac:spMk id="5" creationId="{D73F5BE1-3332-DF85-F48F-9CB71F23E8FA}"/>
          </ac:spMkLst>
        </pc:spChg>
        <pc:picChg chg="add">
          <ac:chgData name="M ANUSHA" userId="S::anushaaa9@kluniversity.in::31576902-587f-4416-b184-62b5dd11a3e8" providerId="AD" clId="Web-{E4B1D2BC-F48C-22F4-50D1-586FCD5D26B7}" dt="2023-12-29T02:49:05.421" v="302"/>
          <ac:picMkLst>
            <pc:docMk/>
            <pc:sldMk cId="135791918" sldId="335"/>
            <ac:picMk id="7" creationId="{638AA858-A0F4-860F-69AD-BC3C251BA4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3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4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dsa/dsa_intro.php" TargetMode="External"/><Relationship Id="rId2" Type="http://schemas.openxmlformats.org/officeDocument/2006/relationships/hyperlink" Target="https://docs.python.org/3/tutorial/datastructur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geeksforgeeks.org/python-data-structures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Structures using Python</a:t>
            </a:r>
            <a:endParaRPr lang="en-US" sz="3200" b="1" cap="all" dirty="0">
              <a:solidFill>
                <a:schemeClr val="accent1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solidFill>
                  <a:srgbClr val="C00000"/>
                </a:solidFill>
                <a:cs typeface="Poppins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</a:rPr>
              <a:t>24SC1204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Name of the 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Hashing</a:t>
            </a: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>
                <a:solidFill>
                  <a:srgbClr val="FF0000"/>
                </a:solidFill>
              </a:rPr>
              <a:t>BES-I</a:t>
            </a:r>
            <a:endParaRPr lang="en-US" sz="400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276164" y="557227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– 20</a:t>
            </a:r>
            <a:endParaRPr sz="240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1223" y="720328"/>
            <a:ext cx="8866628" cy="8140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>
                <a:effectLst/>
                <a:latin typeface="Times New Roman"/>
                <a:cs typeface="Poppins"/>
              </a:rPr>
              <a:t>To familiarize students with the basic concept of Hashing</a:t>
            </a:r>
          </a:p>
          <a:p>
            <a:pPr>
              <a:lnSpc>
                <a:spcPct val="150000"/>
              </a:lnSpc>
            </a:pPr>
            <a:endParaRPr lang="en-US" sz="1600" b="0" i="0">
              <a:effectLst/>
              <a:latin typeface="Times New Roman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5684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cs typeface="Poppins"/>
              </a:rPr>
              <a:t>This</a:t>
            </a:r>
            <a:r>
              <a:rPr lang="en-US" sz="1600" b="0" i="0">
                <a:effectLst/>
                <a:latin typeface="Times New Roman"/>
                <a:cs typeface="Poppins"/>
              </a:rPr>
              <a:t> </a:t>
            </a:r>
            <a:r>
              <a:rPr lang="en-US" sz="1600">
                <a:latin typeface="Times New Roman"/>
                <a:cs typeface="Poppins"/>
              </a:rPr>
              <a:t>Session</a:t>
            </a:r>
            <a:r>
              <a:rPr lang="en-US" sz="1600" b="0" i="0">
                <a:effectLst/>
                <a:latin typeface="Times New Roman"/>
                <a:cs typeface="Poppins"/>
              </a:rPr>
              <a:t> is designed to:</a:t>
            </a:r>
            <a:r>
              <a:rPr lang="en-US" sz="1600">
                <a:latin typeface="Times New Roman"/>
                <a:cs typeface="Poppins"/>
              </a:rPr>
              <a:t> </a:t>
            </a:r>
            <a:endParaRPr lang="en-US" sz="1600" b="0" i="0">
              <a:effectLst/>
              <a:latin typeface="Times New Roman"/>
              <a:cs typeface="Poppins"/>
            </a:endParaRP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Times New Roman"/>
                <a:cs typeface="Times New Roman"/>
              </a:rPr>
              <a:t>Demonstrate Hashing. Separate chaining</a:t>
            </a: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Times New Roman"/>
                <a:cs typeface="Times New Roman"/>
              </a:rPr>
              <a:t>Describe the types of hashing</a:t>
            </a: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Times New Roman"/>
                <a:cs typeface="Arial" panose="020B0604020202020204"/>
              </a:rPr>
              <a:t>Describe each method</a:t>
            </a:r>
            <a:r>
              <a:rPr lang="en-US" sz="1600">
                <a:latin typeface="Times New Roman"/>
                <a:cs typeface="Arial" panose="020B0604020202020204"/>
              </a:rPr>
              <a:t> </a:t>
            </a:r>
            <a:endParaRPr lang="en-US" sz="1600" b="0" i="0">
              <a:effectLst/>
              <a:latin typeface="Times New Roman"/>
              <a:cs typeface="Arial" panose="020B0604020202020204"/>
            </a:endParaRPr>
          </a:p>
          <a:p>
            <a:pPr marL="342900" indent="-342900">
              <a:buAutoNum type="arabicPeriod"/>
            </a:pPr>
            <a:endParaRPr lang="en-US"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18442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>
                <a:effectLst/>
                <a:latin typeface="Times New Roman"/>
                <a:cs typeface="Arial" panose="020B0604020202020204"/>
              </a:rPr>
              <a:t>At the end of this </a:t>
            </a:r>
            <a:r>
              <a:rPr lang="en-US" sz="1600">
                <a:latin typeface="Times New Roman"/>
                <a:cs typeface="Arial" panose="020B0604020202020204"/>
              </a:rPr>
              <a:t>session</a:t>
            </a:r>
            <a:r>
              <a:rPr lang="en-US" sz="1600" b="0" i="0">
                <a:effectLst/>
                <a:latin typeface="Times New Roman"/>
                <a:cs typeface="Arial" panose="020B0604020202020204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>
                <a:latin typeface="Times New Roman"/>
                <a:cs typeface="Arial"/>
              </a:rPr>
              <a:t>Understand the fundamental concepts of hashing, including hash functions, hash tables</a:t>
            </a:r>
            <a:endParaRPr lang="en-US">
              <a:latin typeface="Times New Roman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Times New Roman"/>
                <a:cs typeface="Arial"/>
              </a:rPr>
              <a:t>Learns different hashing techniques (e.g., Division Method, Mid Square Method, Digit Folding Method, Multiplication Method) and their suitability for different scenarios.</a:t>
            </a:r>
            <a:endParaRPr lang="en-US" sz="1600">
              <a:solidFill>
                <a:srgbClr val="000000"/>
              </a:solidFill>
              <a:latin typeface="Times New Roman"/>
              <a:ea typeface="+mn-lt"/>
              <a:cs typeface="Arial"/>
            </a:endParaRPr>
          </a:p>
          <a:p>
            <a:pPr marL="342900" indent="-342900">
              <a:buAutoNum type="arabicPeriod"/>
            </a:pPr>
            <a:r>
              <a:rPr lang="en-US" sz="1600">
                <a:latin typeface="Times New Roman"/>
                <a:cs typeface="Arial"/>
              </a:rPr>
              <a:t>Apply hashing to solve practical problems involving efficient data retrieval and storage.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 bldLvl="0" animBg="1"/>
      <p:bldP spid="9" grpId="0" bldLvl="0" animBg="1"/>
      <p:bldP spid="29" grpId="0" bldLvl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1669065" y="129497"/>
            <a:ext cx="8324237" cy="96478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Introduction to Hashing </a:t>
            </a:r>
          </a:p>
          <a:p>
            <a:endParaRPr lang="en-US" sz="2400">
              <a:cs typeface="Calibri"/>
            </a:endParaRP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75781" y="1465781"/>
            <a:ext cx="11336055" cy="45397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IN" sz="2400">
                <a:latin typeface="Times New Roman"/>
                <a:cs typeface="Times New Roman"/>
              </a:rPr>
              <a:t>Hashing is a technique or process of mapping keys, and values into the hash table by using a hash function. </a:t>
            </a:r>
            <a:endParaRPr lang="en-US" sz="2400">
              <a:latin typeface="Times New Roman"/>
              <a:cs typeface="Times New Roman"/>
            </a:endParaRPr>
          </a:p>
          <a:p>
            <a:pPr marL="457200" indent="-457200" algn="just">
              <a:buFont typeface="Arial"/>
              <a:buChar char="•"/>
            </a:pPr>
            <a:r>
              <a:rPr lang="en-IN" sz="2400">
                <a:latin typeface="Times New Roman"/>
                <a:cs typeface="Times New Roman"/>
              </a:rPr>
              <a:t>It is done for faster access to elements and minimizes the number of comparisons while performing the search.</a:t>
            </a:r>
          </a:p>
          <a:p>
            <a:pPr marL="457200" indent="-457200" algn="just">
              <a:buFont typeface="Arial"/>
              <a:buChar char="•"/>
            </a:pPr>
            <a:r>
              <a:rPr lang="en-IN" sz="2400">
                <a:latin typeface="Times New Roman"/>
                <a:cs typeface="Times New Roman"/>
              </a:rPr>
              <a:t>The efficiency of mapping depends on the efficiency of the hash function used.</a:t>
            </a:r>
          </a:p>
          <a:p>
            <a:pPr algn="just"/>
            <a:r>
              <a:rPr lang="en-IN" sz="2400" b="1">
                <a:latin typeface="Times New Roman"/>
                <a:cs typeface="Times New Roman"/>
              </a:rPr>
              <a:t>Hashing Mechanism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It's a technique for efficiently storing and retrieving data using a hash function.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A hash function converts a key (like a name or a number) into an index, which is used to locate the corresponding value in a data structure called a hash table.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Ideally, each key maps to a unique index, but collisions (multiple keys mapping to the same index) can occur and need to be resolved.</a:t>
            </a:r>
            <a:endParaRPr lang="en-IN">
              <a:cs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BB28D-03A0-165C-BB66-51BB3261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1126379"/>
            <a:ext cx="11286564" cy="5552607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>
                <a:latin typeface="Times New Roman"/>
                <a:cs typeface="Times New Roman"/>
              </a:rPr>
              <a:t>Hash Table</a:t>
            </a:r>
            <a:endParaRPr lang="en-US"/>
          </a:p>
          <a:p>
            <a:r>
              <a:rPr lang="en-US" sz="2200">
                <a:latin typeface="Times New Roman"/>
                <a:cs typeface="Times New Roman"/>
              </a:rPr>
              <a:t>It's the primary data structure used for hashing.</a:t>
            </a:r>
          </a:p>
          <a:p>
            <a:r>
              <a:rPr lang="en-US" sz="2200">
                <a:latin typeface="Times New Roman"/>
                <a:cs typeface="Times New Roman"/>
              </a:rPr>
              <a:t>It's typically an array of slots, where each slot can hold a key-value pair.</a:t>
            </a:r>
          </a:p>
          <a:p>
            <a:r>
              <a:rPr lang="en-US" sz="2200">
                <a:latin typeface="Times New Roman"/>
                <a:cs typeface="Times New Roman"/>
              </a:rPr>
              <a:t>The hash function determines which slot a key-value pair is placed into.</a:t>
            </a:r>
          </a:p>
          <a:p>
            <a:pPr marL="0" indent="0">
              <a:buNone/>
            </a:pPr>
            <a:r>
              <a:rPr lang="en-US" sz="2200" b="1">
                <a:latin typeface="Times New Roman"/>
                <a:cs typeface="Times New Roman"/>
              </a:rPr>
              <a:t>Hash Function</a:t>
            </a:r>
          </a:p>
          <a:p>
            <a:r>
              <a:rPr lang="en-US" sz="2200">
                <a:latin typeface="Times New Roman"/>
                <a:cs typeface="Times New Roman"/>
              </a:rPr>
              <a:t>It's the core component of hashing.</a:t>
            </a:r>
          </a:p>
          <a:p>
            <a:r>
              <a:rPr lang="en-US" sz="2200">
                <a:latin typeface="Times New Roman"/>
                <a:cs typeface="Times New Roman"/>
              </a:rPr>
              <a:t>It takes a key as input and produces a unique integer value (the hash value) that serves as the index in the hash table.</a:t>
            </a:r>
          </a:p>
          <a:p>
            <a:r>
              <a:rPr lang="en-US" sz="2200">
                <a:latin typeface="Times New Roman"/>
                <a:cs typeface="Times New Roman"/>
              </a:rPr>
              <a:t>Common hash functions include division-based, multiplication-based, and universal hashing.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latin typeface="Times New Roman"/>
                <a:cs typeface="Times New Roman"/>
              </a:rPr>
              <a:t>Hash Key Value</a:t>
            </a:r>
          </a:p>
          <a:p>
            <a:r>
              <a:rPr lang="en-US" sz="2200">
                <a:latin typeface="Times New Roman"/>
                <a:cs typeface="Times New Roman"/>
              </a:rPr>
              <a:t>Hash key value is a special value that serves as an index for a data item.</a:t>
            </a:r>
          </a:p>
          <a:p>
            <a:r>
              <a:rPr lang="en-US" sz="2200">
                <a:latin typeface="Times New Roman"/>
                <a:cs typeface="Times New Roman"/>
              </a:rPr>
              <a:t>It indicates where the data item should be stored in the hash table.</a:t>
            </a:r>
          </a:p>
          <a:p>
            <a:r>
              <a:rPr lang="en-US" sz="2200">
                <a:latin typeface="Times New Roman"/>
                <a:cs typeface="Times New Roman"/>
              </a:rPr>
              <a:t>Hash key value is generated using a hash function.</a:t>
            </a:r>
          </a:p>
          <a:p>
            <a:endParaRPr lang="en-US" sz="2200">
              <a:latin typeface="Times New Roman"/>
              <a:cs typeface="Times New Roman"/>
            </a:endParaRPr>
          </a:p>
          <a:p>
            <a:endParaRPr lang="en-US" sz="2200">
              <a:cs typeface="Calibri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BBBEF61C-6DB3-BBAB-7D10-E9D6A04CD126}"/>
              </a:ext>
            </a:extLst>
          </p:cNvPr>
          <p:cNvSpPr/>
          <p:nvPr/>
        </p:nvSpPr>
        <p:spPr>
          <a:xfrm>
            <a:off x="1669065" y="129497"/>
            <a:ext cx="8324237" cy="96478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Introduction to Hashing </a:t>
            </a:r>
          </a:p>
          <a:p>
            <a:endParaRPr lang="en-US" sz="2400">
              <a:cs typeface="Calibri"/>
            </a:endParaRP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AEFB89EE-0D2C-D6BD-B3D7-2A0181128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438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075055" y="4352290"/>
            <a:ext cx="6096000" cy="140716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endParaRPr lang="en-US" alt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217" y="761290"/>
            <a:ext cx="8011756" cy="247033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 Box 99"/>
          <p:cNvSpPr txBox="1"/>
          <p:nvPr/>
        </p:nvSpPr>
        <p:spPr>
          <a:xfrm>
            <a:off x="552847" y="3549558"/>
            <a:ext cx="8359775" cy="26337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>
              <a:lnSpc>
                <a:spcPct val="150000"/>
              </a:lnSpc>
            </a:pPr>
            <a:r>
              <a:rPr lang="en-US" sz="2200" dirty="0">
                <a:latin typeface="Times New Roman"/>
                <a:cs typeface="Times New Roman"/>
              </a:rPr>
              <a:t> </a:t>
            </a:r>
            <a:r>
              <a:rPr lang="en-US" sz="2400" b="1" dirty="0">
                <a:latin typeface="Times New Roman"/>
                <a:cs typeface="Calibri"/>
              </a:rPr>
              <a:t>Types of Hashing</a:t>
            </a:r>
            <a:endParaRPr lang="en-US" b="1">
              <a:latin typeface="Symbol" panose="05050102010706020507" charset="0"/>
              <a:cs typeface="Times New Roman" panose="02020603050405020304" pitchFamily="18" charset="0"/>
              <a:sym typeface="Symbol" panose="05050102010706020507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1</a:t>
            </a:r>
            <a:r>
              <a:rPr lang="en-US" sz="2400" b="1" dirty="0">
                <a:latin typeface="Times New Roman"/>
                <a:cs typeface="Times New Roman"/>
              </a:rPr>
              <a:t>.</a:t>
            </a:r>
            <a:r>
              <a:rPr lang="en-US" sz="2400" dirty="0">
                <a:latin typeface="Times New Roman"/>
                <a:cs typeface="Times New Roman"/>
              </a:rPr>
              <a:t> Division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2. Mid Square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3. Digit Folding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/>
                <a:cs typeface="Times New Roman"/>
              </a:rPr>
              <a:t>4.Multiplicative Method</a:t>
            </a:r>
          </a:p>
          <a:p>
            <a:endParaRPr lang="en-US" sz="2200" b="0">
              <a:latin typeface="Times New Roman" panose="02020603050405020304" pitchFamily="18" charset="0"/>
              <a:cs typeface="Times New Roman"/>
            </a:endParaRPr>
          </a:p>
          <a:p>
            <a:endParaRPr lang="en-US" sz="2200">
              <a:latin typeface="Times New Roman" panose="02020603050405020304" pitchFamily="18" charset="0"/>
              <a:cs typeface="Times New Roman"/>
            </a:endParaRPr>
          </a:p>
          <a:p>
            <a:endParaRPr lang="en-US" sz="2200">
              <a:latin typeface="Times New Roman" panose="02020603050405020304" pitchFamily="18" charset="0"/>
              <a:cs typeface="Times New Roman"/>
            </a:endParaRPr>
          </a:p>
          <a:p>
            <a:endParaRPr lang="en-US" sz="2200">
              <a:latin typeface="Times New Roman" panose="02020603050405020304" pitchFamily="18" charset="0"/>
              <a:cs typeface="Times New Roman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A913E15-0299-15C9-4AC0-42ADCC1F4C7D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/>
              <a:t>Types of Hashing    </a:t>
            </a:r>
            <a:endParaRPr lang="en-US" sz="3200" b="1"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/>
          <p:cNvSpPr/>
          <p:nvPr/>
        </p:nvSpPr>
        <p:spPr>
          <a:xfrm>
            <a:off x="2476506" y="70605"/>
            <a:ext cx="6846753" cy="76945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b="1"/>
              <a:t>Division method</a:t>
            </a:r>
            <a:endParaRPr lang="en-US" sz="3200" b="1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25259" y="1099625"/>
            <a:ext cx="9356598" cy="71096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1. Division method</a:t>
            </a:r>
          </a:p>
          <a:p>
            <a:pPr indent="-285750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It's a simple and common technique for creating hash functions.</a:t>
            </a:r>
          </a:p>
          <a:p>
            <a:pPr indent="-285750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 involves dividing the key by a fixed integer value (usually the size of the hash table) and using the remainder as the hash value.</a:t>
            </a:r>
          </a:p>
          <a:p>
            <a:pPr marL="285750" indent="-285750">
              <a:buFont typeface="Arial,Sans-Serif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The hash function for the Division method is: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         h(key) = Key% Table size.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IN" sz="2400" b="1" dirty="0">
              <a:latin typeface="Times New Roman"/>
              <a:cs typeface="Times New Roman"/>
            </a:endParaRPr>
          </a:p>
          <a:p>
            <a:pPr algn="just"/>
            <a:r>
              <a:rPr lang="en-IN" sz="2400" b="1" dirty="0">
                <a:latin typeface="Times New Roman"/>
                <a:cs typeface="Times New Roman"/>
              </a:rPr>
              <a:t>Example:</a:t>
            </a:r>
            <a:r>
              <a:rPr lang="en-IN" sz="2400" dirty="0">
                <a:latin typeface="Times New Roman"/>
                <a:cs typeface="Times New Roman"/>
              </a:rPr>
              <a:t> If the record 52,68,99,84 is to be placed in a hash table and </a:t>
            </a:r>
            <a:endParaRPr lang="en-IN" dirty="0">
              <a:latin typeface="Calibri"/>
              <a:cs typeface="Calibri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the table size is 10.</a:t>
            </a:r>
            <a:endParaRPr lang="en-IN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The hash function for the Division method is: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 h(key) = Key% table size.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h(52) = 52%10 =  2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h(68) = 68%10 = 8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h(99) = 99%10 = 9</a:t>
            </a:r>
          </a:p>
          <a:p>
            <a:r>
              <a:rPr lang="en-IN" sz="2400" dirty="0">
                <a:latin typeface="Times New Roman"/>
                <a:cs typeface="Times New Roman"/>
              </a:rPr>
              <a:t>        h(84) = 84%10 = 4</a:t>
            </a:r>
          </a:p>
          <a:p>
            <a:pPr indent="0">
              <a:buFont typeface="Arial" panose="020B0604020202020204" pitchFamily="34" charset="0"/>
              <a:buNone/>
            </a:pPr>
            <a:endParaRPr lang="en-IN" sz="2400">
              <a:latin typeface="Times New Roman"/>
              <a:cs typeface="Times New Roman"/>
            </a:endParaRPr>
          </a:p>
          <a:p>
            <a:endParaRPr lang="en-IN" sz="2400">
              <a:latin typeface="Times New Roman"/>
              <a:cs typeface="Times New Roman"/>
            </a:endParaRPr>
          </a:p>
          <a:p>
            <a:endParaRPr lang="en-IN" sz="2400">
              <a:latin typeface="Times New Roman"/>
              <a:cs typeface="Times New Roman"/>
            </a:endParaRPr>
          </a:p>
          <a:p>
            <a:endParaRPr lang="en-IN" sz="2400" b="1">
              <a:latin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7F43B1-F387-E3A9-2A89-6DE2EF73E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46188"/>
              </p:ext>
            </p:extLst>
          </p:nvPr>
        </p:nvGraphicFramePr>
        <p:xfrm>
          <a:off x="9803025" y="1101810"/>
          <a:ext cx="1603864" cy="5116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932">
                  <a:extLst>
                    <a:ext uri="{9D8B030D-6E8A-4147-A177-3AD203B41FA5}">
                      <a16:colId xmlns:a16="http://schemas.microsoft.com/office/drawing/2014/main" val="692829243"/>
                    </a:ext>
                  </a:extLst>
                </a:gridCol>
                <a:gridCol w="801932">
                  <a:extLst>
                    <a:ext uri="{9D8B030D-6E8A-4147-A177-3AD203B41FA5}">
                      <a16:colId xmlns:a16="http://schemas.microsoft.com/office/drawing/2014/main" val="3078253510"/>
                    </a:ext>
                  </a:extLst>
                </a:gridCol>
              </a:tblGrid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40148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363330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726709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549149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362605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705297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679559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744477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8317"/>
                  </a:ext>
                </a:extLst>
              </a:tr>
              <a:tr h="5116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8521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/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/>
              <a:t> </a:t>
            </a:r>
            <a:r>
              <a:rPr lang="en-IN" sz="3200" b="1"/>
              <a:t>Mid square method</a:t>
            </a:r>
            <a:endParaRPr lang="en-US" sz="3200" b="1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66842" y="823315"/>
            <a:ext cx="11458149" cy="63709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IN" sz="2400" dirty="0">
                <a:latin typeface="Times New Roman"/>
                <a:cs typeface="Times New Roman"/>
              </a:rPr>
              <a:t> </a:t>
            </a:r>
            <a:r>
              <a:rPr lang="en-US" altLang="en-IN" sz="2400" dirty="0">
                <a:latin typeface="Times New Roman"/>
                <a:cs typeface="Times New Roman"/>
              </a:rPr>
              <a:t>2. </a:t>
            </a:r>
            <a:r>
              <a:rPr lang="en-IN" sz="2400" b="1" dirty="0">
                <a:latin typeface="Times New Roman"/>
                <a:cs typeface="Times New Roman"/>
              </a:rPr>
              <a:t>Mid square method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It's a technique for generating hash values.</a:t>
            </a:r>
            <a:endParaRPr lang="en-IN" sz="24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 involves squaring the key value and extracting a fixed number of digits from the middle of the squared result as the hash value.</a:t>
            </a:r>
            <a:endParaRPr lang="en-IN" sz="2400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The hash function for the Mid Square method is: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h(key) = Key*Key</a:t>
            </a:r>
          </a:p>
          <a:p>
            <a:pPr algn="just"/>
            <a:endParaRPr lang="en-IN" sz="2400" dirty="0">
              <a:latin typeface="Times New Roman"/>
              <a:cs typeface="Times New Roman"/>
            </a:endParaRPr>
          </a:p>
          <a:p>
            <a:pPr algn="just"/>
            <a:r>
              <a:rPr lang="en-IN" sz="2400" b="1" dirty="0">
                <a:latin typeface="Times New Roman"/>
                <a:cs typeface="Times New Roman"/>
              </a:rPr>
              <a:t>Example: </a:t>
            </a:r>
            <a:r>
              <a:rPr lang="en-IN" sz="2400" dirty="0">
                <a:latin typeface="Times New Roman"/>
                <a:cs typeface="Times New Roman"/>
              </a:rPr>
              <a:t>Consider a </a:t>
            </a:r>
            <a:r>
              <a:rPr lang="en-IN" sz="2400" dirty="0">
                <a:latin typeface="Times New Roman"/>
                <a:cs typeface="Calibri"/>
              </a:rPr>
              <a:t>Key</a:t>
            </a:r>
            <a:r>
              <a:rPr lang="en-IN" sz="2400" dirty="0">
                <a:latin typeface="Times New Roman"/>
                <a:cs typeface="Times New Roman"/>
              </a:rPr>
              <a:t> = 12</a:t>
            </a:r>
            <a:endParaRPr lang="en-IN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The hash function for the Mid Square method is: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h(key) = Key*Key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Calibri"/>
              </a:rPr>
              <a:t>          H(12) = 12 * 12 = 144</a:t>
            </a: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 Extract middle digit (hash table size = 10)</a:t>
            </a:r>
            <a:endParaRPr lang="en-IN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 Hash value = 4</a:t>
            </a:r>
            <a:endParaRPr lang="en-IN" sz="2400">
              <a:latin typeface="Times New Roman"/>
              <a:cs typeface="Times New Roman"/>
            </a:endParaRP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          Store or retrieve data at index 4 in the hash table</a:t>
            </a:r>
            <a:endParaRPr lang="en-IN" sz="2400">
              <a:latin typeface="Times New Roman"/>
              <a:cs typeface="Times New Roman"/>
            </a:endParaRPr>
          </a:p>
          <a:p>
            <a:pPr algn="just"/>
            <a:endParaRPr lang="en-IN" sz="2400" b="1" dirty="0">
              <a:latin typeface="Times New Roman"/>
              <a:cs typeface="Times New Roman"/>
            </a:endParaRPr>
          </a:p>
          <a:p>
            <a:pPr algn="just"/>
            <a:endParaRPr lang="en-IN" sz="2400" dirty="0">
              <a:latin typeface="Times New Roman"/>
              <a:cs typeface="Calibri"/>
            </a:endParaRPr>
          </a:p>
          <a:p>
            <a:pPr algn="just"/>
            <a:endParaRPr lang="en-IN" sz="2400" dirty="0">
              <a:latin typeface="Times New Roman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7C2DD-DB9B-7F03-5AB0-24EFC710F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390"/>
            <a:ext cx="10515600" cy="4799573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b="1" dirty="0">
                <a:latin typeface="Times New Roman"/>
                <a:cs typeface="Calibri"/>
              </a:rPr>
              <a:t>3. Digit folding method</a:t>
            </a:r>
            <a:endParaRPr lang="en-IN" sz="2400">
              <a:latin typeface="Times New Roman"/>
              <a:cs typeface="Calibri"/>
            </a:endParaRPr>
          </a:p>
          <a:p>
            <a:pPr algn="just">
              <a:lnSpc>
                <a:spcPct val="100000"/>
              </a:lnSpc>
              <a:buFont typeface="Arial"/>
              <a:buChar char="•"/>
            </a:pPr>
            <a:r>
              <a:rPr lang="en-IN" sz="2400" dirty="0">
                <a:latin typeface="Times New Roman"/>
                <a:cs typeface="Calibri"/>
              </a:rPr>
              <a:t>It's a hash function method that involves folding (dividing) a key into multiple parts, adding those parts, and using the result as the hash value.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b="1" dirty="0">
                <a:latin typeface="Times New Roman"/>
                <a:cs typeface="Calibri"/>
              </a:rPr>
              <a:t>Example:</a:t>
            </a:r>
            <a:r>
              <a:rPr lang="en-IN" sz="2400" dirty="0">
                <a:latin typeface="Times New Roman"/>
                <a:cs typeface="Calibri"/>
              </a:rPr>
              <a:t> Consider a Key = 123456789 with a hash table size of 1000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latin typeface="Times New Roman"/>
                <a:cs typeface="Calibri"/>
              </a:rPr>
              <a:t>Now, break the key into segments of equal length i.e.,  123 | 456 | 789.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latin typeface="Times New Roman"/>
                <a:cs typeface="Calibri"/>
              </a:rPr>
              <a:t>   Sum these digits within each segment.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latin typeface="Times New Roman"/>
                <a:cs typeface="Calibri"/>
              </a:rPr>
              <a:t>   H(key)=123+456+789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latin typeface="Times New Roman"/>
                <a:cs typeface="Calibri"/>
              </a:rPr>
              <a:t>               =1368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/>
                <a:cs typeface="Calibri"/>
              </a:rPr>
              <a:t>    If the sum exceeds the hash table size, use modulo operation to fit it within the         table's range.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/>
                <a:cs typeface="Calibri"/>
              </a:rPr>
              <a:t>   In the example: 1368 % 1000 = 368 (the final hash value).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Times New Roman"/>
              <a:cs typeface="Calibri"/>
            </a:endParaRPr>
          </a:p>
        </p:txBody>
      </p:sp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EBD8ABB0-CA56-2ADF-0BDD-42E4504D2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CDD506D-0982-77E3-A350-2F786C888F90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b="1"/>
              <a:t>Digit folding method</a:t>
            </a:r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277878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A32B5-6B4B-21D9-132D-95A139ABA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125"/>
            <a:ext cx="10515600" cy="5049838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/>
                <a:cs typeface="Calibri"/>
              </a:rPr>
              <a:t>4. Multiplicative Method</a:t>
            </a:r>
          </a:p>
          <a:p>
            <a:pPr marL="342900" indent="-342900" algn="just">
              <a:lnSpc>
                <a:spcPct val="100000"/>
              </a:lnSpc>
            </a:pPr>
            <a:r>
              <a:rPr lang="en-US" sz="2400" dirty="0">
                <a:latin typeface="Times New Roman"/>
                <a:cs typeface="Calibri"/>
              </a:rPr>
              <a:t>Multiplicative hashing is a technique for mapping keys to indices in a hash table that uses multiplication and the fractional part of a number to achieve a good distribution of keys.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/>
                <a:cs typeface="Calibri"/>
              </a:rPr>
              <a:t>The steps involved in the multiplication method are as follows: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Choose a constant A (0 &lt; A &lt; 1)</a:t>
            </a:r>
          </a:p>
          <a:p>
            <a:pPr marL="1257300" lvl="2" algn="just">
              <a:lnSpc>
                <a:spcPct val="100000"/>
              </a:lnSpc>
              <a:buFont typeface="Wingdings" panose="020B0604020202020204" pitchFamily="34" charset="0"/>
              <a:buChar char="§"/>
            </a:pPr>
            <a:r>
              <a:rPr lang="en-US" sz="2400" dirty="0">
                <a:latin typeface="Times New Roman"/>
                <a:cs typeface="Calibri"/>
              </a:rPr>
              <a:t>A common choice is the golden ratio (A ≈ 0.6180339887)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Multiply the key k by A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Extract the fractional part of kA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Multiply the fractional part by the size of the hash table M</a:t>
            </a:r>
          </a:p>
          <a:p>
            <a:pPr marL="800100" lvl="1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Calibri"/>
              </a:rPr>
              <a:t>Take the floor of the result</a:t>
            </a:r>
          </a:p>
          <a:p>
            <a:pPr marL="1257300" lvl="2" algn="just">
              <a:lnSpc>
                <a:spcPct val="100000"/>
              </a:lnSpc>
              <a:buFont typeface="Wingdings" panose="020B0604020202020204" pitchFamily="34" charset="0"/>
              <a:buChar char="§"/>
            </a:pPr>
            <a:endParaRPr lang="en-US" sz="800" dirty="0">
              <a:solidFill>
                <a:srgbClr val="1F1F1F"/>
              </a:solidFill>
              <a:ea typeface="+mn-lt"/>
              <a:cs typeface="+mn-lt"/>
            </a:endParaRPr>
          </a:p>
        </p:txBody>
      </p:sp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6DD0CD18-6628-ED0D-9542-27EE194AB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8A83A5DD-4D90-7166-BB0A-83617815E56E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dirty="0"/>
              <a:t> Multiplicative Method</a:t>
            </a:r>
          </a:p>
        </p:txBody>
      </p:sp>
    </p:spTree>
    <p:extLst>
      <p:ext uri="{BB962C8B-B14F-4D97-AF65-F5344CB8AC3E}">
        <p14:creationId xmlns:p14="http://schemas.microsoft.com/office/powerpoint/2010/main" val="17841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11FAD-2B69-DCB3-E2AC-7F20E1D6A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959"/>
            <a:ext cx="10515600" cy="5071004"/>
          </a:xfrm>
        </p:spPr>
        <p:txBody>
          <a:bodyPr lIns="91440" tIns="45720" rIns="91440" bIns="45720" anchor="t"/>
          <a:lstStyle/>
          <a:p>
            <a:r>
              <a:rPr lang="en-IN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 hash function for the Multiplicative method is: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         h(k) = ⌊m(kA mod 1)⌋</a:t>
            </a:r>
          </a:p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Example: 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Consider a Key k: 12345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   Constant A: 0.6180339887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   Hash table size m: 10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 k*A=12345 * 0.6180339887 =76395.254645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Fractional part: 0.254645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 0.254645 * 10 = 2.54645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    Floor(2.54645) = 2 (hash index)</a:t>
            </a:r>
          </a:p>
          <a:p>
            <a:pPr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   The key 12345 would be mapped to index 2 in the hash table.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D73F5BE1-3332-DF85-F48F-9CB71F23E8FA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 dirty="0"/>
              <a:t> Multiplicative Method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638AA858-A0F4-860F-69AD-BC3C251B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7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252025"/>
            <a:ext cx="12191999" cy="58539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"/>
                <a:cs typeface="Times"/>
              </a:rPr>
              <a:t>Advantages of </a:t>
            </a:r>
            <a:r>
              <a:rPr lang="en-US" altLang="en-IN" sz="2400" b="1" dirty="0">
                <a:latin typeface="Times"/>
                <a:cs typeface="Times"/>
              </a:rPr>
              <a:t>Hashing</a:t>
            </a:r>
            <a:endParaRPr lang="en-IN" sz="2400" b="1" dirty="0">
              <a:latin typeface="Times"/>
              <a:cs typeface="Time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Hashing is extremely efficient.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It completes the search with constant time complexity O(1).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"/>
                <a:cs typeface="Times"/>
              </a:rPr>
              <a:t>Disadvantages of </a:t>
            </a:r>
            <a:r>
              <a:rPr lang="en-US" altLang="en-IN" sz="2400" b="1" dirty="0">
                <a:latin typeface="Times"/>
                <a:cs typeface="Times"/>
              </a:rPr>
              <a:t>Hashing</a:t>
            </a:r>
            <a:endParaRPr lang="en-IN" sz="2400" b="1" dirty="0">
              <a:latin typeface="Times"/>
              <a:cs typeface="Time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Hash tables have a limited capacity and can fill up over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Hash functions may not have the ability to navigate to the next or previous data set.</a:t>
            </a:r>
            <a:endParaRPr lang="en-IN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"/>
                <a:cs typeface="Times"/>
              </a:rPr>
              <a:t>Applications/Uses of </a:t>
            </a:r>
            <a:r>
              <a:rPr lang="en-US" altLang="en-IN" sz="2400" b="1" dirty="0">
                <a:latin typeface="Times"/>
                <a:cs typeface="Times"/>
              </a:rPr>
              <a:t>Hashing</a:t>
            </a:r>
            <a:r>
              <a:rPr lang="en-IN" sz="2400" b="1" dirty="0">
                <a:latin typeface="Times"/>
                <a:cs typeface="Times"/>
              </a:rPr>
              <a:t> in real life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Password storage: Hashing is used to store passwords securely by applying a hash function to the password and storing the hashed result, rather than the plain text password.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"/>
                <a:cs typeface="Times"/>
              </a:rPr>
              <a:t>Data compression: Hashing is used in data compression algorithms, such as the Huffman coding algorithm, to encode data efficiently.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"/>
              <a:cs typeface="Times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63709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dirty="0">
                <a:latin typeface="Times New Roman"/>
                <a:cs typeface="Times New Roman"/>
              </a:rPr>
              <a:t>1.</a:t>
            </a:r>
            <a:r>
              <a:rPr lang="en-US" sz="2000" dirty="0">
                <a:latin typeface="Times"/>
                <a:cs typeface="Times"/>
              </a:rPr>
              <a:t> </a:t>
            </a:r>
            <a:r>
              <a:rPr lang="en-US" sz="2000" dirty="0">
                <a:latin typeface="Times"/>
                <a:cs typeface="Times"/>
                <a:sym typeface="+mn-ea"/>
              </a:rPr>
              <a:t>Let us consider a simple hash function as “key mod 10” and sequence of keys as 40, 70, 76, 85, 92, 73, 100. Draw hash table and use separate chaining when collision occurs.</a:t>
            </a:r>
            <a:endParaRPr lang="en-US" sz="2000" dirty="0">
              <a:latin typeface="Times"/>
              <a:cs typeface="Times"/>
            </a:endParaRPr>
          </a:p>
          <a:p>
            <a:pPr algn="just"/>
            <a:endParaRPr lang="en-US" sz="2000">
              <a:latin typeface="Times"/>
              <a:cs typeface="Times"/>
            </a:endParaRPr>
          </a:p>
          <a:p>
            <a:pPr algn="just"/>
            <a:r>
              <a:rPr lang="en-US" sz="2000" dirty="0">
                <a:latin typeface="Times"/>
                <a:cs typeface="Times"/>
                <a:sym typeface="+mn-ea"/>
              </a:rPr>
              <a:t>2. Construct a hash table for the given input sequence: 461, 137, 675, 197, 294, 965, 131 and hash function H(k) = k mod 10. Use separate chaining if collision occurs.</a:t>
            </a:r>
            <a:endParaRPr lang="en-US" sz="2000" dirty="0">
              <a:latin typeface="Times"/>
              <a:cs typeface="Times"/>
            </a:endParaRPr>
          </a:p>
          <a:p>
            <a:endParaRPr lang="en-US" sz="2000">
              <a:latin typeface="Times"/>
              <a:cs typeface="Times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SELF-ASSESSMENT QUESTIONS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Google Shape;502;p17"/>
          <p:cNvSpPr/>
          <p:nvPr/>
        </p:nvSpPr>
        <p:spPr>
          <a:xfrm>
            <a:off x="1009895" y="62375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>
                <a:sym typeface="+mn-ea"/>
              </a:rPr>
              <a:t> What is the hash function used in the division method?</a:t>
            </a:r>
            <a:endParaRPr lang="en-US" sz="2400"/>
          </a:p>
          <a:p>
            <a:endParaRPr lang="en-IN" sz="2400"/>
          </a:p>
        </p:txBody>
      </p:sp>
      <p:sp>
        <p:nvSpPr>
          <p:cNvPr id="6" name="Rounded Rectangle 17"/>
          <p:cNvSpPr/>
          <p:nvPr/>
        </p:nvSpPr>
        <p:spPr>
          <a:xfrm>
            <a:off x="1302385" y="1450340"/>
            <a:ext cx="7791450" cy="156845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ym typeface="+mn-ea"/>
              </a:rPr>
              <a:t>a) h(k) = k/m</a:t>
            </a:r>
            <a:endParaRPr lang="en-US"/>
          </a:p>
          <a:p>
            <a:r>
              <a:rPr lang="en-US">
                <a:sym typeface="+mn-ea"/>
              </a:rPr>
              <a:t>b) h(k) = k mod m</a:t>
            </a:r>
            <a:endParaRPr lang="en-US"/>
          </a:p>
          <a:p>
            <a:r>
              <a:rPr lang="en-US">
                <a:sym typeface="+mn-ea"/>
              </a:rPr>
              <a:t>c) h(k) = m/k</a:t>
            </a:r>
            <a:endParaRPr lang="en-US"/>
          </a:p>
          <a:p>
            <a:r>
              <a:rPr lang="en-US">
                <a:sym typeface="+mn-ea"/>
              </a:rPr>
              <a:t>d) h(k) = m mod k</a:t>
            </a:r>
            <a:endParaRPr lang="en-IN"/>
          </a:p>
        </p:txBody>
      </p:sp>
      <p:sp>
        <p:nvSpPr>
          <p:cNvPr id="7" name="Google Shape;502;p17"/>
          <p:cNvSpPr/>
          <p:nvPr/>
        </p:nvSpPr>
        <p:spPr>
          <a:xfrm>
            <a:off x="850510" y="363365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>
                <a:sym typeface="+mn-ea"/>
              </a:rPr>
              <a:t>2. Using division method, in a given hash table of size 157, the key of value 172 be placed at position </a:t>
            </a:r>
            <a:endParaRPr lang="en-IN" sz="2400"/>
          </a:p>
        </p:txBody>
      </p:sp>
      <p:sp>
        <p:nvSpPr>
          <p:cNvPr id="9" name="Rounded Rectangle 17"/>
          <p:cNvSpPr/>
          <p:nvPr/>
        </p:nvSpPr>
        <p:spPr>
          <a:xfrm>
            <a:off x="1302385" y="4528185"/>
            <a:ext cx="7791450" cy="168465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  <a:p>
            <a:r>
              <a:rPr lang="en-US">
                <a:sym typeface="+mn-ea"/>
              </a:rPr>
              <a:t>a)  19</a:t>
            </a:r>
            <a:endParaRPr lang="en-US"/>
          </a:p>
          <a:p>
            <a:r>
              <a:rPr lang="en-US">
                <a:sym typeface="+mn-ea"/>
              </a:rPr>
              <a:t>b) 72</a:t>
            </a:r>
            <a:endParaRPr lang="en-US"/>
          </a:p>
          <a:p>
            <a:r>
              <a:rPr lang="en-US">
                <a:sym typeface="+mn-ea"/>
              </a:rPr>
              <a:t>c) 15</a:t>
            </a:r>
            <a:endParaRPr lang="en-US"/>
          </a:p>
          <a:p>
            <a:r>
              <a:rPr lang="en-US">
                <a:sym typeface="+mn-ea"/>
              </a:rPr>
              <a:t>d) 17</a:t>
            </a:r>
            <a:endParaRPr lang="en-I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6" grpId="0" bldLvl="0" animBg="1"/>
      <p:bldP spid="7" grpId="0" bldLvl="0" animBg="1"/>
      <p:bldP spid="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0" y="848264"/>
            <a:ext cx="12100956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5000000000000000000" pitchFamily="2" charset="2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Hashing is a powerful technique for fast data access and storage, but understanding its limitations and careful implementation are essential for optimal performance.</a:t>
            </a:r>
          </a:p>
          <a:p>
            <a:pPr marL="342900" indent="-342900" algn="just">
              <a:buFont typeface="Arial" panose="05000000000000000000" pitchFamily="2" charset="2"/>
              <a:buChar char="•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 panose="05000000000000000000" pitchFamily="2" charset="2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It minimizes the number of comparisons while performing the search.</a:t>
            </a:r>
          </a:p>
          <a:p>
            <a:pPr marL="342900" indent="-342900" algn="just">
              <a:buFont typeface="Arial" panose="05000000000000000000" pitchFamily="2" charset="2"/>
              <a:buChar char="•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 algn="just">
              <a:buFont typeface="Arial" panose="05000000000000000000" pitchFamily="2" charset="2"/>
              <a:buChar char="•"/>
            </a:pPr>
            <a:r>
              <a:rPr lang="en-IN" sz="2400" dirty="0">
                <a:latin typeface="Times New Roman"/>
                <a:cs typeface="Times New Roman"/>
              </a:rPr>
              <a:t> It depends on the user, which hash function we wants to use.</a:t>
            </a:r>
            <a:endParaRPr lang="en-IN" sz="2400">
              <a:latin typeface="Times New Roman"/>
              <a:cs typeface="Times New Roman"/>
            </a:endParaRPr>
          </a:p>
          <a:p>
            <a:pPr marL="342900" indent="-342900">
              <a:buFont typeface="Arial" panose="05000000000000000000" pitchFamily="2" charset="2"/>
              <a:buChar char="•"/>
            </a:pPr>
            <a:endParaRPr lang="en-IN" sz="2400" dirty="0">
              <a:latin typeface="Times New Roman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911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Define Hashing?</a:t>
            </a:r>
            <a:endParaRPr lang="en-US" dirty="0">
              <a:cs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List out different types of Hashing Techniques?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Write a C program to implement hashing using separate chaining. Assume that the has table has a size of 10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Construct hash table using separate chaining for the following elements of table size 15, design your own hash function. 23,27,98,6,17,51,77,72,36,53.</a:t>
            </a:r>
            <a:endParaRPr lang="en-US" dirty="0">
              <a:cs typeface="Calibri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REFERENCES FOR FURTHER LEARNING OF THE SESSION</a:t>
            </a:r>
            <a:endParaRPr lang="en-US" sz="2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3388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Reference Books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 Analysis in PYTHON, 2010, Mark Allen Weiss, Second Edition, Pearson Education.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Structures and Algorithms,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A.V.Aho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J.E.Hopcroft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J.D.Ullman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Pearson Education, First Edition Reprint2003.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75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Advanced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Python 3 Programming, John Hunt, 4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Edition, Springer Nature Switzerland AG 2019.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Python Basics: A Practice Introduction to Python 3, David Amos, Dan Bader, Joanna Jablonski, Fletcher Heisler, 4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edition, Real Python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latin typeface="Times New Roman"/>
                <a:cs typeface="Times New Roman"/>
              </a:rPr>
              <a:t>Sites and Web links:</a:t>
            </a:r>
          </a:p>
          <a:p>
            <a:pPr marL="342900" lvl="0" indent="-342900" algn="just">
              <a:spcBef>
                <a:spcPts val="80"/>
              </a:spcBef>
              <a:buSzPts val="1100"/>
              <a:buFont typeface="+mj-lt"/>
              <a:buAutoNum type="arabicPeriod"/>
            </a:pPr>
            <a:r>
              <a:rPr lang="en-US" u="sng" spc="-1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https://docs.python.org/3/tutorial/datastructures.html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80"/>
              </a:spcBef>
              <a:buSzPts val="1100"/>
              <a:buFont typeface="+mj-lt"/>
              <a:buAutoNum type="arabicPeriod"/>
            </a:pPr>
            <a:r>
              <a:rPr lang="en-US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https://www.w3schools.com/dsa/dsa_intro.php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3.    https://www.geeksforgeeks.org/python-data-structures/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405743" y="1436914"/>
            <a:ext cx="8116891" cy="330389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b="1" dirty="0">
              <a:latin typeface="Times New Roman"/>
              <a:cs typeface="Times New Roman"/>
            </a:endParaRPr>
          </a:p>
          <a:p>
            <a:pPr algn="ctr"/>
            <a:r>
              <a:rPr lang="en-US" sz="3200" b="1" dirty="0">
                <a:latin typeface="Times New Roman"/>
                <a:cs typeface="Times New Roman"/>
              </a:rPr>
              <a:t>THANK YOU</a:t>
            </a: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r>
              <a:rPr lang="en-US" sz="3600" b="1" dirty="0">
                <a:latin typeface="Times New Roman"/>
                <a:cs typeface="Times New Roman"/>
              </a:rPr>
              <a:t>Team – </a:t>
            </a:r>
            <a:r>
              <a:rPr lang="en-US" sz="36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Structures using Python</a:t>
            </a:r>
            <a:endParaRPr lang="en-US" sz="3600" b="1" cap="all" dirty="0">
              <a:solidFill>
                <a:schemeClr val="bg1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endParaRPr lang="en-US" sz="3600" b="1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188029"/>
            <a:ext cx="3235570" cy="10341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EBBD0A98-E68B-4DAA-8964-2F739D6D40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1608</Words>
  <Application>Microsoft Office PowerPoint</Application>
  <PresentationFormat>Widescreen</PresentationFormat>
  <Paragraphs>199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Arial,Sans-Serif</vt:lpstr>
      <vt:lpstr>BioRhyme ExtraBold</vt:lpstr>
      <vt:lpstr>Calibri</vt:lpstr>
      <vt:lpstr>Courier New</vt:lpstr>
      <vt:lpstr>Poppins</vt:lpstr>
      <vt:lpstr>Symbol</vt:lpstr>
      <vt:lpstr>Times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Ravi Pallapati</cp:lastModifiedBy>
  <cp:revision>197</cp:revision>
  <dcterms:created xsi:type="dcterms:W3CDTF">2020-02-08T09:57:00Z</dcterms:created>
  <dcterms:modified xsi:type="dcterms:W3CDTF">2024-12-14T06:01:58Z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DFE9B6A42C1F4FD99CEA89D1C57D4143_13</vt:lpwstr>
  </property>
  <property fmtid="{D5CDD505-2E9C-101B-9397-08002B2CF9AE}" pid="4" name="KSOProductBuildVer">
    <vt:lpwstr>1033-12.2.0.13359</vt:lpwstr>
  </property>
</Properties>
</file>