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71" r:id="rId5"/>
    <p:sldId id="300" r:id="rId6"/>
    <p:sldId id="900" r:id="rId7"/>
    <p:sldId id="905" r:id="rId8"/>
    <p:sldId id="288" r:id="rId9"/>
    <p:sldId id="904" r:id="rId10"/>
    <p:sldId id="911" r:id="rId11"/>
    <p:sldId id="906" r:id="rId12"/>
    <p:sldId id="912" r:id="rId13"/>
    <p:sldId id="907" r:id="rId14"/>
    <p:sldId id="908" r:id="rId15"/>
    <p:sldId id="909" r:id="rId16"/>
    <p:sldId id="901" r:id="rId17"/>
    <p:sldId id="290" r:id="rId18"/>
    <p:sldId id="305" r:id="rId19"/>
    <p:sldId id="903" r:id="rId20"/>
    <p:sldId id="301" r:id="rId21"/>
    <p:sldId id="287" r:id="rId22"/>
    <p:sldId id="302" r:id="rId23"/>
    <p:sldId id="320" r:id="rId24"/>
    <p:sldId id="299" r:id="rId25"/>
    <p:sldId id="91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293B"/>
    <a:srgbClr val="FF9900"/>
    <a:srgbClr val="E84845"/>
    <a:srgbClr val="FAD2D2"/>
    <a:srgbClr val="F89E4C"/>
    <a:srgbClr val="A81E24"/>
    <a:srgbClr val="FFF2CC"/>
    <a:srgbClr val="CF2F33"/>
    <a:srgbClr val="BA2532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F10E2-4B3E-4A03-8B74-24DF33BECB07}" v="2" dt="2024-12-14T05:35:10.632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411632ee61b390f71f02c0b7dbc2c10bb9a31eb7840616ddf58db2114bf3e412::" providerId="AD" clId="Web-{68F1231E-B496-E0E2-F152-8B4B906A528B}"/>
    <pc:docChg chg="modSld">
      <pc:chgData name="Guest User" userId="S::urn:spo:anon#411632ee61b390f71f02c0b7dbc2c10bb9a31eb7840616ddf58db2114bf3e412::" providerId="AD" clId="Web-{68F1231E-B496-E0E2-F152-8B4B906A528B}" dt="2023-12-28T10:20:10.494" v="55" actId="20577"/>
      <pc:docMkLst>
        <pc:docMk/>
      </pc:docMkLst>
      <pc:sldChg chg="modSp">
        <pc:chgData name="Guest User" userId="S::urn:spo:anon#411632ee61b390f71f02c0b7dbc2c10bb9a31eb7840616ddf58db2114bf3e412::" providerId="AD" clId="Web-{68F1231E-B496-E0E2-F152-8B4B906A528B}" dt="2023-12-28T10:19:46.806" v="44" actId="20577"/>
        <pc:sldMkLst>
          <pc:docMk/>
          <pc:sldMk cId="4069052342" sldId="258"/>
        </pc:sldMkLst>
        <pc:spChg chg="mod">
          <ac:chgData name="Guest User" userId="S::urn:spo:anon#411632ee61b390f71f02c0b7dbc2c10bb9a31eb7840616ddf58db2114bf3e412::" providerId="AD" clId="Web-{68F1231E-B496-E0E2-F152-8B4B906A528B}" dt="2023-12-28T10:19:46.806" v="44" actId="20577"/>
          <ac:spMkLst>
            <pc:docMk/>
            <pc:sldMk cId="4069052342" sldId="258"/>
            <ac:spMk id="10" creationId="{95BCCD5C-FAEB-79D2-992A-44E1FD098D71}"/>
          </ac:spMkLst>
        </pc:spChg>
      </pc:sldChg>
      <pc:sldChg chg="modSp">
        <pc:chgData name="Guest User" userId="S::urn:spo:anon#411632ee61b390f71f02c0b7dbc2c10bb9a31eb7840616ddf58db2114bf3e412::" providerId="AD" clId="Web-{68F1231E-B496-E0E2-F152-8B4B906A528B}" dt="2023-12-28T10:18:25.491" v="9" actId="20577"/>
        <pc:sldMkLst>
          <pc:docMk/>
          <pc:sldMk cId="680355262" sldId="288"/>
        </pc:sldMkLst>
        <pc:spChg chg="mod">
          <ac:chgData name="Guest User" userId="S::urn:spo:anon#411632ee61b390f71f02c0b7dbc2c10bb9a31eb7840616ddf58db2114bf3e412::" providerId="AD" clId="Web-{68F1231E-B496-E0E2-F152-8B4B906A528B}" dt="2023-12-28T10:18:25.491" v="9" actId="20577"/>
          <ac:spMkLst>
            <pc:docMk/>
            <pc:sldMk cId="680355262" sldId="288"/>
            <ac:spMk id="4" creationId="{39DC903D-9003-4F3D-87E9-EE7D5BEB5D03}"/>
          </ac:spMkLst>
        </pc:spChg>
      </pc:sldChg>
      <pc:sldChg chg="delSp modSp">
        <pc:chgData name="Guest User" userId="S::urn:spo:anon#411632ee61b390f71f02c0b7dbc2c10bb9a31eb7840616ddf58db2114bf3e412::" providerId="AD" clId="Web-{68F1231E-B496-E0E2-F152-8B4B906A528B}" dt="2023-12-28T10:19:34.509" v="34"/>
        <pc:sldMkLst>
          <pc:docMk/>
          <pc:sldMk cId="3385424300" sldId="290"/>
        </pc:sldMkLst>
        <pc:spChg chg="mod">
          <ac:chgData name="Guest User" userId="S::urn:spo:anon#411632ee61b390f71f02c0b7dbc2c10bb9a31eb7840616ddf58db2114bf3e412::" providerId="AD" clId="Web-{68F1231E-B496-E0E2-F152-8B4B906A528B}" dt="2023-12-28T10:19:29.493" v="33" actId="20577"/>
          <ac:spMkLst>
            <pc:docMk/>
            <pc:sldMk cId="3385424300" sldId="290"/>
            <ac:spMk id="6" creationId="{0F2E30D4-6F86-49D1-9276-85CE0E9B3E3E}"/>
          </ac:spMkLst>
        </pc:spChg>
        <pc:spChg chg="del">
          <ac:chgData name="Guest User" userId="S::urn:spo:anon#411632ee61b390f71f02c0b7dbc2c10bb9a31eb7840616ddf58db2114bf3e412::" providerId="AD" clId="Web-{68F1231E-B496-E0E2-F152-8B4B906A528B}" dt="2023-12-28T10:19:34.509" v="34"/>
          <ac:spMkLst>
            <pc:docMk/>
            <pc:sldMk cId="3385424300" sldId="290"/>
            <ac:spMk id="13" creationId="{00000000-0000-0000-0000-000000000000}"/>
          </ac:spMkLst>
        </pc:spChg>
      </pc:sldChg>
      <pc:sldChg chg="modSp">
        <pc:chgData name="Guest User" userId="S::urn:spo:anon#411632ee61b390f71f02c0b7dbc2c10bb9a31eb7840616ddf58db2114bf3e412::" providerId="AD" clId="Web-{68F1231E-B496-E0E2-F152-8B4B906A528B}" dt="2023-12-28T10:19:38.384" v="39" actId="20577"/>
        <pc:sldMkLst>
          <pc:docMk/>
          <pc:sldMk cId="3385424300" sldId="305"/>
        </pc:sldMkLst>
        <pc:spChg chg="mod">
          <ac:chgData name="Guest User" userId="S::urn:spo:anon#411632ee61b390f71f02c0b7dbc2c10bb9a31eb7840616ddf58db2114bf3e412::" providerId="AD" clId="Web-{68F1231E-B496-E0E2-F152-8B4B906A528B}" dt="2023-12-28T10:19:38.384" v="39" actId="20577"/>
          <ac:spMkLst>
            <pc:docMk/>
            <pc:sldMk cId="3385424300" sldId="305"/>
            <ac:spMk id="6" creationId="{0F2E30D4-6F86-49D1-9276-85CE0E9B3E3E}"/>
          </ac:spMkLst>
        </pc:spChg>
      </pc:sldChg>
      <pc:sldChg chg="modSp">
        <pc:chgData name="Guest User" userId="S::urn:spo:anon#411632ee61b390f71f02c0b7dbc2c10bb9a31eb7840616ddf58db2114bf3e412::" providerId="AD" clId="Web-{68F1231E-B496-E0E2-F152-8B4B906A528B}" dt="2023-12-28T10:19:54.494" v="48" actId="20577"/>
        <pc:sldMkLst>
          <pc:docMk/>
          <pc:sldMk cId="1206316983" sldId="901"/>
        </pc:sldMkLst>
        <pc:spChg chg="mod">
          <ac:chgData name="Guest User" userId="S::urn:spo:anon#411632ee61b390f71f02c0b7dbc2c10bb9a31eb7840616ddf58db2114bf3e412::" providerId="AD" clId="Web-{68F1231E-B496-E0E2-F152-8B4B906A528B}" dt="2023-12-28T10:19:54.494" v="48" actId="20577"/>
          <ac:spMkLst>
            <pc:docMk/>
            <pc:sldMk cId="1206316983" sldId="901"/>
            <ac:spMk id="10" creationId="{95BCCD5C-FAEB-79D2-992A-44E1FD098D71}"/>
          </ac:spMkLst>
        </pc:spChg>
      </pc:sldChg>
      <pc:sldChg chg="modSp">
        <pc:chgData name="Guest User" userId="S::urn:spo:anon#411632ee61b390f71f02c0b7dbc2c10bb9a31eb7840616ddf58db2114bf3e412::" providerId="AD" clId="Web-{68F1231E-B496-E0E2-F152-8B4B906A528B}" dt="2023-12-28T10:20:03.666" v="54" actId="20577"/>
        <pc:sldMkLst>
          <pc:docMk/>
          <pc:sldMk cId="1332604344" sldId="902"/>
        </pc:sldMkLst>
        <pc:spChg chg="mod">
          <ac:chgData name="Guest User" userId="S::urn:spo:anon#411632ee61b390f71f02c0b7dbc2c10bb9a31eb7840616ddf58db2114bf3e412::" providerId="AD" clId="Web-{68F1231E-B496-E0E2-F152-8B4B906A528B}" dt="2023-12-28T10:20:03.666" v="54" actId="20577"/>
          <ac:spMkLst>
            <pc:docMk/>
            <pc:sldMk cId="1332604344" sldId="902"/>
            <ac:spMk id="10" creationId="{95BCCD5C-FAEB-79D2-992A-44E1FD098D71}"/>
          </ac:spMkLst>
        </pc:spChg>
      </pc:sldChg>
      <pc:sldChg chg="modSp">
        <pc:chgData name="Guest User" userId="S::urn:spo:anon#411632ee61b390f71f02c0b7dbc2c10bb9a31eb7840616ddf58db2114bf3e412::" providerId="AD" clId="Web-{68F1231E-B496-E0E2-F152-8B4B906A528B}" dt="2023-12-28T10:20:10.494" v="55" actId="20577"/>
        <pc:sldMkLst>
          <pc:docMk/>
          <pc:sldMk cId="2634211618" sldId="903"/>
        </pc:sldMkLst>
        <pc:spChg chg="mod">
          <ac:chgData name="Guest User" userId="S::urn:spo:anon#411632ee61b390f71f02c0b7dbc2c10bb9a31eb7840616ddf58db2114bf3e412::" providerId="AD" clId="Web-{68F1231E-B496-E0E2-F152-8B4B906A528B}" dt="2023-12-28T10:20:10.494" v="55" actId="20577"/>
          <ac:spMkLst>
            <pc:docMk/>
            <pc:sldMk cId="2634211618" sldId="903"/>
            <ac:spMk id="10" creationId="{95BCCD5C-FAEB-79D2-992A-44E1FD098D71}"/>
          </ac:spMkLst>
        </pc:spChg>
      </pc:sldChg>
      <pc:sldChg chg="modSp">
        <pc:chgData name="Guest User" userId="S::urn:spo:anon#411632ee61b390f71f02c0b7dbc2c10bb9a31eb7840616ddf58db2114bf3e412::" providerId="AD" clId="Web-{68F1231E-B496-E0E2-F152-8B4B906A528B}" dt="2023-12-28T10:18:13.537" v="1" actId="20577"/>
        <pc:sldMkLst>
          <pc:docMk/>
          <pc:sldMk cId="4214416585" sldId="905"/>
        </pc:sldMkLst>
        <pc:spChg chg="mod">
          <ac:chgData name="Guest User" userId="S::urn:spo:anon#411632ee61b390f71f02c0b7dbc2c10bb9a31eb7840616ddf58db2114bf3e412::" providerId="AD" clId="Web-{68F1231E-B496-E0E2-F152-8B4B906A528B}" dt="2023-12-28T10:18:13.537" v="1" actId="20577"/>
          <ac:spMkLst>
            <pc:docMk/>
            <pc:sldMk cId="4214416585" sldId="905"/>
            <ac:spMk id="3" creationId="{C7E22A46-8CC7-954D-3308-3C85D12E1040}"/>
          </ac:spMkLst>
        </pc:spChg>
      </pc:sldChg>
      <pc:sldChg chg="delSp modSp">
        <pc:chgData name="Guest User" userId="S::urn:spo:anon#411632ee61b390f71f02c0b7dbc2c10bb9a31eb7840616ddf58db2114bf3e412::" providerId="AD" clId="Web-{68F1231E-B496-E0E2-F152-8B4B906A528B}" dt="2023-12-28T10:18:45.819" v="18" actId="20577"/>
        <pc:sldMkLst>
          <pc:docMk/>
          <pc:sldMk cId="3046886787" sldId="906"/>
        </pc:sldMkLst>
        <pc:spChg chg="mod">
          <ac:chgData name="Guest User" userId="S::urn:spo:anon#411632ee61b390f71f02c0b7dbc2c10bb9a31eb7840616ddf58db2114bf3e412::" providerId="AD" clId="Web-{68F1231E-B496-E0E2-F152-8B4B906A528B}" dt="2023-12-28T10:18:45.819" v="18" actId="20577"/>
          <ac:spMkLst>
            <pc:docMk/>
            <pc:sldMk cId="3046886787" sldId="906"/>
            <ac:spMk id="4" creationId="{39DC903D-9003-4F3D-87E9-EE7D5BEB5D03}"/>
          </ac:spMkLst>
        </pc:spChg>
        <pc:spChg chg="del">
          <ac:chgData name="Guest User" userId="S::urn:spo:anon#411632ee61b390f71f02c0b7dbc2c10bb9a31eb7840616ddf58db2114bf3e412::" providerId="AD" clId="Web-{68F1231E-B496-E0E2-F152-8B4B906A528B}" dt="2023-12-28T10:18:41.335" v="13"/>
          <ac:spMkLst>
            <pc:docMk/>
            <pc:sldMk cId="3046886787" sldId="906"/>
            <ac:spMk id="26" creationId="{00000000-0000-0000-0000-000000000000}"/>
          </ac:spMkLst>
        </pc:spChg>
      </pc:sldChg>
      <pc:sldChg chg="modSp">
        <pc:chgData name="Guest User" userId="S::urn:spo:anon#411632ee61b390f71f02c0b7dbc2c10bb9a31eb7840616ddf58db2114bf3e412::" providerId="AD" clId="Web-{68F1231E-B496-E0E2-F152-8B4B906A528B}" dt="2023-12-28T10:18:53.398" v="20" actId="20577"/>
        <pc:sldMkLst>
          <pc:docMk/>
          <pc:sldMk cId="1968999693" sldId="907"/>
        </pc:sldMkLst>
        <pc:spChg chg="mod">
          <ac:chgData name="Guest User" userId="S::urn:spo:anon#411632ee61b390f71f02c0b7dbc2c10bb9a31eb7840616ddf58db2114bf3e412::" providerId="AD" clId="Web-{68F1231E-B496-E0E2-F152-8B4B906A528B}" dt="2023-12-28T10:18:53.398" v="20" actId="20577"/>
          <ac:spMkLst>
            <pc:docMk/>
            <pc:sldMk cId="1968999693" sldId="907"/>
            <ac:spMk id="4" creationId="{39DC903D-9003-4F3D-87E9-EE7D5BEB5D03}"/>
          </ac:spMkLst>
        </pc:spChg>
      </pc:sldChg>
      <pc:sldChg chg="delSp modSp">
        <pc:chgData name="Guest User" userId="S::urn:spo:anon#411632ee61b390f71f02c0b7dbc2c10bb9a31eb7840616ddf58db2114bf3e412::" providerId="AD" clId="Web-{68F1231E-B496-E0E2-F152-8B4B906A528B}" dt="2023-12-28T10:19:11.992" v="24"/>
        <pc:sldMkLst>
          <pc:docMk/>
          <pc:sldMk cId="294111249" sldId="908"/>
        </pc:sldMkLst>
        <pc:spChg chg="mod">
          <ac:chgData name="Guest User" userId="S::urn:spo:anon#411632ee61b390f71f02c0b7dbc2c10bb9a31eb7840616ddf58db2114bf3e412::" providerId="AD" clId="Web-{68F1231E-B496-E0E2-F152-8B4B906A528B}" dt="2023-12-28T10:19:09.133" v="23" actId="20577"/>
          <ac:spMkLst>
            <pc:docMk/>
            <pc:sldMk cId="294111249" sldId="908"/>
            <ac:spMk id="4" creationId="{39DC903D-9003-4F3D-87E9-EE7D5BEB5D03}"/>
          </ac:spMkLst>
        </pc:spChg>
        <pc:spChg chg="del">
          <ac:chgData name="Guest User" userId="S::urn:spo:anon#411632ee61b390f71f02c0b7dbc2c10bb9a31eb7840616ddf58db2114bf3e412::" providerId="AD" clId="Web-{68F1231E-B496-E0E2-F152-8B4B906A528B}" dt="2023-12-28T10:19:11.992" v="24"/>
          <ac:spMkLst>
            <pc:docMk/>
            <pc:sldMk cId="294111249" sldId="908"/>
            <ac:spMk id="26" creationId="{00000000-0000-0000-0000-000000000000}"/>
          </ac:spMkLst>
        </pc:spChg>
      </pc:sldChg>
      <pc:sldChg chg="delSp modSp">
        <pc:chgData name="Guest User" userId="S::urn:spo:anon#411632ee61b390f71f02c0b7dbc2c10bb9a31eb7840616ddf58db2114bf3e412::" providerId="AD" clId="Web-{68F1231E-B496-E0E2-F152-8B4B906A528B}" dt="2023-12-28T10:19:22.383" v="32" actId="20577"/>
        <pc:sldMkLst>
          <pc:docMk/>
          <pc:sldMk cId="1442020298" sldId="909"/>
        </pc:sldMkLst>
        <pc:spChg chg="mod">
          <ac:chgData name="Guest User" userId="S::urn:spo:anon#411632ee61b390f71f02c0b7dbc2c10bb9a31eb7840616ddf58db2114bf3e412::" providerId="AD" clId="Web-{68F1231E-B496-E0E2-F152-8B4B906A528B}" dt="2023-12-28T10:19:22.383" v="32" actId="20577"/>
          <ac:spMkLst>
            <pc:docMk/>
            <pc:sldMk cId="1442020298" sldId="909"/>
            <ac:spMk id="4" creationId="{39DC903D-9003-4F3D-87E9-EE7D5BEB5D03}"/>
          </ac:spMkLst>
        </pc:spChg>
        <pc:spChg chg="del">
          <ac:chgData name="Guest User" userId="S::urn:spo:anon#411632ee61b390f71f02c0b7dbc2c10bb9a31eb7840616ddf58db2114bf3e412::" providerId="AD" clId="Web-{68F1231E-B496-E0E2-F152-8B4B906A528B}" dt="2023-12-28T10:19:16.258" v="25"/>
          <ac:spMkLst>
            <pc:docMk/>
            <pc:sldMk cId="1442020298" sldId="909"/>
            <ac:spMk id="26" creationId="{00000000-0000-0000-0000-000000000000}"/>
          </ac:spMkLst>
        </pc:spChg>
      </pc:sldChg>
      <pc:sldChg chg="delSp modSp">
        <pc:chgData name="Guest User" userId="S::urn:spo:anon#411632ee61b390f71f02c0b7dbc2c10bb9a31eb7840616ddf58db2114bf3e412::" providerId="AD" clId="Web-{68F1231E-B496-E0E2-F152-8B4B906A528B}" dt="2023-12-28T10:18:36.460" v="12" actId="20577"/>
        <pc:sldMkLst>
          <pc:docMk/>
          <pc:sldMk cId="1649054902" sldId="911"/>
        </pc:sldMkLst>
        <pc:spChg chg="mod">
          <ac:chgData name="Guest User" userId="S::urn:spo:anon#411632ee61b390f71f02c0b7dbc2c10bb9a31eb7840616ddf58db2114bf3e412::" providerId="AD" clId="Web-{68F1231E-B496-E0E2-F152-8B4B906A528B}" dt="2023-12-28T10:18:36.460" v="12" actId="20577"/>
          <ac:spMkLst>
            <pc:docMk/>
            <pc:sldMk cId="1649054902" sldId="911"/>
            <ac:spMk id="4" creationId="{39DC903D-9003-4F3D-87E9-EE7D5BEB5D03}"/>
          </ac:spMkLst>
        </pc:spChg>
        <pc:spChg chg="del">
          <ac:chgData name="Guest User" userId="S::urn:spo:anon#411632ee61b390f71f02c0b7dbc2c10bb9a31eb7840616ddf58db2114bf3e412::" providerId="AD" clId="Web-{68F1231E-B496-E0E2-F152-8B4B906A528B}" dt="2023-12-28T10:18:30.819" v="10"/>
          <ac:spMkLst>
            <pc:docMk/>
            <pc:sldMk cId="1649054902" sldId="911"/>
            <ac:spMk id="26" creationId="{00000000-0000-0000-0000-000000000000}"/>
          </ac:spMkLst>
        </pc:spChg>
      </pc:sldChg>
      <pc:sldChg chg="modSp">
        <pc:chgData name="Guest User" userId="S::urn:spo:anon#411632ee61b390f71f02c0b7dbc2c10bb9a31eb7840616ddf58db2114bf3e412::" providerId="AD" clId="Web-{68F1231E-B496-E0E2-F152-8B4B906A528B}" dt="2023-12-28T10:18:58.945" v="21" actId="20577"/>
        <pc:sldMkLst>
          <pc:docMk/>
          <pc:sldMk cId="2494492009" sldId="912"/>
        </pc:sldMkLst>
        <pc:spChg chg="mod">
          <ac:chgData name="Guest User" userId="S::urn:spo:anon#411632ee61b390f71f02c0b7dbc2c10bb9a31eb7840616ddf58db2114bf3e412::" providerId="AD" clId="Web-{68F1231E-B496-E0E2-F152-8B4B906A528B}" dt="2023-12-28T10:18:58.945" v="21" actId="20577"/>
          <ac:spMkLst>
            <pc:docMk/>
            <pc:sldMk cId="2494492009" sldId="912"/>
            <ac:spMk id="4" creationId="{4816B2D1-93E8-AB3B-9AC7-3B03F9F604C3}"/>
          </ac:spMkLst>
        </pc:spChg>
      </pc:sldChg>
    </pc:docChg>
  </pc:docChgLst>
  <pc:docChgLst>
    <pc:chgData name="Guest User" userId="S::urn:spo:anon#411632ee61b390f71f02c0b7dbc2c10bb9a31eb7840616ddf58db2114bf3e412::" providerId="AD" clId="Web-{1D74EA4C-AABF-4577-BCA4-1B0CB8283671}"/>
    <pc:docChg chg="addSld modSld">
      <pc:chgData name="Guest User" userId="S::urn:spo:anon#411632ee61b390f71f02c0b7dbc2c10bb9a31eb7840616ddf58db2114bf3e412::" providerId="AD" clId="Web-{1D74EA4C-AABF-4577-BCA4-1B0CB8283671}" dt="2023-12-28T09:18:15.841" v="177" actId="20577"/>
      <pc:docMkLst>
        <pc:docMk/>
      </pc:docMkLst>
      <pc:sldChg chg="modSp">
        <pc:chgData name="Guest User" userId="S::urn:spo:anon#411632ee61b390f71f02c0b7dbc2c10bb9a31eb7840616ddf58db2114bf3e412::" providerId="AD" clId="Web-{1D74EA4C-AABF-4577-BCA4-1B0CB8283671}" dt="2023-12-28T09:18:15.841" v="177" actId="20577"/>
        <pc:sldMkLst>
          <pc:docMk/>
          <pc:sldMk cId="2602073769" sldId="302"/>
        </pc:sldMkLst>
        <pc:spChg chg="mod">
          <ac:chgData name="Guest User" userId="S::urn:spo:anon#411632ee61b390f71f02c0b7dbc2c10bb9a31eb7840616ddf58db2114bf3e412::" providerId="AD" clId="Web-{1D74EA4C-AABF-4577-BCA4-1B0CB8283671}" dt="2023-12-28T09:18:15.841" v="177" actId="20577"/>
          <ac:spMkLst>
            <pc:docMk/>
            <pc:sldMk cId="2602073769" sldId="302"/>
            <ac:spMk id="9" creationId="{00000000-0000-0000-0000-000000000000}"/>
          </ac:spMkLst>
        </pc:spChg>
      </pc:sldChg>
      <pc:sldChg chg="modSp">
        <pc:chgData name="Guest User" userId="S::urn:spo:anon#411632ee61b390f71f02c0b7dbc2c10bb9a31eb7840616ddf58db2114bf3e412::" providerId="AD" clId="Web-{1D74EA4C-AABF-4577-BCA4-1B0CB8283671}" dt="2023-12-28T09:14:08.211" v="48" actId="20577"/>
        <pc:sldMkLst>
          <pc:docMk/>
          <pc:sldMk cId="2602073769" sldId="303"/>
        </pc:sldMkLst>
        <pc:spChg chg="mod">
          <ac:chgData name="Guest User" userId="S::urn:spo:anon#411632ee61b390f71f02c0b7dbc2c10bb9a31eb7840616ddf58db2114bf3e412::" providerId="AD" clId="Web-{1D74EA4C-AABF-4577-BCA4-1B0CB8283671}" dt="2023-12-28T09:14:08.211" v="48" actId="20577"/>
          <ac:spMkLst>
            <pc:docMk/>
            <pc:sldMk cId="2602073769" sldId="303"/>
            <ac:spMk id="9" creationId="{00000000-0000-0000-0000-000000000000}"/>
          </ac:spMkLst>
        </pc:spChg>
      </pc:sldChg>
      <pc:sldChg chg="delSp">
        <pc:chgData name="Guest User" userId="S::urn:spo:anon#411632ee61b390f71f02c0b7dbc2c10bb9a31eb7840616ddf58db2114bf3e412::" providerId="AD" clId="Web-{1D74EA4C-AABF-4577-BCA4-1B0CB8283671}" dt="2023-12-28T09:09:11.627" v="0"/>
        <pc:sldMkLst>
          <pc:docMk/>
          <pc:sldMk cId="1968999693" sldId="907"/>
        </pc:sldMkLst>
        <pc:spChg chg="del">
          <ac:chgData name="Guest User" userId="S::urn:spo:anon#411632ee61b390f71f02c0b7dbc2c10bb9a31eb7840616ddf58db2114bf3e412::" providerId="AD" clId="Web-{1D74EA4C-AABF-4577-BCA4-1B0CB8283671}" dt="2023-12-28T09:09:11.627" v="0"/>
          <ac:spMkLst>
            <pc:docMk/>
            <pc:sldMk cId="1968999693" sldId="907"/>
            <ac:spMk id="26" creationId="{00000000-0000-0000-0000-000000000000}"/>
          </ac:spMkLst>
        </pc:spChg>
      </pc:sldChg>
      <pc:sldChg chg="delSp modSp add replId">
        <pc:chgData name="Guest User" userId="S::urn:spo:anon#411632ee61b390f71f02c0b7dbc2c10bb9a31eb7840616ddf58db2114bf3e412::" providerId="AD" clId="Web-{1D74EA4C-AABF-4577-BCA4-1B0CB8283671}" dt="2023-12-28T09:12:11.130" v="43" actId="20577"/>
        <pc:sldMkLst>
          <pc:docMk/>
          <pc:sldMk cId="2494492009" sldId="912"/>
        </pc:sldMkLst>
        <pc:spChg chg="mod">
          <ac:chgData name="Guest User" userId="S::urn:spo:anon#411632ee61b390f71f02c0b7dbc2c10bb9a31eb7840616ddf58db2114bf3e412::" providerId="AD" clId="Web-{1D74EA4C-AABF-4577-BCA4-1B0CB8283671}" dt="2023-12-28T09:09:34.908" v="7" actId="20577"/>
          <ac:spMkLst>
            <pc:docMk/>
            <pc:sldMk cId="2494492009" sldId="912"/>
            <ac:spMk id="2" creationId="{E20E9C28-1E65-2D25-CA9E-27876EC5FFBD}"/>
          </ac:spMkLst>
        </pc:spChg>
        <pc:spChg chg="mod">
          <ac:chgData name="Guest User" userId="S::urn:spo:anon#411632ee61b390f71f02c0b7dbc2c10bb9a31eb7840616ddf58db2114bf3e412::" providerId="AD" clId="Web-{1D74EA4C-AABF-4577-BCA4-1B0CB8283671}" dt="2023-12-28T09:12:11.130" v="43" actId="20577"/>
          <ac:spMkLst>
            <pc:docMk/>
            <pc:sldMk cId="2494492009" sldId="912"/>
            <ac:spMk id="3" creationId="{DE6A6FE0-517E-791A-EDF6-8A40F7BE62C5}"/>
          </ac:spMkLst>
        </pc:spChg>
        <pc:picChg chg="del">
          <ac:chgData name="Guest User" userId="S::urn:spo:anon#411632ee61b390f71f02c0b7dbc2c10bb9a31eb7840616ddf58db2114bf3e412::" providerId="AD" clId="Web-{1D74EA4C-AABF-4577-BCA4-1B0CB8283671}" dt="2023-12-28T09:10:26.363" v="21"/>
          <ac:picMkLst>
            <pc:docMk/>
            <pc:sldMk cId="2494492009" sldId="912"/>
            <ac:picMk id="5" creationId="{ED74EDA0-F8C8-654B-1EC5-C5C0C961C54B}"/>
          </ac:picMkLst>
        </pc:picChg>
      </pc:sldChg>
    </pc:docChg>
  </pc:docChgLst>
  <pc:docChgLst>
    <pc:chgData name="M ANUSHA" userId="S::anushaaa9@kluniversity.in::31576902-587f-4416-b184-62b5dd11a3e8" providerId="AD" clId="Web-{91E57E50-CF6E-FFF1-BD9A-06C33B2DB64F}"/>
    <pc:docChg chg="addSld delSld modSld sldOrd">
      <pc:chgData name="M ANUSHA" userId="S::anushaaa9@kluniversity.in::31576902-587f-4416-b184-62b5dd11a3e8" providerId="AD" clId="Web-{91E57E50-CF6E-FFF1-BD9A-06C33B2DB64F}" dt="2023-12-30T09:37:29.251" v="383" actId="20577"/>
      <pc:docMkLst>
        <pc:docMk/>
      </pc:docMkLst>
      <pc:sldChg chg="modSp del">
        <pc:chgData name="M ANUSHA" userId="S::anushaaa9@kluniversity.in::31576902-587f-4416-b184-62b5dd11a3e8" providerId="AD" clId="Web-{91E57E50-CF6E-FFF1-BD9A-06C33B2DB64F}" dt="2023-12-30T09:30:58.217" v="322"/>
        <pc:sldMkLst>
          <pc:docMk/>
          <pc:sldMk cId="4069052342" sldId="258"/>
        </pc:sldMkLst>
        <pc:spChg chg="mod">
          <ac:chgData name="M ANUSHA" userId="S::anushaaa9@kluniversity.in::31576902-587f-4416-b184-62b5dd11a3e8" providerId="AD" clId="Web-{91E57E50-CF6E-FFF1-BD9A-06C33B2DB64F}" dt="2023-12-30T09:26:34.787" v="259" actId="20577"/>
          <ac:spMkLst>
            <pc:docMk/>
            <pc:sldMk cId="4069052342" sldId="258"/>
            <ac:spMk id="7" creationId="{3854C43E-9D24-F173-199E-669EA74164AD}"/>
          </ac:spMkLst>
        </pc:spChg>
        <pc:spChg chg="mod">
          <ac:chgData name="M ANUSHA" userId="S::anushaaa9@kluniversity.in::31576902-587f-4416-b184-62b5dd11a3e8" providerId="AD" clId="Web-{91E57E50-CF6E-FFF1-BD9A-06C33B2DB64F}" dt="2023-12-30T09:30:10.294" v="316" actId="20577"/>
          <ac:spMkLst>
            <pc:docMk/>
            <pc:sldMk cId="4069052342" sldId="258"/>
            <ac:spMk id="10" creationId="{95BCCD5C-FAEB-79D2-992A-44E1FD098D71}"/>
          </ac:spMkLst>
        </pc:spChg>
      </pc:sldChg>
      <pc:sldChg chg="modSp ord">
        <pc:chgData name="M ANUSHA" userId="S::anushaaa9@kluniversity.in::31576902-587f-4416-b184-62b5dd11a3e8" providerId="AD" clId="Web-{91E57E50-CF6E-FFF1-BD9A-06C33B2DB64F}" dt="2023-12-30T09:35:35.888" v="369" actId="20577"/>
        <pc:sldMkLst>
          <pc:docMk/>
          <pc:sldMk cId="4254978408" sldId="287"/>
        </pc:sldMkLst>
        <pc:spChg chg="mod">
          <ac:chgData name="M ANUSHA" userId="S::anushaaa9@kluniversity.in::31576902-587f-4416-b184-62b5dd11a3e8" providerId="AD" clId="Web-{91E57E50-CF6E-FFF1-BD9A-06C33B2DB64F}" dt="2023-12-30T09:35:35.888" v="369" actId="20577"/>
          <ac:spMkLst>
            <pc:docMk/>
            <pc:sldMk cId="4254978408" sldId="287"/>
            <ac:spMk id="3" creationId="{00000000-0000-0000-0000-000000000000}"/>
          </ac:spMkLst>
        </pc:spChg>
      </pc:sldChg>
      <pc:sldChg chg="delSp modSp ord">
        <pc:chgData name="M ANUSHA" userId="S::anushaaa9@kluniversity.in::31576902-587f-4416-b184-62b5dd11a3e8" providerId="AD" clId="Web-{91E57E50-CF6E-FFF1-BD9A-06C33B2DB64F}" dt="2023-12-30T09:35:09.215" v="365"/>
        <pc:sldMkLst>
          <pc:docMk/>
          <pc:sldMk cId="680355262" sldId="288"/>
        </pc:sldMkLst>
        <pc:spChg chg="mod">
          <ac:chgData name="M ANUSHA" userId="S::anushaaa9@kluniversity.in::31576902-587f-4416-b184-62b5dd11a3e8" providerId="AD" clId="Web-{91E57E50-CF6E-FFF1-BD9A-06C33B2DB64F}" dt="2023-12-30T09:33:22.134" v="346" actId="20577"/>
          <ac:spMkLst>
            <pc:docMk/>
            <pc:sldMk cId="680355262" sldId="288"/>
            <ac:spMk id="2" creationId="{1938B682-6BFF-DF42-EBE0-C641EDF5CB46}"/>
          </ac:spMkLst>
        </pc:spChg>
        <pc:spChg chg="mod">
          <ac:chgData name="M ANUSHA" userId="S::anushaaa9@kluniversity.in::31576902-587f-4416-b184-62b5dd11a3e8" providerId="AD" clId="Web-{91E57E50-CF6E-FFF1-BD9A-06C33B2DB64F}" dt="2023-12-30T09:33:25.853" v="348" actId="20577"/>
          <ac:spMkLst>
            <pc:docMk/>
            <pc:sldMk cId="680355262" sldId="288"/>
            <ac:spMk id="3" creationId="{CA0CCC29-A1C7-54C9-B66E-C5D6A1D4561D}"/>
          </ac:spMkLst>
        </pc:spChg>
        <pc:spChg chg="mod">
          <ac:chgData name="M ANUSHA" userId="S::anushaaa9@kluniversity.in::31576902-587f-4416-b184-62b5dd11a3e8" providerId="AD" clId="Web-{91E57E50-CF6E-FFF1-BD9A-06C33B2DB64F}" dt="2023-12-30T09:22:39.655" v="209" actId="20577"/>
          <ac:spMkLst>
            <pc:docMk/>
            <pc:sldMk cId="680355262" sldId="288"/>
            <ac:spMk id="4" creationId="{39DC903D-9003-4F3D-87E9-EE7D5BEB5D03}"/>
          </ac:spMkLst>
        </pc:spChg>
        <pc:spChg chg="del mod">
          <ac:chgData name="M ANUSHA" userId="S::anushaaa9@kluniversity.in::31576902-587f-4416-b184-62b5dd11a3e8" providerId="AD" clId="Web-{91E57E50-CF6E-FFF1-BD9A-06C33B2DB64F}" dt="2023-12-30T09:21:20.246" v="181"/>
          <ac:spMkLst>
            <pc:docMk/>
            <pc:sldMk cId="680355262" sldId="288"/>
            <ac:spMk id="26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91E57E50-CF6E-FFF1-BD9A-06C33B2DB64F}" dt="2023-12-30T09:28:33.338" v="286" actId="1076"/>
        <pc:sldMkLst>
          <pc:docMk/>
          <pc:sldMk cId="3385424300" sldId="290"/>
        </pc:sldMkLst>
        <pc:spChg chg="mod">
          <ac:chgData name="M ANUSHA" userId="S::anushaaa9@kluniversity.in::31576902-587f-4416-b184-62b5dd11a3e8" providerId="AD" clId="Web-{91E57E50-CF6E-FFF1-BD9A-06C33B2DB64F}" dt="2023-12-30T09:28:33.338" v="286" actId="1076"/>
          <ac:spMkLst>
            <pc:docMk/>
            <pc:sldMk cId="3385424300" sldId="290"/>
            <ac:spMk id="2" creationId="{AFCA28CA-922B-5272-C9CC-62D9B4636F87}"/>
          </ac:spMkLst>
        </pc:spChg>
        <pc:spChg chg="mod">
          <ac:chgData name="M ANUSHA" userId="S::anushaaa9@kluniversity.in::31576902-587f-4416-b184-62b5dd11a3e8" providerId="AD" clId="Web-{91E57E50-CF6E-FFF1-BD9A-06C33B2DB64F}" dt="2023-12-30T09:25:59.771" v="254" actId="20577"/>
          <ac:spMkLst>
            <pc:docMk/>
            <pc:sldMk cId="3385424300" sldId="290"/>
            <ac:spMk id="6" creationId="{0F2E30D4-6F86-49D1-9276-85CE0E9B3E3E}"/>
          </ac:spMkLst>
        </pc:spChg>
      </pc:sldChg>
      <pc:sldChg chg="modSp">
        <pc:chgData name="M ANUSHA" userId="S::anushaaa9@kluniversity.in::31576902-587f-4416-b184-62b5dd11a3e8" providerId="AD" clId="Web-{91E57E50-CF6E-FFF1-BD9A-06C33B2DB64F}" dt="2023-12-30T09:37:00.281" v="377" actId="20577"/>
        <pc:sldMkLst>
          <pc:docMk/>
          <pc:sldMk cId="2602073769" sldId="302"/>
        </pc:sldMkLst>
        <pc:spChg chg="mod">
          <ac:chgData name="M ANUSHA" userId="S::anushaaa9@kluniversity.in::31576902-587f-4416-b184-62b5dd11a3e8" providerId="AD" clId="Web-{91E57E50-CF6E-FFF1-BD9A-06C33B2DB64F}" dt="2023-12-30T09:37:00.281" v="377" actId="20577"/>
          <ac:spMkLst>
            <pc:docMk/>
            <pc:sldMk cId="2602073769" sldId="302"/>
            <ac:spMk id="9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91E57E50-CF6E-FFF1-BD9A-06C33B2DB64F}" dt="2023-12-30T09:37:29.251" v="383" actId="20577"/>
        <pc:sldMkLst>
          <pc:docMk/>
          <pc:sldMk cId="2602073769" sldId="303"/>
        </pc:sldMkLst>
        <pc:spChg chg="mod">
          <ac:chgData name="M ANUSHA" userId="S::anushaaa9@kluniversity.in::31576902-587f-4416-b184-62b5dd11a3e8" providerId="AD" clId="Web-{91E57E50-CF6E-FFF1-BD9A-06C33B2DB64F}" dt="2023-12-30T09:37:29.251" v="383" actId="20577"/>
          <ac:spMkLst>
            <pc:docMk/>
            <pc:sldMk cId="2602073769" sldId="303"/>
            <ac:spMk id="9" creationId="{00000000-0000-0000-0000-000000000000}"/>
          </ac:spMkLst>
        </pc:spChg>
      </pc:sldChg>
      <pc:sldChg chg="modSp ord">
        <pc:chgData name="M ANUSHA" userId="S::anushaaa9@kluniversity.in::31576902-587f-4416-b184-62b5dd11a3e8" providerId="AD" clId="Web-{91E57E50-CF6E-FFF1-BD9A-06C33B2DB64F}" dt="2023-12-30T09:35:21.450" v="367"/>
        <pc:sldMkLst>
          <pc:docMk/>
          <pc:sldMk cId="3385424300" sldId="305"/>
        </pc:sldMkLst>
        <pc:spChg chg="mod">
          <ac:chgData name="M ANUSHA" userId="S::anushaaa9@kluniversity.in::31576902-587f-4416-b184-62b5dd11a3e8" providerId="AD" clId="Web-{91E57E50-CF6E-FFF1-BD9A-06C33B2DB64F}" dt="2023-12-30T09:26:14.693" v="256" actId="20577"/>
          <ac:spMkLst>
            <pc:docMk/>
            <pc:sldMk cId="3385424300" sldId="305"/>
            <ac:spMk id="2" creationId="{562C1D26-BC7D-754B-278E-B69C198227DF}"/>
          </ac:spMkLst>
        </pc:spChg>
        <pc:spChg chg="mod">
          <ac:chgData name="M ANUSHA" userId="S::anushaaa9@kluniversity.in::31576902-587f-4416-b184-62b5dd11a3e8" providerId="AD" clId="Web-{91E57E50-CF6E-FFF1-BD9A-06C33B2DB64F}" dt="2023-12-30T09:26:26.584" v="258" actId="20577"/>
          <ac:spMkLst>
            <pc:docMk/>
            <pc:sldMk cId="3385424300" sldId="305"/>
            <ac:spMk id="6" creationId="{0F2E30D4-6F86-49D1-9276-85CE0E9B3E3E}"/>
          </ac:spMkLst>
        </pc:spChg>
      </pc:sldChg>
      <pc:sldChg chg="addSp delSp modSp ord">
        <pc:chgData name="M ANUSHA" userId="S::anushaaa9@kluniversity.in::31576902-587f-4416-b184-62b5dd11a3e8" providerId="AD" clId="Web-{91E57E50-CF6E-FFF1-BD9A-06C33B2DB64F}" dt="2023-12-30T09:27:35.446" v="272"/>
        <pc:sldMkLst>
          <pc:docMk/>
          <pc:sldMk cId="4213076931" sldId="900"/>
        </pc:sldMkLst>
        <pc:spChg chg="mod">
          <ac:chgData name="M ANUSHA" userId="S::anushaaa9@kluniversity.in::31576902-587f-4416-b184-62b5dd11a3e8" providerId="AD" clId="Web-{91E57E50-CF6E-FFF1-BD9A-06C33B2DB64F}" dt="2023-12-30T09:22:43.343" v="210" actId="20577"/>
          <ac:spMkLst>
            <pc:docMk/>
            <pc:sldMk cId="4213076931" sldId="900"/>
            <ac:spMk id="3" creationId="{C7E22A46-8CC7-954D-3308-3C85D12E1040}"/>
          </ac:spMkLst>
        </pc:spChg>
        <pc:spChg chg="mod">
          <ac:chgData name="M ANUSHA" userId="S::anushaaa9@kluniversity.in::31576902-587f-4416-b184-62b5dd11a3e8" providerId="AD" clId="Web-{91E57E50-CF6E-FFF1-BD9A-06C33B2DB64F}" dt="2023-12-30T09:20:15.572" v="140" actId="20577"/>
          <ac:spMkLst>
            <pc:docMk/>
            <pc:sldMk cId="4213076931" sldId="900"/>
            <ac:spMk id="4" creationId="{FF62E82C-F1B1-4837-9CA1-88F8C9571DBD}"/>
          </ac:spMkLst>
        </pc:spChg>
        <pc:spChg chg="mod">
          <ac:chgData name="M ANUSHA" userId="S::anushaaa9@kluniversity.in::31576902-587f-4416-b184-62b5dd11a3e8" providerId="AD" clId="Web-{91E57E50-CF6E-FFF1-BD9A-06C33B2DB64F}" dt="2023-12-30T09:21:07.293" v="178" actId="20577"/>
          <ac:spMkLst>
            <pc:docMk/>
            <pc:sldMk cId="4213076931" sldId="900"/>
            <ac:spMk id="5" creationId="{D502CC38-9E8E-4F3E-97F8-CE08BF2DDB15}"/>
          </ac:spMkLst>
        </pc:spChg>
        <pc:spChg chg="del">
          <ac:chgData name="M ANUSHA" userId="S::anushaaa9@kluniversity.in::31576902-587f-4416-b184-62b5dd11a3e8" providerId="AD" clId="Web-{91E57E50-CF6E-FFF1-BD9A-06C33B2DB64F}" dt="2023-12-30T09:18:42.929" v="90"/>
          <ac:spMkLst>
            <pc:docMk/>
            <pc:sldMk cId="4213076931" sldId="900"/>
            <ac:spMk id="43" creationId="{7229A89E-171E-4919-9AE2-663A0B86D6FF}"/>
          </ac:spMkLst>
        </pc:spChg>
        <pc:spChg chg="del">
          <ac:chgData name="M ANUSHA" userId="S::anushaaa9@kluniversity.in::31576902-587f-4416-b184-62b5dd11a3e8" providerId="AD" clId="Web-{91E57E50-CF6E-FFF1-BD9A-06C33B2DB64F}" dt="2023-12-30T09:18:41.148" v="89"/>
          <ac:spMkLst>
            <pc:docMk/>
            <pc:sldMk cId="4213076931" sldId="900"/>
            <ac:spMk id="44" creationId="{6F14760E-D5BF-417F-8AB8-938D05DC7334}"/>
          </ac:spMkLst>
        </pc:spChg>
        <pc:spChg chg="del">
          <ac:chgData name="M ANUSHA" userId="S::anushaaa9@kluniversity.in::31576902-587f-4416-b184-62b5dd11a3e8" providerId="AD" clId="Web-{91E57E50-CF6E-FFF1-BD9A-06C33B2DB64F}" dt="2023-12-30T09:18:45.382" v="91"/>
          <ac:spMkLst>
            <pc:docMk/>
            <pc:sldMk cId="4213076931" sldId="900"/>
            <ac:spMk id="45" creationId="{623F196E-F030-4A76-9251-ACE02B9A4304}"/>
          </ac:spMkLst>
        </pc:spChg>
        <pc:spChg chg="del">
          <ac:chgData name="M ANUSHA" userId="S::anushaaa9@kluniversity.in::31576902-587f-4416-b184-62b5dd11a3e8" providerId="AD" clId="Web-{91E57E50-CF6E-FFF1-BD9A-06C33B2DB64F}" dt="2023-12-30T09:18:47.101" v="92"/>
          <ac:spMkLst>
            <pc:docMk/>
            <pc:sldMk cId="4213076931" sldId="900"/>
            <ac:spMk id="52" creationId="{1F60CC64-ACC5-4270-B28A-F0DA70B8A2DB}"/>
          </ac:spMkLst>
        </pc:spChg>
        <pc:spChg chg="mod">
          <ac:chgData name="M ANUSHA" userId="S::anushaaa9@kluniversity.in::31576902-587f-4416-b184-62b5dd11a3e8" providerId="AD" clId="Web-{91E57E50-CF6E-FFF1-BD9A-06C33B2DB64F}" dt="2023-12-30T09:18:19.835" v="79" actId="20577"/>
          <ac:spMkLst>
            <pc:docMk/>
            <pc:sldMk cId="4213076931" sldId="900"/>
            <ac:spMk id="55" creationId="{6FF761CD-5239-41E5-A956-736CB20802B2}"/>
          </ac:spMkLst>
        </pc:spChg>
        <pc:spChg chg="del">
          <ac:chgData name="M ANUSHA" userId="S::anushaaa9@kluniversity.in::31576902-587f-4416-b184-62b5dd11a3e8" providerId="AD" clId="Web-{91E57E50-CF6E-FFF1-BD9A-06C33B2DB64F}" dt="2023-12-30T09:18:36.976" v="86"/>
          <ac:spMkLst>
            <pc:docMk/>
            <pc:sldMk cId="4213076931" sldId="900"/>
            <ac:spMk id="56" creationId="{A19DF225-945F-4477-8823-ED5B48872567}"/>
          </ac:spMkLst>
        </pc:spChg>
        <pc:spChg chg="del">
          <ac:chgData name="M ANUSHA" userId="S::anushaaa9@kluniversity.in::31576902-587f-4416-b184-62b5dd11a3e8" providerId="AD" clId="Web-{91E57E50-CF6E-FFF1-BD9A-06C33B2DB64F}" dt="2023-12-30T09:18:38.257" v="87"/>
          <ac:spMkLst>
            <pc:docMk/>
            <pc:sldMk cId="4213076931" sldId="900"/>
            <ac:spMk id="58" creationId="{26422A2A-A410-4B4E-828C-4A228744381F}"/>
          </ac:spMkLst>
        </pc:spChg>
        <pc:spChg chg="mod">
          <ac:chgData name="M ANUSHA" userId="S::anushaaa9@kluniversity.in::31576902-587f-4416-b184-62b5dd11a3e8" providerId="AD" clId="Web-{91E57E50-CF6E-FFF1-BD9A-06C33B2DB64F}" dt="2023-12-30T09:13:40.795" v="32" actId="1076"/>
          <ac:spMkLst>
            <pc:docMk/>
            <pc:sldMk cId="4213076931" sldId="900"/>
            <ac:spMk id="59" creationId="{35EA7F4C-B3B0-40FC-8EEA-27E9EB68BD16}"/>
          </ac:spMkLst>
        </pc:spChg>
        <pc:spChg chg="del">
          <ac:chgData name="M ANUSHA" userId="S::anushaaa9@kluniversity.in::31576902-587f-4416-b184-62b5dd11a3e8" providerId="AD" clId="Web-{91E57E50-CF6E-FFF1-BD9A-06C33B2DB64F}" dt="2023-12-30T09:18:33.538" v="85"/>
          <ac:spMkLst>
            <pc:docMk/>
            <pc:sldMk cId="4213076931" sldId="900"/>
            <ac:spMk id="62" creationId="{B5F1A383-E0CF-4C49-9C5D-7218C04E575F}"/>
          </ac:spMkLst>
        </pc:spChg>
        <pc:spChg chg="del">
          <ac:chgData name="M ANUSHA" userId="S::anushaaa9@kluniversity.in::31576902-587f-4416-b184-62b5dd11a3e8" providerId="AD" clId="Web-{91E57E50-CF6E-FFF1-BD9A-06C33B2DB64F}" dt="2023-12-30T09:18:26.491" v="82"/>
          <ac:spMkLst>
            <pc:docMk/>
            <pc:sldMk cId="4213076931" sldId="900"/>
            <ac:spMk id="69" creationId="{080C4A52-23CF-4C63-84DE-0E011BF82C68}"/>
          </ac:spMkLst>
        </pc:spChg>
        <pc:spChg chg="del">
          <ac:chgData name="M ANUSHA" userId="S::anushaaa9@kluniversity.in::31576902-587f-4416-b184-62b5dd11a3e8" providerId="AD" clId="Web-{91E57E50-CF6E-FFF1-BD9A-06C33B2DB64F}" dt="2023-12-30T09:18:30.413" v="84"/>
          <ac:spMkLst>
            <pc:docMk/>
            <pc:sldMk cId="4213076931" sldId="900"/>
            <ac:spMk id="70" creationId="{D8F37E2E-A150-4186-94E5-AA95394E3D16}"/>
          </ac:spMkLst>
        </pc:spChg>
        <pc:spChg chg="del">
          <ac:chgData name="M ANUSHA" userId="S::anushaaa9@kluniversity.in::31576902-587f-4416-b184-62b5dd11a3e8" providerId="AD" clId="Web-{91E57E50-CF6E-FFF1-BD9A-06C33B2DB64F}" dt="2023-12-30T09:18:28.444" v="83"/>
          <ac:spMkLst>
            <pc:docMk/>
            <pc:sldMk cId="4213076931" sldId="900"/>
            <ac:spMk id="72" creationId="{463053E0-731E-48D9-AAC6-5827A6770CB4}"/>
          </ac:spMkLst>
        </pc:spChg>
        <pc:spChg chg="del">
          <ac:chgData name="M ANUSHA" userId="S::anushaaa9@kluniversity.in::31576902-587f-4416-b184-62b5dd11a3e8" providerId="AD" clId="Web-{91E57E50-CF6E-FFF1-BD9A-06C33B2DB64F}" dt="2023-12-30T09:18:39.554" v="88"/>
          <ac:spMkLst>
            <pc:docMk/>
            <pc:sldMk cId="4213076931" sldId="900"/>
            <ac:spMk id="75" creationId="{AEC1BCD9-C863-414B-B9A6-57B6B3C97665}"/>
          </ac:spMkLst>
        </pc:spChg>
        <pc:grpChg chg="add del mod topLvl">
          <ac:chgData name="M ANUSHA" userId="S::anushaaa9@kluniversity.in::31576902-587f-4416-b184-62b5dd11a3e8" providerId="AD" clId="Web-{91E57E50-CF6E-FFF1-BD9A-06C33B2DB64F}" dt="2023-12-30T09:18:17.241" v="78"/>
          <ac:grpSpMkLst>
            <pc:docMk/>
            <pc:sldMk cId="4213076931" sldId="900"/>
            <ac:grpSpMk id="6" creationId="{8CB17164-EDBE-7566-9772-B4F9CF883BF1}"/>
          </ac:grpSpMkLst>
        </pc:grpChg>
        <pc:grpChg chg="add del topLvl">
          <ac:chgData name="M ANUSHA" userId="S::anushaaa9@kluniversity.in::31576902-587f-4416-b184-62b5dd11a3e8" providerId="AD" clId="Web-{91E57E50-CF6E-FFF1-BD9A-06C33B2DB64F}" dt="2023-12-30T09:18:21.491" v="80"/>
          <ac:grpSpMkLst>
            <pc:docMk/>
            <pc:sldMk cId="4213076931" sldId="900"/>
            <ac:grpSpMk id="7" creationId="{71D9E5F4-2C4F-BBDA-96EC-530913A8E382}"/>
          </ac:grpSpMkLst>
        </pc:grpChg>
        <pc:grpChg chg="add del topLvl">
          <ac:chgData name="M ANUSHA" userId="S::anushaaa9@kluniversity.in::31576902-587f-4416-b184-62b5dd11a3e8" providerId="AD" clId="Web-{91E57E50-CF6E-FFF1-BD9A-06C33B2DB64F}" dt="2023-12-30T09:18:24.038" v="81"/>
          <ac:grpSpMkLst>
            <pc:docMk/>
            <pc:sldMk cId="4213076931" sldId="900"/>
            <ac:grpSpMk id="8" creationId="{8FE5FD89-3174-13E4-B38D-AE374543A74A}"/>
          </ac:grpSpMkLst>
        </pc:grpChg>
        <pc:grpChg chg="add del mod">
          <ac:chgData name="M ANUSHA" userId="S::anushaaa9@kluniversity.in::31576902-587f-4416-b184-62b5dd11a3e8" providerId="AD" clId="Web-{91E57E50-CF6E-FFF1-BD9A-06C33B2DB64F}" dt="2023-12-30T09:17:18.958" v="76"/>
          <ac:grpSpMkLst>
            <pc:docMk/>
            <pc:sldMk cId="4213076931" sldId="900"/>
            <ac:grpSpMk id="9" creationId="{D040FD05-25E0-E527-6C39-385A0A014844}"/>
          </ac:grpSpMkLst>
        </pc:grpChg>
        <pc:picChg chg="add mod">
          <ac:chgData name="M ANUSHA" userId="S::anushaaa9@kluniversity.in::31576902-587f-4416-b184-62b5dd11a3e8" providerId="AD" clId="Web-{91E57E50-CF6E-FFF1-BD9A-06C33B2DB64F}" dt="2023-12-30T09:18:52.304" v="94" actId="1076"/>
          <ac:picMkLst>
            <pc:docMk/>
            <pc:sldMk cId="4213076931" sldId="900"/>
            <ac:picMk id="10" creationId="{21C23622-FA1B-9956-52BC-AB8F3561C081}"/>
          </ac:picMkLst>
        </pc:picChg>
      </pc:sldChg>
      <pc:sldChg chg="modSp ord">
        <pc:chgData name="M ANUSHA" userId="S::anushaaa9@kluniversity.in::31576902-587f-4416-b184-62b5dd11a3e8" providerId="AD" clId="Web-{91E57E50-CF6E-FFF1-BD9A-06C33B2DB64F}" dt="2023-12-30T09:36:27.514" v="372"/>
        <pc:sldMkLst>
          <pc:docMk/>
          <pc:sldMk cId="1206316983" sldId="901"/>
        </pc:sldMkLst>
        <pc:spChg chg="mod">
          <ac:chgData name="M ANUSHA" userId="S::anushaaa9@kluniversity.in::31576902-587f-4416-b184-62b5dd11a3e8" providerId="AD" clId="Web-{91E57E50-CF6E-FFF1-BD9A-06C33B2DB64F}" dt="2023-12-30T09:28:49.604" v="291" actId="20577"/>
          <ac:spMkLst>
            <pc:docMk/>
            <pc:sldMk cId="1206316983" sldId="901"/>
            <ac:spMk id="5" creationId="{B231F486-777A-D15A-57BD-0B7140122ADA}"/>
          </ac:spMkLst>
        </pc:spChg>
      </pc:sldChg>
      <pc:sldChg chg="del ord">
        <pc:chgData name="M ANUSHA" userId="S::anushaaa9@kluniversity.in::31576902-587f-4416-b184-62b5dd11a3e8" providerId="AD" clId="Web-{91E57E50-CF6E-FFF1-BD9A-06C33B2DB64F}" dt="2023-12-30T09:31:48.360" v="326"/>
        <pc:sldMkLst>
          <pc:docMk/>
          <pc:sldMk cId="1332604344" sldId="902"/>
        </pc:sldMkLst>
      </pc:sldChg>
      <pc:sldChg chg="modSp">
        <pc:chgData name="M ANUSHA" userId="S::anushaaa9@kluniversity.in::31576902-587f-4416-b184-62b5dd11a3e8" providerId="AD" clId="Web-{91E57E50-CF6E-FFF1-BD9A-06C33B2DB64F}" dt="2023-12-30T09:29:06.995" v="308" actId="20577"/>
        <pc:sldMkLst>
          <pc:docMk/>
          <pc:sldMk cId="2634211618" sldId="903"/>
        </pc:sldMkLst>
        <pc:spChg chg="mod">
          <ac:chgData name="M ANUSHA" userId="S::anushaaa9@kluniversity.in::31576902-587f-4416-b184-62b5dd11a3e8" providerId="AD" clId="Web-{91E57E50-CF6E-FFF1-BD9A-06C33B2DB64F}" dt="2023-12-30T09:28:57.979" v="292" actId="20577"/>
          <ac:spMkLst>
            <pc:docMk/>
            <pc:sldMk cId="2634211618" sldId="903"/>
            <ac:spMk id="5" creationId="{B231F486-777A-D15A-57BD-0B7140122ADA}"/>
          </ac:spMkLst>
        </pc:spChg>
        <pc:spChg chg="mod">
          <ac:chgData name="M ANUSHA" userId="S::anushaaa9@kluniversity.in::31576902-587f-4416-b184-62b5dd11a3e8" providerId="AD" clId="Web-{91E57E50-CF6E-FFF1-BD9A-06C33B2DB64F}" dt="2023-12-30T09:29:06.995" v="308" actId="20577"/>
          <ac:spMkLst>
            <pc:docMk/>
            <pc:sldMk cId="2634211618" sldId="903"/>
            <ac:spMk id="10" creationId="{95BCCD5C-FAEB-79D2-992A-44E1FD098D71}"/>
          </ac:spMkLst>
        </pc:spChg>
      </pc:sldChg>
      <pc:sldChg chg="modSp add del ord">
        <pc:chgData name="M ANUSHA" userId="S::anushaaa9@kluniversity.in::31576902-587f-4416-b184-62b5dd11a3e8" providerId="AD" clId="Web-{91E57E50-CF6E-FFF1-BD9A-06C33B2DB64F}" dt="2023-12-30T09:35:42.138" v="370"/>
        <pc:sldMkLst>
          <pc:docMk/>
          <pc:sldMk cId="3519978678" sldId="904"/>
        </pc:sldMkLst>
        <pc:spChg chg="mod">
          <ac:chgData name="M ANUSHA" userId="S::anushaaa9@kluniversity.in::31576902-587f-4416-b184-62b5dd11a3e8" providerId="AD" clId="Web-{91E57E50-CF6E-FFF1-BD9A-06C33B2DB64F}" dt="2023-12-30T09:33:02.487" v="341" actId="20577"/>
          <ac:spMkLst>
            <pc:docMk/>
            <pc:sldMk cId="3519978678" sldId="904"/>
            <ac:spMk id="2" creationId="{C4F2E28E-81E5-B032-65E0-A26D3FF7B09B}"/>
          </ac:spMkLst>
        </pc:spChg>
        <pc:spChg chg="mod">
          <ac:chgData name="M ANUSHA" userId="S::anushaaa9@kluniversity.in::31576902-587f-4416-b184-62b5dd11a3e8" providerId="AD" clId="Web-{91E57E50-CF6E-FFF1-BD9A-06C33B2DB64F}" dt="2023-12-30T09:33:04.909" v="343" actId="20577"/>
          <ac:spMkLst>
            <pc:docMk/>
            <pc:sldMk cId="3519978678" sldId="904"/>
            <ac:spMk id="13" creationId="{00000000-0000-0000-0000-000000000000}"/>
          </ac:spMkLst>
        </pc:spChg>
      </pc:sldChg>
      <pc:sldChg chg="modSp ord">
        <pc:chgData name="M ANUSHA" userId="S::anushaaa9@kluniversity.in::31576902-587f-4416-b184-62b5dd11a3e8" providerId="AD" clId="Web-{91E57E50-CF6E-FFF1-BD9A-06C33B2DB64F}" dt="2023-12-30T09:23:01.171" v="213"/>
        <pc:sldMkLst>
          <pc:docMk/>
          <pc:sldMk cId="4214416585" sldId="905"/>
        </pc:sldMkLst>
        <pc:spChg chg="mod">
          <ac:chgData name="M ANUSHA" userId="S::anushaaa9@kluniversity.in::31576902-587f-4416-b184-62b5dd11a3e8" providerId="AD" clId="Web-{91E57E50-CF6E-FFF1-BD9A-06C33B2DB64F}" dt="2023-12-30T09:22:54.671" v="212" actId="20577"/>
          <ac:spMkLst>
            <pc:docMk/>
            <pc:sldMk cId="4214416585" sldId="905"/>
            <ac:spMk id="3" creationId="{C7E22A46-8CC7-954D-3308-3C85D12E1040}"/>
          </ac:spMkLst>
        </pc:spChg>
        <pc:spChg chg="mod">
          <ac:chgData name="M ANUSHA" userId="S::anushaaa9@kluniversity.in::31576902-587f-4416-b184-62b5dd11a3e8" providerId="AD" clId="Web-{91E57E50-CF6E-FFF1-BD9A-06C33B2DB64F}" dt="2023-12-30T09:19:38.696" v="105" actId="20577"/>
          <ac:spMkLst>
            <pc:docMk/>
            <pc:sldMk cId="4214416585" sldId="905"/>
            <ac:spMk id="4" creationId="{FF62E82C-F1B1-4837-9CA1-88F8C9571DBD}"/>
          </ac:spMkLst>
        </pc:spChg>
        <pc:spChg chg="mod">
          <ac:chgData name="M ANUSHA" userId="S::anushaaa9@kluniversity.in::31576902-587f-4416-b184-62b5dd11a3e8" providerId="AD" clId="Web-{91E57E50-CF6E-FFF1-BD9A-06C33B2DB64F}" dt="2023-12-30T09:19:13.461" v="100" actId="20577"/>
          <ac:spMkLst>
            <pc:docMk/>
            <pc:sldMk cId="4214416585" sldId="905"/>
            <ac:spMk id="78" creationId="{FF62E82C-F1B1-4837-9CA1-88F8C9571DBD}"/>
          </ac:spMkLst>
        </pc:spChg>
        <pc:picChg chg="mod">
          <ac:chgData name="M ANUSHA" userId="S::anushaaa9@kluniversity.in::31576902-587f-4416-b184-62b5dd11a3e8" providerId="AD" clId="Web-{91E57E50-CF6E-FFF1-BD9A-06C33B2DB64F}" dt="2023-12-30T09:19:31.665" v="103" actId="1076"/>
          <ac:picMkLst>
            <pc:docMk/>
            <pc:sldMk cId="4214416585" sldId="905"/>
            <ac:picMk id="6" creationId="{00000000-0000-0000-0000-000000000000}"/>
          </ac:picMkLst>
        </pc:picChg>
      </pc:sldChg>
      <pc:sldChg chg="modSp ord">
        <pc:chgData name="M ANUSHA" userId="S::anushaaa9@kluniversity.in::31576902-587f-4416-b184-62b5dd11a3e8" providerId="AD" clId="Web-{91E57E50-CF6E-FFF1-BD9A-06C33B2DB64F}" dt="2023-12-30T09:34:28.292" v="361"/>
        <pc:sldMkLst>
          <pc:docMk/>
          <pc:sldMk cId="3046886787" sldId="906"/>
        </pc:sldMkLst>
        <pc:spChg chg="mod">
          <ac:chgData name="M ANUSHA" userId="S::anushaaa9@kluniversity.in::31576902-587f-4416-b184-62b5dd11a3e8" providerId="AD" clId="Web-{91E57E50-CF6E-FFF1-BD9A-06C33B2DB64F}" dt="2023-12-30T09:26:49.100" v="260" actId="20577"/>
          <ac:spMkLst>
            <pc:docMk/>
            <pc:sldMk cId="3046886787" sldId="906"/>
            <ac:spMk id="2" creationId="{1938B682-6BFF-DF42-EBE0-C641EDF5CB46}"/>
          </ac:spMkLst>
        </pc:spChg>
        <pc:spChg chg="mod">
          <ac:chgData name="M ANUSHA" userId="S::anushaaa9@kluniversity.in::31576902-587f-4416-b184-62b5dd11a3e8" providerId="AD" clId="Web-{91E57E50-CF6E-FFF1-BD9A-06C33B2DB64F}" dt="2023-12-30T09:23:36.532" v="221" actId="20577"/>
          <ac:spMkLst>
            <pc:docMk/>
            <pc:sldMk cId="3046886787" sldId="906"/>
            <ac:spMk id="4" creationId="{39DC903D-9003-4F3D-87E9-EE7D5BEB5D03}"/>
          </ac:spMkLst>
        </pc:spChg>
      </pc:sldChg>
      <pc:sldChg chg="modSp ord">
        <pc:chgData name="M ANUSHA" userId="S::anushaaa9@kluniversity.in::31576902-587f-4416-b184-62b5dd11a3e8" providerId="AD" clId="Web-{91E57E50-CF6E-FFF1-BD9A-06C33B2DB64F}" dt="2023-12-30T09:25:02.519" v="233" actId="20577"/>
        <pc:sldMkLst>
          <pc:docMk/>
          <pc:sldMk cId="1968999693" sldId="907"/>
        </pc:sldMkLst>
        <pc:spChg chg="mod">
          <ac:chgData name="M ANUSHA" userId="S::anushaaa9@kluniversity.in::31576902-587f-4416-b184-62b5dd11a3e8" providerId="AD" clId="Web-{91E57E50-CF6E-FFF1-BD9A-06C33B2DB64F}" dt="2023-12-30T09:23:56.657" v="224" actId="20577"/>
          <ac:spMkLst>
            <pc:docMk/>
            <pc:sldMk cId="1968999693" sldId="907"/>
            <ac:spMk id="3" creationId="{CA0CCC29-A1C7-54C9-B66E-C5D6A1D4561D}"/>
          </ac:spMkLst>
        </pc:spChg>
        <pc:spChg chg="mod">
          <ac:chgData name="M ANUSHA" userId="S::anushaaa9@kluniversity.in::31576902-587f-4416-b184-62b5dd11a3e8" providerId="AD" clId="Web-{91E57E50-CF6E-FFF1-BD9A-06C33B2DB64F}" dt="2023-12-30T09:25:02.519" v="233" actId="20577"/>
          <ac:spMkLst>
            <pc:docMk/>
            <pc:sldMk cId="1968999693" sldId="907"/>
            <ac:spMk id="4" creationId="{39DC903D-9003-4F3D-87E9-EE7D5BEB5D03}"/>
          </ac:spMkLst>
        </pc:spChg>
      </pc:sldChg>
      <pc:sldChg chg="modSp ord">
        <pc:chgData name="M ANUSHA" userId="S::anushaaa9@kluniversity.in::31576902-587f-4416-b184-62b5dd11a3e8" providerId="AD" clId="Web-{91E57E50-CF6E-FFF1-BD9A-06C33B2DB64F}" dt="2023-12-30T09:35:51.670" v="371"/>
        <pc:sldMkLst>
          <pc:docMk/>
          <pc:sldMk cId="294111249" sldId="908"/>
        </pc:sldMkLst>
        <pc:spChg chg="mod">
          <ac:chgData name="M ANUSHA" userId="S::anushaaa9@kluniversity.in::31576902-587f-4416-b184-62b5dd11a3e8" providerId="AD" clId="Web-{91E57E50-CF6E-FFF1-BD9A-06C33B2DB64F}" dt="2023-12-30T09:27:51.008" v="276" actId="20577"/>
          <ac:spMkLst>
            <pc:docMk/>
            <pc:sldMk cId="294111249" sldId="908"/>
            <ac:spMk id="2" creationId="{1938B682-6BFF-DF42-EBE0-C641EDF5CB46}"/>
          </ac:spMkLst>
        </pc:spChg>
        <pc:spChg chg="mod">
          <ac:chgData name="M ANUSHA" userId="S::anushaaa9@kluniversity.in::31576902-587f-4416-b184-62b5dd11a3e8" providerId="AD" clId="Web-{91E57E50-CF6E-FFF1-BD9A-06C33B2DB64F}" dt="2023-12-30T09:25:28.332" v="242" actId="20577"/>
          <ac:spMkLst>
            <pc:docMk/>
            <pc:sldMk cId="294111249" sldId="908"/>
            <ac:spMk id="4" creationId="{39DC903D-9003-4F3D-87E9-EE7D5BEB5D03}"/>
          </ac:spMkLst>
        </pc:spChg>
      </pc:sldChg>
      <pc:sldChg chg="modSp ord">
        <pc:chgData name="M ANUSHA" userId="S::anushaaa9@kluniversity.in::31576902-587f-4416-b184-62b5dd11a3e8" providerId="AD" clId="Web-{91E57E50-CF6E-FFF1-BD9A-06C33B2DB64F}" dt="2023-12-30T09:35:15.528" v="366"/>
        <pc:sldMkLst>
          <pc:docMk/>
          <pc:sldMk cId="1442020298" sldId="909"/>
        </pc:sldMkLst>
        <pc:spChg chg="mod">
          <ac:chgData name="M ANUSHA" userId="S::anushaaa9@kluniversity.in::31576902-587f-4416-b184-62b5dd11a3e8" providerId="AD" clId="Web-{91E57E50-CF6E-FFF1-BD9A-06C33B2DB64F}" dt="2023-12-30T09:28:15.619" v="284" actId="20577"/>
          <ac:spMkLst>
            <pc:docMk/>
            <pc:sldMk cId="1442020298" sldId="909"/>
            <ac:spMk id="2" creationId="{1938B682-6BFF-DF42-EBE0-C641EDF5CB46}"/>
          </ac:spMkLst>
        </pc:spChg>
        <pc:spChg chg="mod">
          <ac:chgData name="M ANUSHA" userId="S::anushaaa9@kluniversity.in::31576902-587f-4416-b184-62b5dd11a3e8" providerId="AD" clId="Web-{91E57E50-CF6E-FFF1-BD9A-06C33B2DB64F}" dt="2023-12-30T09:25:40.020" v="244" actId="20577"/>
          <ac:spMkLst>
            <pc:docMk/>
            <pc:sldMk cId="1442020298" sldId="909"/>
            <ac:spMk id="4" creationId="{39DC903D-9003-4F3D-87E9-EE7D5BEB5D03}"/>
          </ac:spMkLst>
        </pc:spChg>
      </pc:sldChg>
      <pc:sldChg chg="del">
        <pc:chgData name="M ANUSHA" userId="S::anushaaa9@kluniversity.in::31576902-587f-4416-b184-62b5dd11a3e8" providerId="AD" clId="Web-{91E57E50-CF6E-FFF1-BD9A-06C33B2DB64F}" dt="2023-12-30T09:31:57.672" v="327"/>
        <pc:sldMkLst>
          <pc:docMk/>
          <pc:sldMk cId="859465555" sldId="910"/>
        </pc:sldMkLst>
      </pc:sldChg>
      <pc:sldChg chg="modSp ord">
        <pc:chgData name="M ANUSHA" userId="S::anushaaa9@kluniversity.in::31576902-587f-4416-b184-62b5dd11a3e8" providerId="AD" clId="Web-{91E57E50-CF6E-FFF1-BD9A-06C33B2DB64F}" dt="2023-12-30T09:33:55.025" v="358" actId="20577"/>
        <pc:sldMkLst>
          <pc:docMk/>
          <pc:sldMk cId="1649054902" sldId="911"/>
        </pc:sldMkLst>
        <pc:spChg chg="mod">
          <ac:chgData name="M ANUSHA" userId="S::anushaaa9@kluniversity.in::31576902-587f-4416-b184-62b5dd11a3e8" providerId="AD" clId="Web-{91E57E50-CF6E-FFF1-BD9A-06C33B2DB64F}" dt="2023-12-30T09:27:05.038" v="263" actId="20577"/>
          <ac:spMkLst>
            <pc:docMk/>
            <pc:sldMk cId="1649054902" sldId="911"/>
            <ac:spMk id="2" creationId="{1938B682-6BFF-DF42-EBE0-C641EDF5CB46}"/>
          </ac:spMkLst>
        </pc:spChg>
        <pc:spChg chg="mod">
          <ac:chgData name="M ANUSHA" userId="S::anushaaa9@kluniversity.in::31576902-587f-4416-b184-62b5dd11a3e8" providerId="AD" clId="Web-{91E57E50-CF6E-FFF1-BD9A-06C33B2DB64F}" dt="2023-12-30T09:33:55.025" v="358" actId="20577"/>
          <ac:spMkLst>
            <pc:docMk/>
            <pc:sldMk cId="1649054902" sldId="911"/>
            <ac:spMk id="3" creationId="{CA0CCC29-A1C7-54C9-B66E-C5D6A1D4561D}"/>
          </ac:spMkLst>
        </pc:spChg>
        <pc:spChg chg="mod">
          <ac:chgData name="M ANUSHA" userId="S::anushaaa9@kluniversity.in::31576902-587f-4416-b184-62b5dd11a3e8" providerId="AD" clId="Web-{91E57E50-CF6E-FFF1-BD9A-06C33B2DB64F}" dt="2023-12-30T09:23:20.813" v="217" actId="20577"/>
          <ac:spMkLst>
            <pc:docMk/>
            <pc:sldMk cId="1649054902" sldId="911"/>
            <ac:spMk id="4" creationId="{39DC903D-9003-4F3D-87E9-EE7D5BEB5D03}"/>
          </ac:spMkLst>
        </pc:spChg>
      </pc:sldChg>
      <pc:sldChg chg="modSp ord">
        <pc:chgData name="M ANUSHA" userId="S::anushaaa9@kluniversity.in::31576902-587f-4416-b184-62b5dd11a3e8" providerId="AD" clId="Web-{91E57E50-CF6E-FFF1-BD9A-06C33B2DB64F}" dt="2023-12-30T09:34:34.042" v="362"/>
        <pc:sldMkLst>
          <pc:docMk/>
          <pc:sldMk cId="2494492009" sldId="912"/>
        </pc:sldMkLst>
        <pc:spChg chg="mod">
          <ac:chgData name="M ANUSHA" userId="S::anushaaa9@kluniversity.in::31576902-587f-4416-b184-62b5dd11a3e8" providerId="AD" clId="Web-{91E57E50-CF6E-FFF1-BD9A-06C33B2DB64F}" dt="2023-12-30T09:24:42.440" v="228" actId="20577"/>
          <ac:spMkLst>
            <pc:docMk/>
            <pc:sldMk cId="2494492009" sldId="912"/>
            <ac:spMk id="4" creationId="{4816B2D1-93E8-AB3B-9AC7-3B03F9F604C3}"/>
          </ac:spMkLst>
        </pc:spChg>
      </pc:sldChg>
    </pc:docChg>
  </pc:docChgLst>
  <pc:docChgLst>
    <pc:chgData name="Ravi Pallapati" userId="405e64382e001c53" providerId="LiveId" clId="{047F10E2-4B3E-4A03-8B74-24DF33BECB07}"/>
    <pc:docChg chg="addSld delSld modSld">
      <pc:chgData name="Ravi Pallapati" userId="405e64382e001c53" providerId="LiveId" clId="{047F10E2-4B3E-4A03-8B74-24DF33BECB07}" dt="2024-12-14T06:01:05.111" v="7" actId="14100"/>
      <pc:docMkLst>
        <pc:docMk/>
      </pc:docMkLst>
      <pc:sldChg chg="modSp mod">
        <pc:chgData name="Ravi Pallapati" userId="405e64382e001c53" providerId="LiveId" clId="{047F10E2-4B3E-4A03-8B74-24DF33BECB07}" dt="2024-12-14T06:01:05.111" v="7" actId="14100"/>
        <pc:sldMkLst>
          <pc:docMk/>
          <pc:sldMk cId="0" sldId="271"/>
        </pc:sldMkLst>
        <pc:spChg chg="mod">
          <ac:chgData name="Ravi Pallapati" userId="405e64382e001c53" providerId="LiveId" clId="{047F10E2-4B3E-4A03-8B74-24DF33BECB07}" dt="2024-12-14T06:01:05.111" v="7" actId="14100"/>
          <ac:spMkLst>
            <pc:docMk/>
            <pc:sldMk cId="0" sldId="271"/>
            <ac:spMk id="8" creationId="{7153E61F-4441-DBE3-3DFF-6E9EF6C48D23}"/>
          </ac:spMkLst>
        </pc:spChg>
        <pc:spChg chg="mod">
          <ac:chgData name="Ravi Pallapati" userId="405e64382e001c53" providerId="LiveId" clId="{047F10E2-4B3E-4A03-8B74-24DF33BECB07}" dt="2024-12-14T06:00:49.521" v="4"/>
          <ac:spMkLst>
            <pc:docMk/>
            <pc:sldMk cId="0" sldId="271"/>
            <ac:spMk id="476" creationId="{00000000-0000-0000-0000-000000000000}"/>
          </ac:spMkLst>
        </pc:spChg>
      </pc:sldChg>
      <pc:sldChg chg="del">
        <pc:chgData name="Ravi Pallapati" userId="405e64382e001c53" providerId="LiveId" clId="{047F10E2-4B3E-4A03-8B74-24DF33BECB07}" dt="2024-12-14T05:34:45.939" v="1" actId="2696"/>
        <pc:sldMkLst>
          <pc:docMk/>
          <pc:sldMk cId="2602073769" sldId="303"/>
        </pc:sldMkLst>
      </pc:sldChg>
      <pc:sldChg chg="del">
        <pc:chgData name="Ravi Pallapati" userId="405e64382e001c53" providerId="LiveId" clId="{047F10E2-4B3E-4A03-8B74-24DF33BECB07}" dt="2024-12-14T05:35:18.774" v="3" actId="2696"/>
        <pc:sldMkLst>
          <pc:docMk/>
          <pc:sldMk cId="0" sldId="304"/>
        </pc:sldMkLst>
      </pc:sldChg>
      <pc:sldChg chg="add">
        <pc:chgData name="Ravi Pallapati" userId="405e64382e001c53" providerId="LiveId" clId="{047F10E2-4B3E-4A03-8B74-24DF33BECB07}" dt="2024-12-14T05:34:36.673" v="0"/>
        <pc:sldMkLst>
          <pc:docMk/>
          <pc:sldMk cId="0" sldId="320"/>
        </pc:sldMkLst>
      </pc:sldChg>
      <pc:sldChg chg="add">
        <pc:chgData name="Ravi Pallapati" userId="405e64382e001c53" providerId="LiveId" clId="{047F10E2-4B3E-4A03-8B74-24DF33BECB07}" dt="2024-12-14T05:35:10.623" v="2"/>
        <pc:sldMkLst>
          <pc:docMk/>
          <pc:sldMk cId="0" sldId="913"/>
        </pc:sldMkLst>
      </pc:sldChg>
    </pc:docChg>
  </pc:docChgLst>
  <pc:docChgLst>
    <pc:chgData name="M ANUSHA" userId="S::anushaaa9@kluniversity.in::31576902-587f-4416-b184-62b5dd11a3e8" providerId="AD" clId="Web-{36CCDC81-BEB2-45C5-D5BB-1CB7CB3068C7}"/>
    <pc:docChg chg="modSld">
      <pc:chgData name="M ANUSHA" userId="S::anushaaa9@kluniversity.in::31576902-587f-4416-b184-62b5dd11a3e8" providerId="AD" clId="Web-{36CCDC81-BEB2-45C5-D5BB-1CB7CB3068C7}" dt="2023-12-28T07:16:12.554" v="14" actId="20577"/>
      <pc:docMkLst>
        <pc:docMk/>
      </pc:docMkLst>
      <pc:sldChg chg="modSp">
        <pc:chgData name="M ANUSHA" userId="S::anushaaa9@kluniversity.in::31576902-587f-4416-b184-62b5dd11a3e8" providerId="AD" clId="Web-{36CCDC81-BEB2-45C5-D5BB-1CB7CB3068C7}" dt="2023-12-28T07:15:48.365" v="12" actId="14100"/>
        <pc:sldMkLst>
          <pc:docMk/>
          <pc:sldMk cId="0" sldId="271"/>
        </pc:sldMkLst>
        <pc:spChg chg="mod">
          <ac:chgData name="M ANUSHA" userId="S::anushaaa9@kluniversity.in::31576902-587f-4416-b184-62b5dd11a3e8" providerId="AD" clId="Web-{36CCDC81-BEB2-45C5-D5BB-1CB7CB3068C7}" dt="2023-12-28T07:15:40.349" v="9" actId="20577"/>
          <ac:spMkLst>
            <pc:docMk/>
            <pc:sldMk cId="0" sldId="271"/>
            <ac:spMk id="8" creationId="{7153E61F-4441-DBE3-3DFF-6E9EF6C48D23}"/>
          </ac:spMkLst>
        </pc:spChg>
        <pc:spChg chg="mod">
          <ac:chgData name="M ANUSHA" userId="S::anushaaa9@kluniversity.in::31576902-587f-4416-b184-62b5dd11a3e8" providerId="AD" clId="Web-{36CCDC81-BEB2-45C5-D5BB-1CB7CB3068C7}" dt="2023-12-28T07:15:48.365" v="12" actId="14100"/>
          <ac:spMkLst>
            <pc:docMk/>
            <pc:sldMk cId="0" sldId="271"/>
            <ac:spMk id="476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36CCDC81-BEB2-45C5-D5BB-1CB7CB3068C7}" dt="2023-12-28T07:16:12.554" v="14" actId="20577"/>
        <pc:sldMkLst>
          <pc:docMk/>
          <pc:sldMk cId="4213076931" sldId="900"/>
        </pc:sldMkLst>
        <pc:spChg chg="mod">
          <ac:chgData name="M ANUSHA" userId="S::anushaaa9@kluniversity.in::31576902-587f-4416-b184-62b5dd11a3e8" providerId="AD" clId="Web-{36CCDC81-BEB2-45C5-D5BB-1CB7CB3068C7}" dt="2023-12-28T07:16:12.554" v="14" actId="20577"/>
          <ac:spMkLst>
            <pc:docMk/>
            <pc:sldMk cId="4213076931" sldId="900"/>
            <ac:spMk id="3" creationId="{C7E22A46-8CC7-954D-3308-3C85D12E10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91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94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dsa/dsa_intro.php" TargetMode="External"/><Relationship Id="rId2" Type="http://schemas.openxmlformats.org/officeDocument/2006/relationships/hyperlink" Target="https://docs.python.org/3/tutorial/datastructur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geeksforgeeks.org/python-data-structures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6023105" y="1933408"/>
            <a:ext cx="5569048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latin typeface="Times New Roman"/>
                <a:cs typeface="Times New Roman"/>
                <a:sym typeface="BioRhyme ExtraBold"/>
              </a:rPr>
              <a:t>COURSE: </a:t>
            </a:r>
            <a:r>
              <a:rPr lang="en-US" sz="3200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Structures using Python</a:t>
            </a:r>
            <a:endParaRPr lang="en-US" sz="3200" b="1" cap="all" dirty="0">
              <a:solidFill>
                <a:schemeClr val="accent1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latin typeface="Times New Roman"/>
              <a:cs typeface="Times New Roman"/>
              <a:sym typeface="BioRhyme ExtraBold"/>
            </a:endParaRPr>
          </a:p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latin typeface="Times New Roman"/>
                <a:cs typeface="Times New Roman"/>
                <a:sym typeface="BioRhyme ExtraBold"/>
              </a:rPr>
              <a:t>COURSE CODE: </a:t>
            </a:r>
            <a:r>
              <a:rPr lang="en-US" sz="3200" b="1" dirty="0">
                <a:solidFill>
                  <a:schemeClr val="accent1"/>
                </a:solidFill>
              </a:rPr>
              <a:t>24SC1204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BINARY SEARCH TREE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BES-1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5077092"/>
            <a:ext cx="2235116" cy="582737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/>
                <a:sym typeface="Calibri"/>
              </a:rPr>
              <a:t>Session - 24</a:t>
            </a:r>
            <a:endParaRPr lang="en-US" sz="2400" dirty="0">
              <a:solidFill>
                <a:schemeClr val="lt1"/>
              </a:solidFill>
              <a:ea typeface="Calibri"/>
              <a:cs typeface="Poppins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8534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Binary search tree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81588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Binary </a:t>
            </a:r>
            <a:r>
              <a:rPr lang="en-US" sz="1600" dirty="0">
                <a:latin typeface="Arial" panose="020B0604020202020204" pitchFamily="34" charset="0"/>
              </a:rPr>
              <a:t>s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earch tree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operations of binary search tree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strategies of binary search tree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the implementation of binary search tree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/>
                <a:cs typeface="Arial"/>
              </a:rPr>
              <a:t>Applications of BST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binary search tree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insertion operations of binary search tree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How to traverse in BST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 concept of binary search tree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62E82C-F1B1-4837-9CA1-88F8C9571DBD}"/>
              </a:ext>
            </a:extLst>
          </p:cNvPr>
          <p:cNvSpPr txBox="1"/>
          <p:nvPr/>
        </p:nvSpPr>
        <p:spPr>
          <a:xfrm>
            <a:off x="629530" y="833982"/>
            <a:ext cx="612648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02CC38-9E8E-4F3E-97F8-CE08BF2DDB15}"/>
              </a:ext>
            </a:extLst>
          </p:cNvPr>
          <p:cNvSpPr txBox="1">
            <a:spLocks noChangeArrowheads="1"/>
          </p:cNvSpPr>
          <p:nvPr/>
        </p:nvSpPr>
        <p:spPr>
          <a:xfrm>
            <a:off x="127460" y="1259854"/>
            <a:ext cx="10646514" cy="3212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/>
            <a:r>
              <a:rPr lang="en-US" altLang="zh-TW" dirty="0">
                <a:latin typeface="Times"/>
                <a:ea typeface="PMingLiU"/>
                <a:cs typeface="Times New Roman"/>
              </a:rPr>
              <a:t>It is a variant of Binary tree. </a:t>
            </a:r>
            <a:endParaRPr lang="en-US">
              <a:latin typeface="Times"/>
              <a:cs typeface="Times"/>
            </a:endParaRPr>
          </a:p>
          <a:p>
            <a:pPr marL="800100" lvl="1" indent="-342900"/>
            <a:r>
              <a:rPr lang="en-US" altLang="zh-TW" dirty="0">
                <a:latin typeface="Times"/>
                <a:ea typeface="PMingLiU"/>
                <a:cs typeface="Times New Roman"/>
              </a:rPr>
              <a:t>Efficient for sorting, searching, insertion and deletion can be done.</a:t>
            </a:r>
          </a:p>
          <a:p>
            <a:pPr marL="800100" lvl="2" indent="-342900"/>
            <a:r>
              <a:rPr lang="en-US" altLang="zh-TW" sz="2400" dirty="0">
                <a:latin typeface="Times"/>
                <a:ea typeface="PMingLiU"/>
                <a:cs typeface="Times New Roman"/>
              </a:rPr>
              <a:t>It is also known as ordered binary tree.</a:t>
            </a:r>
          </a:p>
          <a:p>
            <a:pPr marL="800100" lvl="1" indent="-342900"/>
            <a:r>
              <a:rPr lang="en-US" altLang="zh-TW" dirty="0">
                <a:latin typeface="Times"/>
                <a:ea typeface="PMingLiU"/>
                <a:cs typeface="Times New Roman"/>
              </a:rPr>
              <a:t>Every node has a unique key.</a:t>
            </a:r>
          </a:p>
          <a:p>
            <a:pPr marL="800100" lvl="1" indent="-342900"/>
            <a:r>
              <a:rPr lang="en-US" altLang="zh-TW" dirty="0">
                <a:latin typeface="Times"/>
                <a:ea typeface="PMingLiU"/>
                <a:cs typeface="Times New Roman"/>
              </a:rPr>
              <a:t>All the nodes in the left sub-tree have a value less than that of the root node. Correspondingly, all the nodes in the right sub-tree have a value either equal to or greater than the root node. </a:t>
            </a:r>
          </a:p>
          <a:p>
            <a:pPr marL="800100" lvl="1" indent="-342900"/>
            <a:r>
              <a:rPr lang="en-US" altLang="zh-TW" dirty="0">
                <a:latin typeface="Times"/>
                <a:ea typeface="PMingLiU"/>
                <a:cs typeface="Times New Roman"/>
              </a:rPr>
              <a:t>The left and right sub trees are also binary search trees.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E1217A90-500B-01D4-1A2D-E208D08DC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7E22A46-8CC7-954D-3308-3C85D12E1040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/>
              <a:t>Introduction to Binary Search Tree</a:t>
            </a:r>
            <a:endParaRPr lang="en-US" sz="2400" b="1" dirty="0">
              <a:ea typeface="Calibri"/>
              <a:cs typeface="Calibri"/>
            </a:endParaRP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21C23622-FA1B-9956-52BC-AB8F3561C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056" y="4343801"/>
            <a:ext cx="816292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76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62E82C-F1B1-4837-9CA1-88F8C9571DBD}"/>
              </a:ext>
            </a:extLst>
          </p:cNvPr>
          <p:cNvSpPr txBox="1"/>
          <p:nvPr/>
        </p:nvSpPr>
        <p:spPr>
          <a:xfrm>
            <a:off x="629530" y="833982"/>
            <a:ext cx="612648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/>
                <a:ea typeface="+mj-ea"/>
                <a:cs typeface="Times New Roman"/>
              </a:rPr>
              <a:t>Example</a:t>
            </a: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02CC38-9E8E-4F3E-97F8-CE08BF2DDB15}"/>
              </a:ext>
            </a:extLst>
          </p:cNvPr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E1217A90-500B-01D4-1A2D-E208D08DC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7E22A46-8CC7-954D-3308-3C85D12E1040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/>
              <a:t>Introduction to Binary Search Tree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345" y="1006030"/>
            <a:ext cx="6441744" cy="3671965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FF62E82C-F1B1-4837-9CA1-88F8C9571DBD}"/>
              </a:ext>
            </a:extLst>
          </p:cNvPr>
          <p:cNvSpPr txBox="1"/>
          <p:nvPr/>
        </p:nvSpPr>
        <p:spPr>
          <a:xfrm>
            <a:off x="201976" y="4753166"/>
            <a:ext cx="7902054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dirty="0">
                <a:latin typeface="Times New Roman"/>
                <a:ea typeface="+mj-ea"/>
                <a:cs typeface="Times New Roman"/>
              </a:rPr>
              <a:t> The root node is 39</a:t>
            </a:r>
          </a:p>
          <a:p>
            <a:r>
              <a:rPr lang="en-US" altLang="en-US" sz="2400" dirty="0">
                <a:latin typeface="Times New Roman"/>
                <a:ea typeface="+mj-ea"/>
                <a:cs typeface="Times New Roman"/>
              </a:rPr>
              <a:t>The left sub-tree nodes 9, 10, 18, 19, 21, 27, 28, 29, and 36</a:t>
            </a:r>
          </a:p>
          <a:p>
            <a:r>
              <a:rPr lang="en-US" altLang="en-US" sz="2400" dirty="0">
                <a:latin typeface="Times New Roman"/>
                <a:ea typeface="+mj-ea"/>
                <a:cs typeface="Times New Roman"/>
              </a:rPr>
              <a:t>The right sub-tree nodes 40, 45, 54, 59, 60, and 65</a:t>
            </a:r>
          </a:p>
          <a:p>
            <a:r>
              <a:rPr lang="en-US" altLang="en-US" sz="2400" dirty="0">
                <a:latin typeface="Times New Roman"/>
                <a:ea typeface="+mj-ea"/>
                <a:cs typeface="Times New Roman"/>
              </a:rPr>
              <a:t>Recursively, each of the sub-trees also obeys the binary search tree constraint</a:t>
            </a:r>
          </a:p>
        </p:txBody>
      </p:sp>
    </p:spTree>
    <p:extLst>
      <p:ext uri="{BB962C8B-B14F-4D97-AF65-F5344CB8AC3E}">
        <p14:creationId xmlns:p14="http://schemas.microsoft.com/office/powerpoint/2010/main" val="421441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/>
              <a:t>Creation of BST</a:t>
            </a:r>
            <a:endParaRPr lang="en-US" b="1" dirty="0">
              <a:ea typeface="Calibri"/>
              <a:cs typeface="Calibri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38B682-6BFF-DF42-EBE0-C641EDF5CB46}"/>
              </a:ext>
            </a:extLst>
          </p:cNvPr>
          <p:cNvSpPr txBox="1"/>
          <p:nvPr/>
        </p:nvSpPr>
        <p:spPr>
          <a:xfrm>
            <a:off x="609600" y="743801"/>
            <a:ext cx="612648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b="1" dirty="0">
                <a:latin typeface="Times New Roman"/>
                <a:ea typeface="+mj-ea"/>
                <a:cs typeface="Times New Roman"/>
              </a:rPr>
              <a:t>BST Creation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CCC29-A1C7-54C9-B66E-C5D6A1D4561D}"/>
              </a:ext>
            </a:extLst>
          </p:cNvPr>
          <p:cNvSpPr txBox="1"/>
          <p:nvPr/>
        </p:nvSpPr>
        <p:spPr>
          <a:xfrm>
            <a:off x="609600" y="1280523"/>
            <a:ext cx="9791114" cy="25591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GB" altLang="en-US" sz="2400" dirty="0">
                <a:latin typeface="Times New Roman"/>
                <a:cs typeface="Times New Roman"/>
              </a:rPr>
              <a:t>Start at the root and compare with root.</a:t>
            </a:r>
          </a:p>
          <a:p>
            <a:pPr marL="457200" indent="-457200">
              <a:spcBef>
                <a:spcPts val="700"/>
              </a:spcBef>
              <a:buFont typeface="Arial" pitchFamily="2" charset="2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GB" altLang="en-US" sz="2400" dirty="0">
                <a:latin typeface="Times New Roman"/>
                <a:cs typeface="Times New Roman"/>
              </a:rPr>
              <a:t>If no root is found, insert the current node as root.</a:t>
            </a:r>
          </a:p>
          <a:p>
            <a:pPr marL="457200" indent="-457200">
              <a:spcBef>
                <a:spcPts val="700"/>
              </a:spcBef>
              <a:buFont typeface="Arial" pitchFamily="2" charset="2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GB" altLang="en-US" sz="2400" dirty="0">
                <a:latin typeface="Times New Roman"/>
                <a:cs typeface="Times New Roman"/>
              </a:rPr>
              <a:t>If the current node's key is </a:t>
            </a:r>
            <a:r>
              <a:rPr lang="en-GB" altLang="en-US" sz="2400" b="1" u="sng" dirty="0">
                <a:latin typeface="Times New Roman"/>
                <a:cs typeface="Times New Roman"/>
              </a:rPr>
              <a:t>smaller</a:t>
            </a:r>
            <a:r>
              <a:rPr lang="en-GB" altLang="en-US" sz="2400" dirty="0">
                <a:latin typeface="Times New Roman"/>
                <a:cs typeface="Times New Roman"/>
              </a:rPr>
              <a:t>, move </a:t>
            </a:r>
            <a:r>
              <a:rPr lang="en-GB" altLang="en-US" sz="2400" b="1" u="sng" dirty="0">
                <a:latin typeface="Times New Roman"/>
                <a:cs typeface="Times New Roman"/>
              </a:rPr>
              <a:t>left</a:t>
            </a:r>
            <a:r>
              <a:rPr lang="en-GB" altLang="en-US" sz="2400" dirty="0">
                <a:latin typeface="Times New Roman"/>
                <a:cs typeface="Times New Roman"/>
              </a:rPr>
              <a:t> and repeat steps with new root. 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700"/>
              </a:spcBef>
              <a:buFont typeface="Arial" pitchFamily="2" charset="2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GB" altLang="en-US" sz="2400" dirty="0">
                <a:latin typeface="Times New Roman"/>
                <a:cs typeface="Times New Roman"/>
              </a:rPr>
              <a:t>If the current node's key is </a:t>
            </a:r>
            <a:r>
              <a:rPr lang="en-GB" altLang="en-US" sz="2400" b="1" u="sng" dirty="0">
                <a:latin typeface="Times New Roman"/>
                <a:cs typeface="Times New Roman"/>
              </a:rPr>
              <a:t>larger</a:t>
            </a:r>
            <a:r>
              <a:rPr lang="en-GB" altLang="en-US" sz="2400" dirty="0">
                <a:latin typeface="Times New Roman"/>
                <a:cs typeface="Times New Roman"/>
              </a:rPr>
              <a:t>, move </a:t>
            </a:r>
            <a:r>
              <a:rPr lang="en-GB" altLang="en-US" sz="2400" b="1" u="sng" dirty="0">
                <a:latin typeface="Times New Roman"/>
                <a:cs typeface="Times New Roman"/>
              </a:rPr>
              <a:t>right</a:t>
            </a:r>
            <a:r>
              <a:rPr lang="en-GB" altLang="en-US" sz="2400" dirty="0">
                <a:latin typeface="Times New Roman"/>
                <a:cs typeface="Times New Roman"/>
              </a:rPr>
              <a:t> and repeat steps with new root.</a:t>
            </a:r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altLang="en-US" sz="1800" dirty="0"/>
              <a:t>Create a BST with the following elements: 8, 5, 11, 6, 13, 1, 9, 7, 3, 4</a:t>
            </a:r>
          </a:p>
          <a:p>
            <a:pPr>
              <a:defRPr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4F2E28E-81E5-B032-65E0-A26D3FF7B09B}"/>
              </a:ext>
            </a:extLst>
          </p:cNvPr>
          <p:cNvSpPr txBox="1">
            <a:spLocks noChangeArrowheads="1"/>
          </p:cNvSpPr>
          <p:nvPr/>
        </p:nvSpPr>
        <p:spPr>
          <a:xfrm>
            <a:off x="701229" y="639892"/>
            <a:ext cx="10163502" cy="65836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400" b="1" dirty="0">
                <a:latin typeface="Times New Roman"/>
                <a:cs typeface="Times New Roman"/>
              </a:rPr>
              <a:t>BST Creation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0ECF5402-8338-2B40-3111-80BD547B6C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68580" y="4120502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AF4FCF9F-C7A7-9EBA-7C45-1CCCC3FFCF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01780" y="4120502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AB7367-7C9E-5ECB-26AB-3BB6CD1132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35180" y="3231502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077AF3-66C3-7F04-FFAF-2046FA0517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01980" y="2342502"/>
            <a:ext cx="381000" cy="3810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</a:rPr>
              <a:t>8</a:t>
            </a:r>
          </a:p>
        </p:txBody>
      </p:sp>
      <p:cxnSp>
        <p:nvCxnSpPr>
          <p:cNvPr id="9" name="AutoShape 10">
            <a:extLst>
              <a:ext uri="{FF2B5EF4-FFF2-40B4-BE49-F238E27FC236}">
                <a16:creationId xmlns:a16="http://schemas.microsoft.com/office/drawing/2014/main" id="{21C9A4B0-34A9-2285-032F-0F8FBA266681}"/>
              </a:ext>
            </a:extLst>
          </p:cNvPr>
          <p:cNvCxnSpPr>
            <a:cxnSpLocks noChangeShapeType="1"/>
            <a:stCxn id="8" idx="3"/>
            <a:endCxn id="7" idx="0"/>
          </p:cNvCxnSpPr>
          <p:nvPr/>
        </p:nvCxnSpPr>
        <p:spPr bwMode="auto">
          <a:xfrm flipH="1">
            <a:off x="4525681" y="2686990"/>
            <a:ext cx="9318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1">
            <a:extLst>
              <a:ext uri="{FF2B5EF4-FFF2-40B4-BE49-F238E27FC236}">
                <a16:creationId xmlns:a16="http://schemas.microsoft.com/office/drawing/2014/main" id="{2D26A955-73B8-6515-2C6E-528D314FA37C}"/>
              </a:ext>
            </a:extLst>
          </p:cNvPr>
          <p:cNvCxnSpPr>
            <a:cxnSpLocks noChangeShapeType="1"/>
            <a:stCxn id="8" idx="5"/>
          </p:cNvCxnSpPr>
          <p:nvPr/>
        </p:nvCxnSpPr>
        <p:spPr bwMode="auto">
          <a:xfrm>
            <a:off x="5727418" y="2686990"/>
            <a:ext cx="931862" cy="525462"/>
          </a:xfrm>
          <a:prstGeom prst="straightConnector1">
            <a:avLst/>
          </a:prstGeom>
          <a:noFill/>
          <a:ln w="9525">
            <a:solidFill>
              <a:srgbClr val="CC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3">
            <a:extLst>
              <a:ext uri="{FF2B5EF4-FFF2-40B4-BE49-F238E27FC236}">
                <a16:creationId xmlns:a16="http://schemas.microsoft.com/office/drawing/2014/main" id="{E1E96CE5-53F7-3E8A-6FA5-5334B63E70FF}"/>
              </a:ext>
            </a:extLst>
          </p:cNvPr>
          <p:cNvCxnSpPr>
            <a:cxnSpLocks noChangeShapeType="1"/>
            <a:stCxn id="7" idx="3"/>
            <a:endCxn id="6" idx="0"/>
          </p:cNvCxnSpPr>
          <p:nvPr/>
        </p:nvCxnSpPr>
        <p:spPr bwMode="auto">
          <a:xfrm flipH="1">
            <a:off x="3992281" y="3575990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6B7A579B-4924-9251-9D4A-D08EE56527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11631" y="3575990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7">
            <a:extLst>
              <a:ext uri="{FF2B5EF4-FFF2-40B4-BE49-F238E27FC236}">
                <a16:creationId xmlns:a16="http://schemas.microsoft.com/office/drawing/2014/main" id="{5B356223-D6D7-9022-F93E-9D69518FBA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13644" y="4898377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7</a:t>
            </a:r>
          </a:p>
        </p:txBody>
      </p:sp>
      <p:cxnSp>
        <p:nvCxnSpPr>
          <p:cNvPr id="16" name="AutoShape 18">
            <a:extLst>
              <a:ext uri="{FF2B5EF4-FFF2-40B4-BE49-F238E27FC236}">
                <a16:creationId xmlns:a16="http://schemas.microsoft.com/office/drawing/2014/main" id="{D1FCD2E0-CD78-C053-6649-21AF41EEF7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46848" y="4460448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5">
            <a:extLst>
              <a:ext uri="{FF2B5EF4-FFF2-40B4-BE49-F238E27FC236}">
                <a16:creationId xmlns:a16="http://schemas.microsoft.com/office/drawing/2014/main" id="{3A8F4C67-646D-2782-AAC2-AFBE235661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8974" y="5042619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18" name="AutoShape 14">
            <a:extLst>
              <a:ext uri="{FF2B5EF4-FFF2-40B4-BE49-F238E27FC236}">
                <a16:creationId xmlns:a16="http://schemas.microsoft.com/office/drawing/2014/main" id="{9716C930-E688-AFF3-528B-B02CD0D8DB3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32025" y="4498107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Oval 17">
            <a:extLst>
              <a:ext uri="{FF2B5EF4-FFF2-40B4-BE49-F238E27FC236}">
                <a16:creationId xmlns:a16="http://schemas.microsoft.com/office/drawing/2014/main" id="{D1653B45-0346-B79B-C78F-9286494E1F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34038" y="5820494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4</a:t>
            </a:r>
          </a:p>
        </p:txBody>
      </p:sp>
      <p:cxnSp>
        <p:nvCxnSpPr>
          <p:cNvPr id="20" name="AutoShape 18">
            <a:extLst>
              <a:ext uri="{FF2B5EF4-FFF2-40B4-BE49-F238E27FC236}">
                <a16:creationId xmlns:a16="http://schemas.microsoft.com/office/drawing/2014/main" id="{1E701D2C-48C9-66C6-569B-976B9E01A2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67242" y="5382565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Oval 5">
            <a:extLst>
              <a:ext uri="{FF2B5EF4-FFF2-40B4-BE49-F238E27FC236}">
                <a16:creationId xmlns:a16="http://schemas.microsoft.com/office/drawing/2014/main" id="{C430D337-9316-9A6C-F7CC-F1919135BB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35112" y="4120502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2" name="Oval 6">
            <a:extLst>
              <a:ext uri="{FF2B5EF4-FFF2-40B4-BE49-F238E27FC236}">
                <a16:creationId xmlns:a16="http://schemas.microsoft.com/office/drawing/2014/main" id="{A7C61BCE-7417-1F91-7480-64FD330CDA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68312" y="4120502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3" name="Oval 8">
            <a:extLst>
              <a:ext uri="{FF2B5EF4-FFF2-40B4-BE49-F238E27FC236}">
                <a16:creationId xmlns:a16="http://schemas.microsoft.com/office/drawing/2014/main" id="{9708D226-4377-1E53-2613-F79BF6B67A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01712" y="3231502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24" name="AutoShape 13">
            <a:extLst>
              <a:ext uri="{FF2B5EF4-FFF2-40B4-BE49-F238E27FC236}">
                <a16:creationId xmlns:a16="http://schemas.microsoft.com/office/drawing/2014/main" id="{F7F9F33E-D10A-7C99-6F1E-B1D0B87554EC}"/>
              </a:ext>
            </a:extLst>
          </p:cNvPr>
          <p:cNvCxnSpPr>
            <a:cxnSpLocks noChangeShapeType="1"/>
            <a:stCxn id="23" idx="3"/>
            <a:endCxn id="22" idx="0"/>
          </p:cNvCxnSpPr>
          <p:nvPr/>
        </p:nvCxnSpPr>
        <p:spPr bwMode="auto">
          <a:xfrm flipH="1">
            <a:off x="6158813" y="3575990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14">
            <a:extLst>
              <a:ext uri="{FF2B5EF4-FFF2-40B4-BE49-F238E27FC236}">
                <a16:creationId xmlns:a16="http://schemas.microsoft.com/office/drawing/2014/main" id="{9C87685E-9046-297F-E138-CB0FC7A55F3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78163" y="3575990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199786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/>
              <a:t>Operations on BST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38B682-6BFF-DF42-EBE0-C641EDF5CB46}"/>
              </a:ext>
            </a:extLst>
          </p:cNvPr>
          <p:cNvSpPr txBox="1"/>
          <p:nvPr/>
        </p:nvSpPr>
        <p:spPr>
          <a:xfrm>
            <a:off x="609600" y="1303364"/>
            <a:ext cx="61264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800" b="1" dirty="0">
                <a:solidFill>
                  <a:srgbClr val="A50021"/>
                </a:solidFill>
                <a:latin typeface="Times New Roman"/>
                <a:ea typeface="+mj-ea"/>
                <a:cs typeface="Times New Roman"/>
              </a:rPr>
              <a:t>Operations on BST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CCC29-A1C7-54C9-B66E-C5D6A1D4561D}"/>
              </a:ext>
            </a:extLst>
          </p:cNvPr>
          <p:cNvSpPr txBox="1"/>
          <p:nvPr/>
        </p:nvSpPr>
        <p:spPr>
          <a:xfrm>
            <a:off x="766254" y="2345051"/>
            <a:ext cx="11094776" cy="26463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/>
                <a:cs typeface="Times New Roman"/>
              </a:rPr>
              <a:t>Inserting </a:t>
            </a:r>
            <a:r>
              <a:rPr lang="en-US" sz="2400" dirty="0">
                <a:latin typeface="Times New Roman"/>
                <a:cs typeface="Times New Roman"/>
              </a:rPr>
              <a:t>a Node</a:t>
            </a:r>
            <a:endParaRPr lang="en-US" dirty="0">
              <a:latin typeface="Times New Roman"/>
              <a:ea typeface="Calibri"/>
              <a:cs typeface="Times New Roman"/>
            </a:endParaRPr>
          </a:p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/>
                <a:cs typeface="Times New Roman"/>
              </a:rPr>
              <a:t> Deleting a Node 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 Binary Search Tree</a:t>
            </a:r>
          </a:p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/>
                <a:cs typeface="Times New Roman"/>
              </a:rPr>
              <a:t>Searching for a Node  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/>
                <a:cs typeface="Times New Roman"/>
              </a:rPr>
              <a:t>Finding the Smallest Node </a:t>
            </a:r>
          </a:p>
          <a:p>
            <a:pPr marL="342900" indent="-342900">
              <a:lnSpc>
                <a:spcPct val="95000"/>
              </a:lnSpc>
              <a:spcBef>
                <a:spcPts val="700"/>
              </a:spcBef>
              <a:buFont typeface="Arial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/>
                <a:cs typeface="Times New Roman"/>
              </a:rPr>
              <a:t> Finding the Largest Node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5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/>
              <a:t> BST Traversal</a:t>
            </a:r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38B682-6BFF-DF42-EBE0-C641EDF5CB46}"/>
              </a:ext>
            </a:extLst>
          </p:cNvPr>
          <p:cNvSpPr txBox="1"/>
          <p:nvPr/>
        </p:nvSpPr>
        <p:spPr>
          <a:xfrm>
            <a:off x="609600" y="743801"/>
            <a:ext cx="61264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800" b="1" dirty="0">
                <a:solidFill>
                  <a:srgbClr val="A50021"/>
                </a:solidFill>
                <a:latin typeface="Times New Roman"/>
                <a:ea typeface="+mj-ea"/>
                <a:cs typeface="Times New Roman"/>
              </a:rPr>
              <a:t>BST Traversal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CCC29-A1C7-54C9-B66E-C5D6A1D4561D}"/>
              </a:ext>
            </a:extLst>
          </p:cNvPr>
          <p:cNvSpPr txBox="1"/>
          <p:nvPr/>
        </p:nvSpPr>
        <p:spPr>
          <a:xfrm>
            <a:off x="609600" y="1280523"/>
            <a:ext cx="9791114" cy="4580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“traversal” we mean visiting all the nodes in a graph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strategies can be speciﬁed by the ordering of the three objects to visit: the current node, the left subtree, and the right subtree.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Wingdings" panose="05000000000000000000" pitchFamily="2" charset="2"/>
              <a:buChar char="q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assume the  left subtree always comes before the right subtree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there are three strategies.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ordering is: the left subtree, the current node, the right subtree.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ordering is: the current node, the left subtree, the right subtree.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Postorder.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ordering is: the left subtree, the right subtree, the current node.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88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58426-2BE3-A57A-471F-CC24C15F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4816B2D1-93E8-AB3B-9AC7-3B03F9F604C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 </a:t>
            </a:r>
            <a:r>
              <a:rPr lang="en-US" sz="2400" b="1" dirty="0"/>
              <a:t>BST Traversal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24" name="Picture 2" descr="KL Deemed to be University Logo">
            <a:extLst>
              <a:ext uri="{FF2B5EF4-FFF2-40B4-BE49-F238E27FC236}">
                <a16:creationId xmlns:a16="http://schemas.microsoft.com/office/drawing/2014/main" id="{9423C3B1-FFCF-A5DC-AC4F-276620653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0E9C28-1E65-2D25-CA9E-27876EC5FFBD}"/>
              </a:ext>
            </a:extLst>
          </p:cNvPr>
          <p:cNvSpPr txBox="1"/>
          <p:nvPr/>
        </p:nvSpPr>
        <p:spPr>
          <a:xfrm>
            <a:off x="609600" y="743801"/>
            <a:ext cx="612648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800" b="1" dirty="0">
                <a:solidFill>
                  <a:srgbClr val="A50021"/>
                </a:solidFill>
                <a:latin typeface="Times New Roman"/>
                <a:ea typeface="+mj-ea"/>
                <a:cs typeface="Times New Roman"/>
              </a:rPr>
              <a:t>Preorder Traversal  Pseudocode</a:t>
            </a:r>
          </a:p>
          <a:p>
            <a:r>
              <a:rPr lang="en-US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A6FE0-517E-791A-EDF6-8A40F7BE62C5}"/>
              </a:ext>
            </a:extLst>
          </p:cNvPr>
          <p:cNvSpPr txBox="1"/>
          <p:nvPr/>
        </p:nvSpPr>
        <p:spPr>
          <a:xfrm>
            <a:off x="609600" y="1280523"/>
            <a:ext cx="9791114" cy="56630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Preorder-Walk(x)  :</a:t>
            </a:r>
            <a:endParaRPr lang="en-US" dirty="0"/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1: if x = nil then return  </a:t>
            </a:r>
            <a:endParaRPr lang="en-US" dirty="0"/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2: Print key[x]  </a:t>
            </a:r>
            <a:endParaRPr lang="en-US" dirty="0"/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3.Preorder-Walk(left[x])  </a:t>
            </a:r>
            <a:endParaRPr lang="en-US" dirty="0"/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4: Preorder-Walk(right[x]) </a:t>
            </a:r>
            <a:endParaRPr lang="en-US" dirty="0"/>
          </a:p>
          <a:p>
            <a:pPr>
              <a:buFontTx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800" b="1" dirty="0">
                <a:solidFill>
                  <a:srgbClr val="A50021"/>
                </a:solidFill>
                <a:latin typeface="Times New Roman"/>
                <a:cs typeface="Times New Roman"/>
              </a:rPr>
              <a:t>Postorder Traversal  Pseudocode:</a:t>
            </a:r>
            <a:br>
              <a:rPr lang="en-US" sz="2800" b="1" dirty="0">
                <a:solidFill>
                  <a:srgbClr val="A50021"/>
                </a:solidFill>
                <a:latin typeface="Times New Roman"/>
                <a:cs typeface="Times New Roman"/>
              </a:rPr>
            </a:b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Post order-Walk(x)  </a:t>
            </a:r>
            <a:endParaRPr lang="en-US" sz="2800">
              <a:solidFill>
                <a:srgbClr val="A50021"/>
              </a:solidFill>
              <a:latin typeface="Times New Roman"/>
              <a:cs typeface="Times New Roman"/>
            </a:endParaRPr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1: if x = nil then return  </a:t>
            </a:r>
            <a:endParaRPr lang="en-US"/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2: Preorder-Walk(left[x])  </a:t>
            </a:r>
            <a:endParaRPr lang="en-US"/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3: Preorder-Walk(right[x]) </a:t>
            </a:r>
            <a:endParaRPr lang="en-US"/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4: Print key[x]  </a:t>
            </a:r>
            <a:endParaRPr lang="en-US"/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sz="2800" b="1" dirty="0">
              <a:latin typeface="Times New Roman"/>
              <a:cs typeface="Times New Roman"/>
            </a:endParaRPr>
          </a:p>
          <a:p>
            <a:pPr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449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877605" y="121131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BST Traversal</a:t>
            </a:r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ea typeface="+mn-lt"/>
                <a:cs typeface="+mn-lt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lt"/>
              <a:cs typeface="+mn-lt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38B682-6BFF-DF42-EBE0-C641EDF5CB46}"/>
              </a:ext>
            </a:extLst>
          </p:cNvPr>
          <p:cNvSpPr txBox="1"/>
          <p:nvPr/>
        </p:nvSpPr>
        <p:spPr>
          <a:xfrm>
            <a:off x="609600" y="743801"/>
            <a:ext cx="6126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Inorder Traversal  Pseudocode</a:t>
            </a:r>
          </a:p>
          <a:p>
            <a:r>
              <a:rPr lang="en-US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CCC29-A1C7-54C9-B66E-C5D6A1D4561D}"/>
              </a:ext>
            </a:extLst>
          </p:cNvPr>
          <p:cNvSpPr txBox="1"/>
          <p:nvPr/>
        </p:nvSpPr>
        <p:spPr>
          <a:xfrm>
            <a:off x="609600" y="1280523"/>
            <a:ext cx="9791114" cy="26463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Inorder-Walk(x) 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1: if x = nil then return 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2: Inorder-Walk(left[x]) 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3: Print key[x] </a:t>
            </a:r>
          </a:p>
          <a:p>
            <a:pPr marL="457200" indent="-457200">
              <a:lnSpc>
                <a:spcPct val="95000"/>
              </a:lnSpc>
              <a:spcBef>
                <a:spcPts val="700"/>
              </a:spcBef>
              <a:buFont typeface="Monotype Sorts" pitchFamily="2" charset="2"/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4: Inorder-Walk(right[x])</a:t>
            </a:r>
          </a:p>
          <a:p>
            <a:pPr>
              <a:lnSpc>
                <a:spcPct val="95000"/>
              </a:lnSpc>
              <a:spcBef>
                <a:spcPts val="70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652" y="4217159"/>
            <a:ext cx="5219971" cy="224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9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/>
              <a:t>Example</a:t>
            </a:r>
            <a:endParaRPr lang="en-US" b="1" dirty="0"/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38B682-6BFF-DF42-EBE0-C641EDF5CB46}"/>
              </a:ext>
            </a:extLst>
          </p:cNvPr>
          <p:cNvSpPr txBox="1"/>
          <p:nvPr/>
        </p:nvSpPr>
        <p:spPr>
          <a:xfrm>
            <a:off x="1360226" y="3964678"/>
            <a:ext cx="10499678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800" b="1" dirty="0">
                <a:latin typeface="Times New Roman"/>
                <a:ea typeface="+mj-ea"/>
                <a:cs typeface="Times New Roman"/>
              </a:rPr>
              <a:t>What is the outcome of </a:t>
            </a:r>
            <a:r>
              <a:rPr lang="en-US" altLang="en-US" sz="2800" b="1" err="1">
                <a:latin typeface="Times New Roman"/>
                <a:ea typeface="+mj-ea"/>
                <a:cs typeface="Times New Roman"/>
              </a:rPr>
              <a:t>inorder</a:t>
            </a:r>
            <a:r>
              <a:rPr lang="en-US" altLang="en-US" sz="2800" b="1" dirty="0">
                <a:latin typeface="Times New Roman"/>
                <a:ea typeface="+mj-ea"/>
                <a:cs typeface="Times New Roman"/>
              </a:rPr>
              <a:t> traversal on this BST? </a:t>
            </a:r>
            <a:endParaRPr lang="en-US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/>
                <a:ea typeface="+mj-ea"/>
                <a:cs typeface="Times New Roman"/>
              </a:rPr>
              <a:t>How about postorder traversal and preorder traversal?</a:t>
            </a:r>
          </a:p>
          <a:p>
            <a:endParaRPr lang="en-US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7" y="1338787"/>
            <a:ext cx="568642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1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 </a:t>
            </a:r>
            <a:r>
              <a:rPr lang="en-US" sz="2400" b="1" dirty="0"/>
              <a:t>Example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38B682-6BFF-DF42-EBE0-C641EDF5CB46}"/>
              </a:ext>
            </a:extLst>
          </p:cNvPr>
          <p:cNvSpPr txBox="1"/>
          <p:nvPr/>
        </p:nvSpPr>
        <p:spPr>
          <a:xfrm>
            <a:off x="1360226" y="1562668"/>
            <a:ext cx="10499678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a-DK" altLang="en-US" sz="2800" b="1" dirty="0" err="1">
                <a:latin typeface="Times New Roman"/>
                <a:ea typeface="+mj-ea"/>
                <a:cs typeface="Times New Roman"/>
              </a:rPr>
              <a:t>Inorder</a:t>
            </a:r>
            <a:r>
              <a:rPr lang="da-DK" altLang="en-US" sz="2800" b="1" dirty="0">
                <a:latin typeface="Times New Roman"/>
                <a:ea typeface="+mj-ea"/>
                <a:cs typeface="Times New Roman"/>
              </a:rPr>
              <a:t> traversal : </a:t>
            </a:r>
            <a:r>
              <a:rPr lang="da-DK" altLang="en-US" sz="2800" dirty="0">
                <a:latin typeface="Times New Roman"/>
                <a:ea typeface="+mj-ea"/>
                <a:cs typeface="Times New Roman"/>
              </a:rPr>
              <a:t>2, 3, 4, 5, 6, 7, 8 , 9, 11, 12, 15, 19, 20.</a:t>
            </a:r>
          </a:p>
          <a:p>
            <a:endParaRPr lang="en-US" alt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/>
                <a:ea typeface="+mj-ea"/>
                <a:cs typeface="Times New Roman"/>
              </a:rPr>
              <a:t>Preorder traversal : </a:t>
            </a:r>
            <a:r>
              <a:rPr lang="en-US" altLang="en-US" sz="2800" dirty="0">
                <a:latin typeface="Times New Roman"/>
                <a:ea typeface="+mj-ea"/>
                <a:cs typeface="Times New Roman"/>
              </a:rPr>
              <a:t>7, 4, 2, 3, 6, 5, 12, 9, 8, 11, 19, 15, 20.</a:t>
            </a:r>
          </a:p>
          <a:p>
            <a:endParaRPr lang="en-US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en-US" sz="2800" b="1" dirty="0" err="1">
                <a:latin typeface="Times New Roman"/>
                <a:ea typeface="+mj-ea"/>
                <a:cs typeface="Times New Roman"/>
              </a:rPr>
              <a:t>Postorder</a:t>
            </a:r>
            <a:r>
              <a:rPr lang="en-US" altLang="en-US" sz="2800" b="1" dirty="0">
                <a:latin typeface="Times New Roman"/>
                <a:ea typeface="+mj-ea"/>
                <a:cs typeface="Times New Roman"/>
              </a:rPr>
              <a:t> traversal : </a:t>
            </a:r>
            <a:r>
              <a:rPr lang="en-US" altLang="en-US" sz="2800" dirty="0">
                <a:latin typeface="Times New Roman"/>
                <a:ea typeface="+mj-ea"/>
                <a:cs typeface="Times New Roman"/>
              </a:rPr>
              <a:t>3, 2, 5, 6, 4, 8, 11, 9, 15, 20, 19, 12, 7.</a:t>
            </a:r>
          </a:p>
          <a:p>
            <a:endParaRPr lang="en-US" altLang="en-US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02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588CA-A77A-A703-0AF5-8CE91EEFF96A}"/>
              </a:ext>
            </a:extLst>
          </p:cNvPr>
          <p:cNvSpPr txBox="1"/>
          <p:nvPr/>
        </p:nvSpPr>
        <p:spPr>
          <a:xfrm>
            <a:off x="105273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31F486-777A-D15A-57BD-0B7140122ADA}"/>
              </a:ext>
            </a:extLst>
          </p:cNvPr>
          <p:cNvSpPr txBox="1"/>
          <p:nvPr/>
        </p:nvSpPr>
        <p:spPr>
          <a:xfrm>
            <a:off x="1205132" y="1404425"/>
            <a:ext cx="10086536" cy="56950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en-US" sz="2400" b="1" dirty="0">
                <a:latin typeface="Times New Roman"/>
                <a:ea typeface="+mj-ea"/>
                <a:cs typeface="Times New Roman"/>
              </a:rPr>
              <a:t>BST Insertion </a:t>
            </a:r>
            <a:endParaRPr lang="en-US" sz="2400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/>
            <a:r>
              <a:rPr lang="en-US" sz="2400" b="0" i="0" dirty="0">
                <a:effectLst/>
                <a:latin typeface="Times New Roman"/>
                <a:cs typeface="Times New Roman"/>
              </a:rPr>
              <a:t>1. Create a new BST node and assign values to it.</a:t>
            </a:r>
          </a:p>
          <a:p>
            <a:pPr algn="l"/>
            <a:r>
              <a:rPr lang="en-US" sz="2400" b="0" i="0" dirty="0">
                <a:effectLst/>
                <a:latin typeface="Times New Roman"/>
                <a:cs typeface="Times New Roman"/>
              </a:rPr>
              <a:t>2. insert(node, key)</a:t>
            </a:r>
          </a:p>
          <a:p>
            <a:pPr algn="l"/>
            <a:r>
              <a:rPr lang="en-US" sz="2400" b="0" i="0" dirty="0">
                <a:effectLst/>
                <a:latin typeface="Times New Roman"/>
                <a:cs typeface="Times New Roman"/>
              </a:rPr>
              <a:t>     </a:t>
            </a:r>
            <a:r>
              <a:rPr lang="en-US" sz="2400" b="0" i="0" err="1">
                <a:effectLst/>
                <a:latin typeface="Times New Roman"/>
                <a:cs typeface="Times New Roman"/>
              </a:rPr>
              <a:t>i</a:t>
            </a:r>
            <a:r>
              <a:rPr lang="en-US" sz="2400" b="0" i="0" dirty="0">
                <a:effectLst/>
                <a:latin typeface="Times New Roman"/>
                <a:cs typeface="Times New Roman"/>
              </a:rPr>
              <a:t>) If root == NULL,</a:t>
            </a:r>
          </a:p>
          <a:p>
            <a:pPr algn="l"/>
            <a:r>
              <a:rPr lang="en-US" sz="2400" b="0" i="0" dirty="0">
                <a:effectLst/>
                <a:latin typeface="Times New Roman"/>
                <a:cs typeface="Times New Roman"/>
              </a:rPr>
              <a:t>         return the new node to the calling function.</a:t>
            </a:r>
          </a:p>
          <a:p>
            <a:pPr algn="l"/>
            <a:r>
              <a:rPr lang="en-US" sz="2400" b="0" i="0" dirty="0">
                <a:effectLst/>
                <a:latin typeface="Times New Roman"/>
                <a:cs typeface="Times New Roman"/>
              </a:rPr>
              <a:t>     ii) if root-&gt;data &lt; key</a:t>
            </a:r>
          </a:p>
          <a:p>
            <a:r>
              <a:rPr lang="en-US" sz="2400" b="0" i="0" dirty="0">
                <a:effectLst/>
                <a:latin typeface="Times New Roman"/>
                <a:cs typeface="Times New Roman"/>
              </a:rPr>
              <a:t>         call the insert function with root-&gt;right and assign the return value in</a:t>
            </a:r>
            <a:r>
              <a:rPr lang="en-US" sz="2400" dirty="0">
                <a:latin typeface="Times New Roman"/>
                <a:cs typeface="Times New Roman"/>
              </a:rPr>
              <a:t>     </a:t>
            </a:r>
          </a:p>
          <a:p>
            <a:r>
              <a:rPr lang="en-US" sz="2400" dirty="0">
                <a:latin typeface="Times New Roman"/>
                <a:cs typeface="Times New Roman"/>
              </a:rPr>
              <a:t>         </a:t>
            </a:r>
            <a:r>
              <a:rPr lang="en-US" sz="2400" b="0" i="0" dirty="0">
                <a:effectLst/>
                <a:latin typeface="Times New Roman"/>
                <a:cs typeface="Times New Roman"/>
              </a:rPr>
              <a:t>root</a:t>
            </a:r>
            <a:r>
              <a:rPr lang="en-US" sz="2400" dirty="0">
                <a:latin typeface="Times New Roman"/>
                <a:cs typeface="Times New Roman"/>
              </a:rPr>
              <a:t>-&gt;</a:t>
            </a:r>
            <a:r>
              <a:rPr lang="en-US" sz="2400" b="0" i="0" dirty="0">
                <a:effectLst/>
                <a:latin typeface="Times New Roman"/>
                <a:cs typeface="Times New Roman"/>
              </a:rPr>
              <a:t>right.</a:t>
            </a:r>
          </a:p>
          <a:p>
            <a:pPr algn="l"/>
            <a:r>
              <a:rPr lang="en-US" sz="2400" b="0" i="0" dirty="0">
                <a:effectLst/>
                <a:latin typeface="Times New Roman"/>
                <a:cs typeface="Times New Roman"/>
              </a:rPr>
              <a:t>        root-&gt;right = insert(root-&gt;</a:t>
            </a:r>
            <a:r>
              <a:rPr lang="en-US" sz="2400" b="0" i="0" err="1">
                <a:effectLst/>
                <a:latin typeface="Times New Roman"/>
                <a:cs typeface="Times New Roman"/>
              </a:rPr>
              <a:t>right,key</a:t>
            </a:r>
            <a:r>
              <a:rPr lang="en-US" sz="2400" b="0" i="0" dirty="0">
                <a:effectLst/>
                <a:latin typeface="Times New Roman"/>
                <a:cs typeface="Times New Roman"/>
              </a:rPr>
              <a:t>)</a:t>
            </a:r>
          </a:p>
          <a:p>
            <a:pPr algn="l"/>
            <a:r>
              <a:rPr lang="en-US" sz="2400" b="0" i="0" dirty="0">
                <a:effectLst/>
                <a:latin typeface="Times New Roman"/>
                <a:cs typeface="Times New Roman"/>
              </a:rPr>
              <a:t>     iii) if root-&gt;data &gt; key</a:t>
            </a:r>
          </a:p>
          <a:p>
            <a:r>
              <a:rPr lang="en-US" sz="2400" b="0" i="0" dirty="0">
                <a:effectLst/>
                <a:latin typeface="Times New Roman"/>
                <a:cs typeface="Times New Roman"/>
              </a:rPr>
              <a:t>         call the insert function with root-&gt;left and assign the return value in</a:t>
            </a:r>
            <a:r>
              <a:rPr lang="en-US" sz="2400" dirty="0">
                <a:latin typeface="Times New Roman"/>
                <a:cs typeface="Times New Roman"/>
              </a:rPr>
              <a:t>  </a:t>
            </a:r>
            <a:endParaRPr lang="en-US" sz="24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         </a:t>
            </a:r>
            <a:r>
              <a:rPr lang="en-US" sz="2400" b="0" i="0" dirty="0">
                <a:effectLst/>
                <a:latin typeface="Times New Roman"/>
                <a:cs typeface="Times New Roman"/>
              </a:rPr>
              <a:t>root</a:t>
            </a:r>
            <a:r>
              <a:rPr lang="en-US" sz="2400" dirty="0">
                <a:latin typeface="Times New Roman"/>
                <a:cs typeface="Times New Roman"/>
              </a:rPr>
              <a:t>-&gt;</a:t>
            </a:r>
            <a:r>
              <a:rPr lang="en-US" sz="2400" b="0" i="0" dirty="0">
                <a:effectLst/>
                <a:latin typeface="Times New Roman"/>
                <a:cs typeface="Times New Roman"/>
              </a:rPr>
              <a:t>left.</a:t>
            </a:r>
          </a:p>
          <a:p>
            <a:pPr algn="l"/>
            <a:r>
              <a:rPr lang="en-US" sz="2400" b="0" i="0" dirty="0">
                <a:effectLst/>
                <a:latin typeface="Times New Roman"/>
                <a:cs typeface="Times New Roman"/>
              </a:rPr>
              <a:t>         root-&gt;left = insert(root-&gt;</a:t>
            </a:r>
            <a:r>
              <a:rPr lang="en-US" sz="2400" b="0" i="0" err="1">
                <a:effectLst/>
                <a:latin typeface="Times New Roman"/>
                <a:cs typeface="Times New Roman"/>
              </a:rPr>
              <a:t>left,key</a:t>
            </a:r>
            <a:r>
              <a:rPr lang="en-US" sz="2400" b="0" i="0" dirty="0">
                <a:effectLst/>
                <a:latin typeface="Times New Roman"/>
                <a:cs typeface="Times New Roman"/>
              </a:rPr>
              <a:t>)</a:t>
            </a:r>
          </a:p>
          <a:p>
            <a:pPr algn="l"/>
            <a:r>
              <a:rPr lang="en-US" sz="2400" b="0" i="0" dirty="0">
                <a:effectLst/>
                <a:latin typeface="Times New Roman"/>
                <a:cs typeface="Times New Roman"/>
              </a:rPr>
              <a:t>3. Finally, return the original root pointer to the calling function.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endParaRPr lang="en-US" altLang="en-US" sz="2400" dirty="0">
              <a:latin typeface="+mj-lt"/>
              <a:ea typeface="Calibri Light"/>
              <a:cs typeface="Courier New" panose="02070309020205020404" pitchFamily="49" charset="0"/>
            </a:endParaRPr>
          </a:p>
        </p:txBody>
      </p:sp>
      <p:pic>
        <p:nvPicPr>
          <p:cNvPr id="8" name="Picture 2" descr="KL Deemed to be University Logo">
            <a:extLst>
              <a:ext uri="{FF2B5EF4-FFF2-40B4-BE49-F238E27FC236}">
                <a16:creationId xmlns:a16="http://schemas.microsoft.com/office/drawing/2014/main" id="{54FB4458-6EEC-6204-D0A3-0A2B253D3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369" y="204585"/>
            <a:ext cx="1990725" cy="600076"/>
          </a:xfrm>
          <a:prstGeom prst="rect">
            <a:avLst/>
          </a:prstGeom>
          <a:noFill/>
        </p:spPr>
      </p:pic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95BCCD5C-FAEB-79D2-992A-44E1FD098D71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DESCRIPTION         (Cont..)</a:t>
            </a:r>
          </a:p>
        </p:txBody>
      </p:sp>
    </p:spTree>
    <p:extLst>
      <p:ext uri="{BB962C8B-B14F-4D97-AF65-F5344CB8AC3E}">
        <p14:creationId xmlns:p14="http://schemas.microsoft.com/office/powerpoint/2010/main" val="12063169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ea typeface="Calibri"/>
                <a:cs typeface="Calibri"/>
              </a:rPr>
              <a:t>BST Insertion</a:t>
            </a:r>
            <a:endParaRPr lang="en-US" sz="2400" b="1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AFCA28CA-922B-5272-C9CC-62D9B4636F87}"/>
              </a:ext>
            </a:extLst>
          </p:cNvPr>
          <p:cNvSpPr txBox="1">
            <a:spLocks noChangeArrowheads="1"/>
          </p:cNvSpPr>
          <p:nvPr/>
        </p:nvSpPr>
        <p:spPr>
          <a:xfrm>
            <a:off x="522394" y="780938"/>
            <a:ext cx="10163502" cy="65836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400" b="1" dirty="0">
                <a:solidFill>
                  <a:srgbClr val="A50021"/>
                </a:solidFill>
                <a:latin typeface="Times New Roman"/>
                <a:cs typeface="Times New Roman"/>
              </a:rPr>
              <a:t>BST Insertion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8484BA15-048B-4FD2-6A79-5A5BBEBBB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132" y="1506558"/>
            <a:ext cx="1317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</a:rPr>
              <a:t>Insert (2)</a:t>
            </a:r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B3954E60-2049-0DC3-A9EE-3F6FCE2614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79265" y="3650341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206DF8CF-BD5F-5FFD-E7FE-0A954E3A0D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2465" y="3650341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F65AF4-0E22-18B6-D9DA-9EAF27C3B2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45865" y="2761341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66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31C3CB-E397-6F45-E67E-98CA34108C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12665" y="1872341"/>
            <a:ext cx="381000" cy="3810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</a:rPr>
              <a:t>8</a:t>
            </a:r>
          </a:p>
        </p:txBody>
      </p:sp>
      <p:cxnSp>
        <p:nvCxnSpPr>
          <p:cNvPr id="9" name="AutoShape 10">
            <a:extLst>
              <a:ext uri="{FF2B5EF4-FFF2-40B4-BE49-F238E27FC236}">
                <a16:creationId xmlns:a16="http://schemas.microsoft.com/office/drawing/2014/main" id="{CA876734-3C79-BC71-FB9D-1A7074D9D7C4}"/>
              </a:ext>
            </a:extLst>
          </p:cNvPr>
          <p:cNvCxnSpPr>
            <a:cxnSpLocks noChangeShapeType="1"/>
            <a:stCxn id="8" idx="3"/>
            <a:endCxn id="7" idx="0"/>
          </p:cNvCxnSpPr>
          <p:nvPr/>
        </p:nvCxnSpPr>
        <p:spPr bwMode="auto">
          <a:xfrm flipH="1">
            <a:off x="2536366" y="2216829"/>
            <a:ext cx="9318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1">
            <a:extLst>
              <a:ext uri="{FF2B5EF4-FFF2-40B4-BE49-F238E27FC236}">
                <a16:creationId xmlns:a16="http://schemas.microsoft.com/office/drawing/2014/main" id="{3D5F1CAE-0389-0B49-68E7-24E756509E76}"/>
              </a:ext>
            </a:extLst>
          </p:cNvPr>
          <p:cNvCxnSpPr>
            <a:cxnSpLocks noChangeShapeType="1"/>
            <a:stCxn id="8" idx="5"/>
          </p:cNvCxnSpPr>
          <p:nvPr/>
        </p:nvCxnSpPr>
        <p:spPr bwMode="auto">
          <a:xfrm>
            <a:off x="3738103" y="2216829"/>
            <a:ext cx="931862" cy="525462"/>
          </a:xfrm>
          <a:prstGeom prst="straightConnector1">
            <a:avLst/>
          </a:prstGeom>
          <a:noFill/>
          <a:ln w="9525">
            <a:solidFill>
              <a:srgbClr val="CC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3">
            <a:extLst>
              <a:ext uri="{FF2B5EF4-FFF2-40B4-BE49-F238E27FC236}">
                <a16:creationId xmlns:a16="http://schemas.microsoft.com/office/drawing/2014/main" id="{E86F474F-AC60-DA15-84B8-B9B70A235BD1}"/>
              </a:ext>
            </a:extLst>
          </p:cNvPr>
          <p:cNvCxnSpPr>
            <a:cxnSpLocks noChangeShapeType="1"/>
            <a:stCxn id="7" idx="3"/>
            <a:endCxn id="5" idx="0"/>
          </p:cNvCxnSpPr>
          <p:nvPr/>
        </p:nvCxnSpPr>
        <p:spPr bwMode="auto">
          <a:xfrm flipH="1">
            <a:off x="2002966" y="3105829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F2D371A3-FA2C-4531-0A1A-AC50AE28B3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22316" y="3105829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7">
            <a:extLst>
              <a:ext uri="{FF2B5EF4-FFF2-40B4-BE49-F238E27FC236}">
                <a16:creationId xmlns:a16="http://schemas.microsoft.com/office/drawing/2014/main" id="{8BFE0AB1-CD42-43F6-42DF-760DDD2D86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24329" y="4428216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7</a:t>
            </a:r>
          </a:p>
        </p:txBody>
      </p:sp>
      <p:cxnSp>
        <p:nvCxnSpPr>
          <p:cNvPr id="16" name="AutoShape 18">
            <a:extLst>
              <a:ext uri="{FF2B5EF4-FFF2-40B4-BE49-F238E27FC236}">
                <a16:creationId xmlns:a16="http://schemas.microsoft.com/office/drawing/2014/main" id="{A7576B1A-8F19-2B08-ECA8-67D4166FB3E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7533" y="3990287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5">
            <a:extLst>
              <a:ext uri="{FF2B5EF4-FFF2-40B4-BE49-F238E27FC236}">
                <a16:creationId xmlns:a16="http://schemas.microsoft.com/office/drawing/2014/main" id="{2F93B965-12BE-C6A1-E2C5-89117971A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99659" y="457245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18" name="AutoShape 14">
            <a:extLst>
              <a:ext uri="{FF2B5EF4-FFF2-40B4-BE49-F238E27FC236}">
                <a16:creationId xmlns:a16="http://schemas.microsoft.com/office/drawing/2014/main" id="{7C56F496-8946-CCDE-C3DF-C57906421F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42710" y="4027946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Oval 17">
            <a:extLst>
              <a:ext uri="{FF2B5EF4-FFF2-40B4-BE49-F238E27FC236}">
                <a16:creationId xmlns:a16="http://schemas.microsoft.com/office/drawing/2014/main" id="{5B1309D1-5CEF-DE54-E8BC-575F859960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4723" y="535033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4</a:t>
            </a:r>
          </a:p>
        </p:txBody>
      </p:sp>
      <p:cxnSp>
        <p:nvCxnSpPr>
          <p:cNvPr id="20" name="AutoShape 18">
            <a:extLst>
              <a:ext uri="{FF2B5EF4-FFF2-40B4-BE49-F238E27FC236}">
                <a16:creationId xmlns:a16="http://schemas.microsoft.com/office/drawing/2014/main" id="{E4DD1960-A057-C315-65EB-B6DED1557B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77927" y="4912404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Oval 5">
            <a:extLst>
              <a:ext uri="{FF2B5EF4-FFF2-40B4-BE49-F238E27FC236}">
                <a16:creationId xmlns:a16="http://schemas.microsoft.com/office/drawing/2014/main" id="{CBF83102-0777-227B-915B-E2E5999DAF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45797" y="3650341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2" name="Oval 6">
            <a:extLst>
              <a:ext uri="{FF2B5EF4-FFF2-40B4-BE49-F238E27FC236}">
                <a16:creationId xmlns:a16="http://schemas.microsoft.com/office/drawing/2014/main" id="{CCD3F3E1-3F0D-1055-619E-150194F664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8997" y="3650341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3" name="Oval 8">
            <a:extLst>
              <a:ext uri="{FF2B5EF4-FFF2-40B4-BE49-F238E27FC236}">
                <a16:creationId xmlns:a16="http://schemas.microsoft.com/office/drawing/2014/main" id="{74DAF67E-686A-ADF6-6FB3-F4A1DBC179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12397" y="2761341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24" name="AutoShape 13">
            <a:extLst>
              <a:ext uri="{FF2B5EF4-FFF2-40B4-BE49-F238E27FC236}">
                <a16:creationId xmlns:a16="http://schemas.microsoft.com/office/drawing/2014/main" id="{596ED39C-199D-7ADB-5ED8-70BA93B0C422}"/>
              </a:ext>
            </a:extLst>
          </p:cNvPr>
          <p:cNvCxnSpPr>
            <a:cxnSpLocks noChangeShapeType="1"/>
            <a:stCxn id="23" idx="3"/>
            <a:endCxn id="22" idx="0"/>
          </p:cNvCxnSpPr>
          <p:nvPr/>
        </p:nvCxnSpPr>
        <p:spPr bwMode="auto">
          <a:xfrm flipH="1">
            <a:off x="4169498" y="3105829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14">
            <a:extLst>
              <a:ext uri="{FF2B5EF4-FFF2-40B4-BE49-F238E27FC236}">
                <a16:creationId xmlns:a16="http://schemas.microsoft.com/office/drawing/2014/main" id="{9226691B-6ADD-F21C-FF3D-6E47C19735D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88848" y="3105829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47E2201-2999-3B5E-06A0-D9845D6CD6E6}"/>
              </a:ext>
            </a:extLst>
          </p:cNvPr>
          <p:cNvGrpSpPr/>
          <p:nvPr/>
        </p:nvGrpSpPr>
        <p:grpSpPr>
          <a:xfrm>
            <a:off x="7034841" y="1872341"/>
            <a:ext cx="3614332" cy="3877588"/>
            <a:chOff x="7034841" y="1872341"/>
            <a:chExt cx="3614332" cy="3877588"/>
          </a:xfrm>
        </p:grpSpPr>
        <p:sp>
          <p:nvSpPr>
            <p:cNvPr id="27" name="Oval 5">
              <a:extLst>
                <a:ext uri="{FF2B5EF4-FFF2-40B4-BE49-F238E27FC236}">
                  <a16:creationId xmlns:a16="http://schemas.microsoft.com/office/drawing/2014/main" id="{F1F69BA4-F90B-08D7-4C96-9BB6198871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01641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8" name="Oval 6">
              <a:extLst>
                <a:ext uri="{FF2B5EF4-FFF2-40B4-BE49-F238E27FC236}">
                  <a16:creationId xmlns:a16="http://schemas.microsoft.com/office/drawing/2014/main" id="{51248F3F-31E9-ADE4-A3B1-88DA541588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034841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9" name="Oval 8">
              <a:extLst>
                <a:ext uri="{FF2B5EF4-FFF2-40B4-BE49-F238E27FC236}">
                  <a16:creationId xmlns:a16="http://schemas.microsoft.com/office/drawing/2014/main" id="{46F8B84D-8A3A-3DBD-20FB-31963CA5A8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568241" y="2761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66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0" name="Oval 9">
              <a:extLst>
                <a:ext uri="{FF2B5EF4-FFF2-40B4-BE49-F238E27FC236}">
                  <a16:creationId xmlns:a16="http://schemas.microsoft.com/office/drawing/2014/main" id="{C2E47DAC-994F-EAEB-3636-FC9BEF7390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635041" y="1872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cxnSp>
          <p:nvCxnSpPr>
            <p:cNvPr id="31" name="AutoShape 10">
              <a:extLst>
                <a:ext uri="{FF2B5EF4-FFF2-40B4-BE49-F238E27FC236}">
                  <a16:creationId xmlns:a16="http://schemas.microsoft.com/office/drawing/2014/main" id="{1F446A18-AC62-0BC9-A86E-95AF788E99BB}"/>
                </a:ext>
              </a:extLst>
            </p:cNvPr>
            <p:cNvCxnSpPr>
              <a:cxnSpLocks noChangeShapeType="1"/>
              <a:stCxn id="30" idx="3"/>
              <a:endCxn id="29" idx="0"/>
            </p:cNvCxnSpPr>
            <p:nvPr/>
          </p:nvCxnSpPr>
          <p:spPr bwMode="auto">
            <a:xfrm flipH="1">
              <a:off x="7758742" y="2216829"/>
              <a:ext cx="9318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11">
              <a:extLst>
                <a:ext uri="{FF2B5EF4-FFF2-40B4-BE49-F238E27FC236}">
                  <a16:creationId xmlns:a16="http://schemas.microsoft.com/office/drawing/2014/main" id="{77BB37D0-565E-B05D-A018-C9730BBDE050}"/>
                </a:ext>
              </a:extLst>
            </p:cNvPr>
            <p:cNvCxnSpPr>
              <a:cxnSpLocks noChangeShapeType="1"/>
              <a:stCxn id="30" idx="5"/>
            </p:cNvCxnSpPr>
            <p:nvPr/>
          </p:nvCxnSpPr>
          <p:spPr bwMode="auto">
            <a:xfrm>
              <a:off x="8960479" y="2216829"/>
              <a:ext cx="931862" cy="525462"/>
            </a:xfrm>
            <a:prstGeom prst="straightConnector1">
              <a:avLst/>
            </a:prstGeom>
            <a:noFill/>
            <a:ln w="9525">
              <a:solidFill>
                <a:srgbClr val="CC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13">
              <a:extLst>
                <a:ext uri="{FF2B5EF4-FFF2-40B4-BE49-F238E27FC236}">
                  <a16:creationId xmlns:a16="http://schemas.microsoft.com/office/drawing/2014/main" id="{BF5DCA2E-345C-635F-CC34-3BD9A968E3CB}"/>
                </a:ext>
              </a:extLst>
            </p:cNvPr>
            <p:cNvCxnSpPr>
              <a:cxnSpLocks noChangeShapeType="1"/>
              <a:stCxn id="29" idx="3"/>
              <a:endCxn id="28" idx="0"/>
            </p:cNvCxnSpPr>
            <p:nvPr/>
          </p:nvCxnSpPr>
          <p:spPr bwMode="auto">
            <a:xfrm flipH="1">
              <a:off x="7225342" y="3105829"/>
              <a:ext cx="3984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14">
              <a:extLst>
                <a:ext uri="{FF2B5EF4-FFF2-40B4-BE49-F238E27FC236}">
                  <a16:creationId xmlns:a16="http://schemas.microsoft.com/office/drawing/2014/main" id="{30284031-A731-BC39-49BF-0DF4675D15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44692" y="3105829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" name="Oval 17">
              <a:extLst>
                <a:ext uri="{FF2B5EF4-FFF2-40B4-BE49-F238E27FC236}">
                  <a16:creationId xmlns:a16="http://schemas.microsoft.com/office/drawing/2014/main" id="{96B0AE86-61F6-624B-D155-4F42874279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546705" y="4428216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7</a:t>
              </a:r>
            </a:p>
          </p:txBody>
        </p:sp>
        <p:cxnSp>
          <p:nvCxnSpPr>
            <p:cNvPr id="36" name="AutoShape 18">
              <a:extLst>
                <a:ext uri="{FF2B5EF4-FFF2-40B4-BE49-F238E27FC236}">
                  <a16:creationId xmlns:a16="http://schemas.microsoft.com/office/drawing/2014/main" id="{55A73C20-72B2-F897-36E1-C92DF410E6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79909" y="3990287"/>
              <a:ext cx="320448" cy="4496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" name="Oval 5">
              <a:extLst>
                <a:ext uri="{FF2B5EF4-FFF2-40B4-BE49-F238E27FC236}">
                  <a16:creationId xmlns:a16="http://schemas.microsoft.com/office/drawing/2014/main" id="{B1B59670-F6D6-67DF-0587-940EB98B2D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522035" y="4572458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38" name="AutoShape 14">
              <a:extLst>
                <a:ext uri="{FF2B5EF4-FFF2-40B4-BE49-F238E27FC236}">
                  <a16:creationId xmlns:a16="http://schemas.microsoft.com/office/drawing/2014/main" id="{23A6B4F9-EAB2-FD0F-F0FD-8EB5D89837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65086" y="4027946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97C5874F-CCE4-E727-16C0-CCD90B10CE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967099" y="5350333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40" name="AutoShape 18">
              <a:extLst>
                <a:ext uri="{FF2B5EF4-FFF2-40B4-BE49-F238E27FC236}">
                  <a16:creationId xmlns:a16="http://schemas.microsoft.com/office/drawing/2014/main" id="{5FC533FD-697A-34F6-CAB5-F60138E0B1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00303" y="4912404"/>
              <a:ext cx="320448" cy="4496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" name="Oval 19">
              <a:extLst>
                <a:ext uri="{FF2B5EF4-FFF2-40B4-BE49-F238E27FC236}">
                  <a16:creationId xmlns:a16="http://schemas.microsoft.com/office/drawing/2014/main" id="{F4675F33-B5DD-62FE-7EAD-B9220EB633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13763" y="5368929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42" name="AutoShape 20">
              <a:extLst>
                <a:ext uri="{FF2B5EF4-FFF2-40B4-BE49-F238E27FC236}">
                  <a16:creationId xmlns:a16="http://schemas.microsoft.com/office/drawing/2014/main" id="{13717C5C-F624-D1BF-F276-F55D0143BFF3}"/>
                </a:ext>
              </a:extLst>
            </p:cNvPr>
            <p:cNvCxnSpPr>
              <a:cxnSpLocks noChangeShapeType="1"/>
              <a:stCxn id="37" idx="3"/>
            </p:cNvCxnSpPr>
            <p:nvPr/>
          </p:nvCxnSpPr>
          <p:spPr bwMode="auto">
            <a:xfrm flipH="1">
              <a:off x="7304263" y="4897662"/>
              <a:ext cx="273568" cy="4526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" name="Oval 5">
              <a:extLst>
                <a:ext uri="{FF2B5EF4-FFF2-40B4-BE49-F238E27FC236}">
                  <a16:creationId xmlns:a16="http://schemas.microsoft.com/office/drawing/2014/main" id="{D50019D9-31A0-CB44-E338-63A54B94F9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268173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13</a:t>
              </a:r>
            </a:p>
          </p:txBody>
        </p:sp>
        <p:sp>
          <p:nvSpPr>
            <p:cNvPr id="44" name="Oval 6">
              <a:extLst>
                <a:ext uri="{FF2B5EF4-FFF2-40B4-BE49-F238E27FC236}">
                  <a16:creationId xmlns:a16="http://schemas.microsoft.com/office/drawing/2014/main" id="{E6AFC03F-F702-78C4-9111-088C53BC29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201373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45" name="Oval 8">
              <a:extLst>
                <a:ext uri="{FF2B5EF4-FFF2-40B4-BE49-F238E27FC236}">
                  <a16:creationId xmlns:a16="http://schemas.microsoft.com/office/drawing/2014/main" id="{D2965E4D-C24E-9EC7-B4A5-4259BCA155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734773" y="2761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11</a:t>
              </a:r>
            </a:p>
          </p:txBody>
        </p:sp>
        <p:cxnSp>
          <p:nvCxnSpPr>
            <p:cNvPr id="46" name="AutoShape 13">
              <a:extLst>
                <a:ext uri="{FF2B5EF4-FFF2-40B4-BE49-F238E27FC236}">
                  <a16:creationId xmlns:a16="http://schemas.microsoft.com/office/drawing/2014/main" id="{A1C2F113-80F2-DE9D-8F49-3ABB3B26BDFE}"/>
                </a:ext>
              </a:extLst>
            </p:cNvPr>
            <p:cNvCxnSpPr>
              <a:cxnSpLocks noChangeShapeType="1"/>
              <a:stCxn id="45" idx="3"/>
              <a:endCxn id="44" idx="0"/>
            </p:cNvCxnSpPr>
            <p:nvPr/>
          </p:nvCxnSpPr>
          <p:spPr bwMode="auto">
            <a:xfrm flipH="1">
              <a:off x="9391874" y="3105829"/>
              <a:ext cx="3984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14">
              <a:extLst>
                <a:ext uri="{FF2B5EF4-FFF2-40B4-BE49-F238E27FC236}">
                  <a16:creationId xmlns:a16="http://schemas.microsoft.com/office/drawing/2014/main" id="{F66A36B7-EAB3-49CE-E69F-D66463D7EF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11224" y="3105829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8" name="Right Arrow 48">
            <a:extLst>
              <a:ext uri="{FF2B5EF4-FFF2-40B4-BE49-F238E27FC236}">
                <a16:creationId xmlns:a16="http://schemas.microsoft.com/office/drawing/2014/main" id="{35780251-3CEC-18E2-2FEE-2343D7312406}"/>
              </a:ext>
            </a:extLst>
          </p:cNvPr>
          <p:cNvSpPr/>
          <p:nvPr/>
        </p:nvSpPr>
        <p:spPr>
          <a:xfrm>
            <a:off x="5104146" y="4381958"/>
            <a:ext cx="1589046" cy="381000"/>
          </a:xfrm>
          <a:prstGeom prst="rightArrow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/>
              <a:t>BST Insertion</a:t>
            </a: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562C1D26-BC7D-754B-278E-B69C198227DF}"/>
              </a:ext>
            </a:extLst>
          </p:cNvPr>
          <p:cNvSpPr txBox="1">
            <a:spLocks noChangeArrowheads="1"/>
          </p:cNvSpPr>
          <p:nvPr/>
        </p:nvSpPr>
        <p:spPr>
          <a:xfrm>
            <a:off x="485671" y="596096"/>
            <a:ext cx="10163502" cy="65836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b="1" dirty="0">
                <a:solidFill>
                  <a:srgbClr val="A50021"/>
                </a:solidFill>
                <a:latin typeface="Times New Roman"/>
                <a:cs typeface="Times New Roman"/>
              </a:rPr>
              <a:t>BST Insertion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3CBDD065-31E0-D779-B548-C7B1E7A61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178" y="1287532"/>
            <a:ext cx="1473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</a:rPr>
              <a:t>Insert (10)</a:t>
            </a:r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061675AF-6B87-F977-D413-3980546B88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79265" y="3650341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F21CC23D-4EE6-4E93-B6F5-A8098B54C9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2465" y="3650341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2F9FCA8-974E-6A5C-E585-67030E2EBA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45865" y="2761341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66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B2D4DD-6A6E-59F4-62AE-EEA7CD73B9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12665" y="1872341"/>
            <a:ext cx="381000" cy="3810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</a:rPr>
              <a:t>8</a:t>
            </a:r>
          </a:p>
        </p:txBody>
      </p:sp>
      <p:cxnSp>
        <p:nvCxnSpPr>
          <p:cNvPr id="9" name="AutoShape 10">
            <a:extLst>
              <a:ext uri="{FF2B5EF4-FFF2-40B4-BE49-F238E27FC236}">
                <a16:creationId xmlns:a16="http://schemas.microsoft.com/office/drawing/2014/main" id="{663A526A-FF1E-F874-BA3B-AAB7844D2B5F}"/>
              </a:ext>
            </a:extLst>
          </p:cNvPr>
          <p:cNvCxnSpPr>
            <a:cxnSpLocks noChangeShapeType="1"/>
            <a:stCxn id="8" idx="3"/>
            <a:endCxn id="7" idx="0"/>
          </p:cNvCxnSpPr>
          <p:nvPr/>
        </p:nvCxnSpPr>
        <p:spPr bwMode="auto">
          <a:xfrm flipH="1">
            <a:off x="2536366" y="2216829"/>
            <a:ext cx="9318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1">
            <a:extLst>
              <a:ext uri="{FF2B5EF4-FFF2-40B4-BE49-F238E27FC236}">
                <a16:creationId xmlns:a16="http://schemas.microsoft.com/office/drawing/2014/main" id="{901C01D4-DBF7-75E1-7F91-34BA0903BAC9}"/>
              </a:ext>
            </a:extLst>
          </p:cNvPr>
          <p:cNvCxnSpPr>
            <a:cxnSpLocks noChangeShapeType="1"/>
            <a:stCxn id="8" idx="5"/>
          </p:cNvCxnSpPr>
          <p:nvPr/>
        </p:nvCxnSpPr>
        <p:spPr bwMode="auto">
          <a:xfrm>
            <a:off x="3738103" y="2216829"/>
            <a:ext cx="931862" cy="525462"/>
          </a:xfrm>
          <a:prstGeom prst="straightConnector1">
            <a:avLst/>
          </a:prstGeom>
          <a:noFill/>
          <a:ln w="9525">
            <a:solidFill>
              <a:srgbClr val="CC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3">
            <a:extLst>
              <a:ext uri="{FF2B5EF4-FFF2-40B4-BE49-F238E27FC236}">
                <a16:creationId xmlns:a16="http://schemas.microsoft.com/office/drawing/2014/main" id="{48D8489E-D158-D9B2-37AF-98716FB375F4}"/>
              </a:ext>
            </a:extLst>
          </p:cNvPr>
          <p:cNvCxnSpPr>
            <a:cxnSpLocks noChangeShapeType="1"/>
            <a:stCxn id="7" idx="3"/>
            <a:endCxn id="5" idx="0"/>
          </p:cNvCxnSpPr>
          <p:nvPr/>
        </p:nvCxnSpPr>
        <p:spPr bwMode="auto">
          <a:xfrm flipH="1">
            <a:off x="2002966" y="3105829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90B8502B-8A06-E615-BC23-FBD1E7CCABE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22316" y="3105829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Oval 17">
            <a:extLst>
              <a:ext uri="{FF2B5EF4-FFF2-40B4-BE49-F238E27FC236}">
                <a16:creationId xmlns:a16="http://schemas.microsoft.com/office/drawing/2014/main" id="{B995D932-E101-41E6-514B-BE2C16E822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24329" y="4428216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7</a:t>
            </a:r>
          </a:p>
        </p:txBody>
      </p:sp>
      <p:cxnSp>
        <p:nvCxnSpPr>
          <p:cNvPr id="15" name="AutoShape 18">
            <a:extLst>
              <a:ext uri="{FF2B5EF4-FFF2-40B4-BE49-F238E27FC236}">
                <a16:creationId xmlns:a16="http://schemas.microsoft.com/office/drawing/2014/main" id="{0E83B31F-B0E0-9628-F355-C836F716D98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7533" y="3990287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5">
            <a:extLst>
              <a:ext uri="{FF2B5EF4-FFF2-40B4-BE49-F238E27FC236}">
                <a16:creationId xmlns:a16="http://schemas.microsoft.com/office/drawing/2014/main" id="{6A572C83-F3A9-01BB-ABC3-1987F1376F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99659" y="457245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17" name="AutoShape 14">
            <a:extLst>
              <a:ext uri="{FF2B5EF4-FFF2-40B4-BE49-F238E27FC236}">
                <a16:creationId xmlns:a16="http://schemas.microsoft.com/office/drawing/2014/main" id="{394E3CF8-B75C-4AB9-D75E-F8BB887ABB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42710" y="4027946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17EB235-B1EE-4B90-AA6B-D5CE4FD7AD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4723" y="535033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4</a:t>
            </a:r>
          </a:p>
        </p:txBody>
      </p:sp>
      <p:cxnSp>
        <p:nvCxnSpPr>
          <p:cNvPr id="19" name="AutoShape 18">
            <a:extLst>
              <a:ext uri="{FF2B5EF4-FFF2-40B4-BE49-F238E27FC236}">
                <a16:creationId xmlns:a16="http://schemas.microsoft.com/office/drawing/2014/main" id="{9466C48B-A1CB-3861-E2E6-F86718425C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77927" y="4912404"/>
            <a:ext cx="320448" cy="4496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B18C49A6-B30E-CA00-CC78-381A0D307A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91387" y="5368929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1" name="AutoShape 20">
            <a:extLst>
              <a:ext uri="{FF2B5EF4-FFF2-40B4-BE49-F238E27FC236}">
                <a16:creationId xmlns:a16="http://schemas.microsoft.com/office/drawing/2014/main" id="{862B46CF-1464-04F8-376D-1447A785E2DF}"/>
              </a:ext>
            </a:extLst>
          </p:cNvPr>
          <p:cNvCxnSpPr>
            <a:cxnSpLocks noChangeShapeType="1"/>
            <a:stCxn id="16" idx="3"/>
          </p:cNvCxnSpPr>
          <p:nvPr/>
        </p:nvCxnSpPr>
        <p:spPr bwMode="auto">
          <a:xfrm flipH="1">
            <a:off x="2081887" y="4897662"/>
            <a:ext cx="273568" cy="45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Oval 5">
            <a:extLst>
              <a:ext uri="{FF2B5EF4-FFF2-40B4-BE49-F238E27FC236}">
                <a16:creationId xmlns:a16="http://schemas.microsoft.com/office/drawing/2014/main" id="{FE7134E6-7FDC-DD47-7536-10EFDD1212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45797" y="3650341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3" name="Oval 6">
            <a:extLst>
              <a:ext uri="{FF2B5EF4-FFF2-40B4-BE49-F238E27FC236}">
                <a16:creationId xmlns:a16="http://schemas.microsoft.com/office/drawing/2014/main" id="{C1F7DCE7-1157-3E10-238F-EBE0270B36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8997" y="3650341"/>
            <a:ext cx="381000" cy="3810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4" name="Oval 8">
            <a:extLst>
              <a:ext uri="{FF2B5EF4-FFF2-40B4-BE49-F238E27FC236}">
                <a16:creationId xmlns:a16="http://schemas.microsoft.com/office/drawing/2014/main" id="{F86EC827-1E3D-6D05-B985-0DE1F469AB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12397" y="2761341"/>
            <a:ext cx="381000" cy="3810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000066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25" name="AutoShape 13">
            <a:extLst>
              <a:ext uri="{FF2B5EF4-FFF2-40B4-BE49-F238E27FC236}">
                <a16:creationId xmlns:a16="http://schemas.microsoft.com/office/drawing/2014/main" id="{3C5F8B87-1376-4237-7034-E747290849CB}"/>
              </a:ext>
            </a:extLst>
          </p:cNvPr>
          <p:cNvCxnSpPr>
            <a:cxnSpLocks noChangeShapeType="1"/>
            <a:stCxn id="24" idx="3"/>
            <a:endCxn id="23" idx="0"/>
          </p:cNvCxnSpPr>
          <p:nvPr/>
        </p:nvCxnSpPr>
        <p:spPr bwMode="auto">
          <a:xfrm flipH="1">
            <a:off x="4169498" y="3105829"/>
            <a:ext cx="398463" cy="525462"/>
          </a:xfrm>
          <a:prstGeom prst="straightConnector1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14">
            <a:extLst>
              <a:ext uri="{FF2B5EF4-FFF2-40B4-BE49-F238E27FC236}">
                <a16:creationId xmlns:a16="http://schemas.microsoft.com/office/drawing/2014/main" id="{DE0D21C3-48CB-FD46-2BEB-AC5D1C70996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88848" y="3105829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8F71263-43E0-F8B0-713C-1D9FAABB0645}"/>
              </a:ext>
            </a:extLst>
          </p:cNvPr>
          <p:cNvGrpSpPr/>
          <p:nvPr/>
        </p:nvGrpSpPr>
        <p:grpSpPr>
          <a:xfrm>
            <a:off x="7034841" y="1872341"/>
            <a:ext cx="3614332" cy="3877588"/>
            <a:chOff x="7034841" y="1872341"/>
            <a:chExt cx="3614332" cy="3877588"/>
          </a:xfrm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A0DEAA5D-3423-7D16-CE25-5665798A3F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01641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9" name="Oval 6">
              <a:extLst>
                <a:ext uri="{FF2B5EF4-FFF2-40B4-BE49-F238E27FC236}">
                  <a16:creationId xmlns:a16="http://schemas.microsoft.com/office/drawing/2014/main" id="{020FCCA3-FC91-4798-A2B7-13EE94F9D5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034841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" name="Oval 8">
              <a:extLst>
                <a:ext uri="{FF2B5EF4-FFF2-40B4-BE49-F238E27FC236}">
                  <a16:creationId xmlns:a16="http://schemas.microsoft.com/office/drawing/2014/main" id="{2EE63EA5-48FB-4FA5-799E-6FB885C00D0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568241" y="2761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66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1" name="Oval 9">
              <a:extLst>
                <a:ext uri="{FF2B5EF4-FFF2-40B4-BE49-F238E27FC236}">
                  <a16:creationId xmlns:a16="http://schemas.microsoft.com/office/drawing/2014/main" id="{0A9FC912-06A1-A89A-5087-C576D31050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635041" y="1872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cxnSp>
          <p:nvCxnSpPr>
            <p:cNvPr id="32" name="AutoShape 10">
              <a:extLst>
                <a:ext uri="{FF2B5EF4-FFF2-40B4-BE49-F238E27FC236}">
                  <a16:creationId xmlns:a16="http://schemas.microsoft.com/office/drawing/2014/main" id="{F96456F3-730A-F201-EFDA-4094B55AB58A}"/>
                </a:ext>
              </a:extLst>
            </p:cNvPr>
            <p:cNvCxnSpPr>
              <a:cxnSpLocks noChangeShapeType="1"/>
              <a:stCxn id="31" idx="3"/>
              <a:endCxn id="30" idx="0"/>
            </p:cNvCxnSpPr>
            <p:nvPr/>
          </p:nvCxnSpPr>
          <p:spPr bwMode="auto">
            <a:xfrm flipH="1">
              <a:off x="7758742" y="2216829"/>
              <a:ext cx="9318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11">
              <a:extLst>
                <a:ext uri="{FF2B5EF4-FFF2-40B4-BE49-F238E27FC236}">
                  <a16:creationId xmlns:a16="http://schemas.microsoft.com/office/drawing/2014/main" id="{CB0F1F71-FF48-CE66-5115-83CFFC4DD156}"/>
                </a:ext>
              </a:extLst>
            </p:cNvPr>
            <p:cNvCxnSpPr>
              <a:cxnSpLocks noChangeShapeType="1"/>
              <a:stCxn id="31" idx="5"/>
            </p:cNvCxnSpPr>
            <p:nvPr/>
          </p:nvCxnSpPr>
          <p:spPr bwMode="auto">
            <a:xfrm>
              <a:off x="8960479" y="2216829"/>
              <a:ext cx="931862" cy="525462"/>
            </a:xfrm>
            <a:prstGeom prst="straightConnector1">
              <a:avLst/>
            </a:prstGeom>
            <a:noFill/>
            <a:ln w="9525">
              <a:solidFill>
                <a:srgbClr val="CC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13">
              <a:extLst>
                <a:ext uri="{FF2B5EF4-FFF2-40B4-BE49-F238E27FC236}">
                  <a16:creationId xmlns:a16="http://schemas.microsoft.com/office/drawing/2014/main" id="{6E903422-D0D7-4DC3-38BE-348E53D6B3BF}"/>
                </a:ext>
              </a:extLst>
            </p:cNvPr>
            <p:cNvCxnSpPr>
              <a:cxnSpLocks noChangeShapeType="1"/>
              <a:stCxn id="30" idx="3"/>
              <a:endCxn id="29" idx="0"/>
            </p:cNvCxnSpPr>
            <p:nvPr/>
          </p:nvCxnSpPr>
          <p:spPr bwMode="auto">
            <a:xfrm flipH="1">
              <a:off x="7225342" y="3105829"/>
              <a:ext cx="3984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14">
              <a:extLst>
                <a:ext uri="{FF2B5EF4-FFF2-40B4-BE49-F238E27FC236}">
                  <a16:creationId xmlns:a16="http://schemas.microsoft.com/office/drawing/2014/main" id="{49054945-3FF8-2D23-2046-3F481CB29C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44692" y="3105829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" name="Oval 17">
              <a:extLst>
                <a:ext uri="{FF2B5EF4-FFF2-40B4-BE49-F238E27FC236}">
                  <a16:creationId xmlns:a16="http://schemas.microsoft.com/office/drawing/2014/main" id="{A81BCCEA-097A-E8BD-D1C7-6192CDE5DF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546705" y="4428216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7</a:t>
              </a:r>
            </a:p>
          </p:txBody>
        </p:sp>
        <p:cxnSp>
          <p:nvCxnSpPr>
            <p:cNvPr id="37" name="AutoShape 18">
              <a:extLst>
                <a:ext uri="{FF2B5EF4-FFF2-40B4-BE49-F238E27FC236}">
                  <a16:creationId xmlns:a16="http://schemas.microsoft.com/office/drawing/2014/main" id="{173DB0B8-97C2-A5E3-A87A-2C7FCF587FD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79909" y="3990287"/>
              <a:ext cx="320448" cy="4496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" name="Oval 5">
              <a:extLst>
                <a:ext uri="{FF2B5EF4-FFF2-40B4-BE49-F238E27FC236}">
                  <a16:creationId xmlns:a16="http://schemas.microsoft.com/office/drawing/2014/main" id="{1DA82E20-2A9B-99E5-1C5B-56CFF88625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522035" y="4572458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39" name="AutoShape 14">
              <a:extLst>
                <a:ext uri="{FF2B5EF4-FFF2-40B4-BE49-F238E27FC236}">
                  <a16:creationId xmlns:a16="http://schemas.microsoft.com/office/drawing/2014/main" id="{412FAD81-E7E3-B27A-0D2B-E5DCCD99FA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65086" y="4027946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" name="Oval 17">
              <a:extLst>
                <a:ext uri="{FF2B5EF4-FFF2-40B4-BE49-F238E27FC236}">
                  <a16:creationId xmlns:a16="http://schemas.microsoft.com/office/drawing/2014/main" id="{79EF5501-CACE-6ABC-95B9-3D7EE66CFF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967099" y="5350333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41" name="AutoShape 18">
              <a:extLst>
                <a:ext uri="{FF2B5EF4-FFF2-40B4-BE49-F238E27FC236}">
                  <a16:creationId xmlns:a16="http://schemas.microsoft.com/office/drawing/2014/main" id="{9CF85303-3F01-5A03-139D-8EE4BC6118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00303" y="4912404"/>
              <a:ext cx="320448" cy="4496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" name="Oval 19">
              <a:extLst>
                <a:ext uri="{FF2B5EF4-FFF2-40B4-BE49-F238E27FC236}">
                  <a16:creationId xmlns:a16="http://schemas.microsoft.com/office/drawing/2014/main" id="{3B8E87C5-8FEF-81D4-5301-D18B64229F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13763" y="5368929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43" name="AutoShape 20">
              <a:extLst>
                <a:ext uri="{FF2B5EF4-FFF2-40B4-BE49-F238E27FC236}">
                  <a16:creationId xmlns:a16="http://schemas.microsoft.com/office/drawing/2014/main" id="{970489BC-A061-7041-83BA-27CAE6700B47}"/>
                </a:ext>
              </a:extLst>
            </p:cNvPr>
            <p:cNvCxnSpPr>
              <a:cxnSpLocks noChangeShapeType="1"/>
              <a:stCxn id="38" idx="3"/>
            </p:cNvCxnSpPr>
            <p:nvPr/>
          </p:nvCxnSpPr>
          <p:spPr bwMode="auto">
            <a:xfrm flipH="1">
              <a:off x="7304263" y="4897662"/>
              <a:ext cx="273568" cy="4526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" name="Oval 17">
              <a:extLst>
                <a:ext uri="{FF2B5EF4-FFF2-40B4-BE49-F238E27FC236}">
                  <a16:creationId xmlns:a16="http://schemas.microsoft.com/office/drawing/2014/main" id="{105E1831-FA01-B8B9-BE80-24FE41A7F1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69457" y="4420944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10</a:t>
              </a:r>
            </a:p>
          </p:txBody>
        </p:sp>
        <p:cxnSp>
          <p:nvCxnSpPr>
            <p:cNvPr id="45" name="AutoShape 18">
              <a:extLst>
                <a:ext uri="{FF2B5EF4-FFF2-40B4-BE49-F238E27FC236}">
                  <a16:creationId xmlns:a16="http://schemas.microsoft.com/office/drawing/2014/main" id="{EE6358BF-2671-C192-E0ED-8CDEFF5A44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02661" y="3983015"/>
              <a:ext cx="320448" cy="4496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" name="Oval 5">
              <a:extLst>
                <a:ext uri="{FF2B5EF4-FFF2-40B4-BE49-F238E27FC236}">
                  <a16:creationId xmlns:a16="http://schemas.microsoft.com/office/drawing/2014/main" id="{8DC6B547-1C9A-C70F-ECB0-A28EB97052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268173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latin typeface="Times New Roman" panose="02020603050405020304" pitchFamily="18" charset="0"/>
                </a:rPr>
                <a:t>13</a:t>
              </a:r>
            </a:p>
          </p:txBody>
        </p:sp>
        <p:sp>
          <p:nvSpPr>
            <p:cNvPr id="47" name="Oval 6">
              <a:extLst>
                <a:ext uri="{FF2B5EF4-FFF2-40B4-BE49-F238E27FC236}">
                  <a16:creationId xmlns:a16="http://schemas.microsoft.com/office/drawing/2014/main" id="{82CAAA2C-60E1-690D-DC9E-D8A6753BCB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201373" y="3650341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48" name="Oval 8">
              <a:extLst>
                <a:ext uri="{FF2B5EF4-FFF2-40B4-BE49-F238E27FC236}">
                  <a16:creationId xmlns:a16="http://schemas.microsoft.com/office/drawing/2014/main" id="{74F80A78-3686-B4D2-FD42-3D4FBD4BE3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734773" y="2761341"/>
              <a:ext cx="381000" cy="381000"/>
            </a:xfrm>
            <a:prstGeom prst="ellips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11</a:t>
              </a:r>
            </a:p>
          </p:txBody>
        </p:sp>
        <p:cxnSp>
          <p:nvCxnSpPr>
            <p:cNvPr id="49" name="AutoShape 13">
              <a:extLst>
                <a:ext uri="{FF2B5EF4-FFF2-40B4-BE49-F238E27FC236}">
                  <a16:creationId xmlns:a16="http://schemas.microsoft.com/office/drawing/2014/main" id="{13F3F752-0A06-91E5-7CCE-983A0E75A741}"/>
                </a:ext>
              </a:extLst>
            </p:cNvPr>
            <p:cNvCxnSpPr>
              <a:cxnSpLocks noChangeShapeType="1"/>
              <a:stCxn id="48" idx="3"/>
              <a:endCxn id="47" idx="0"/>
            </p:cNvCxnSpPr>
            <p:nvPr/>
          </p:nvCxnSpPr>
          <p:spPr bwMode="auto">
            <a:xfrm flipH="1">
              <a:off x="9391874" y="3105829"/>
              <a:ext cx="398463" cy="525462"/>
            </a:xfrm>
            <a:prstGeom prst="straightConnector1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14">
              <a:extLst>
                <a:ext uri="{FF2B5EF4-FFF2-40B4-BE49-F238E27FC236}">
                  <a16:creationId xmlns:a16="http://schemas.microsoft.com/office/drawing/2014/main" id="{1F25D635-6E94-2B2C-D96C-B738DCDF88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11224" y="3105829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1" name="Right Arrow 51">
            <a:extLst>
              <a:ext uri="{FF2B5EF4-FFF2-40B4-BE49-F238E27FC236}">
                <a16:creationId xmlns:a16="http://schemas.microsoft.com/office/drawing/2014/main" id="{E92CB0E1-9E3C-450D-211F-FFDF89E8FCEE}"/>
              </a:ext>
            </a:extLst>
          </p:cNvPr>
          <p:cNvSpPr/>
          <p:nvPr/>
        </p:nvSpPr>
        <p:spPr>
          <a:xfrm>
            <a:off x="5104146" y="4381958"/>
            <a:ext cx="1589046" cy="381000"/>
          </a:xfrm>
          <a:prstGeom prst="rightArrow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588CA-A77A-A703-0AF5-8CE91EEFF96A}"/>
              </a:ext>
            </a:extLst>
          </p:cNvPr>
          <p:cNvSpPr txBox="1"/>
          <p:nvPr/>
        </p:nvSpPr>
        <p:spPr>
          <a:xfrm>
            <a:off x="105273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31F486-777A-D15A-57BD-0B7140122ADA}"/>
              </a:ext>
            </a:extLst>
          </p:cNvPr>
          <p:cNvSpPr txBox="1"/>
          <p:nvPr/>
        </p:nvSpPr>
        <p:spPr>
          <a:xfrm>
            <a:off x="1205132" y="1404425"/>
            <a:ext cx="10086536" cy="36277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en-US" sz="3600" b="1" dirty="0">
                <a:solidFill>
                  <a:srgbClr val="A50021"/>
                </a:solidFill>
                <a:latin typeface="Times New Roman"/>
                <a:cs typeface="Times New Roman"/>
              </a:rPr>
              <a:t>BST Insertion - </a:t>
            </a:r>
            <a:r>
              <a:rPr lang="en-US" altLang="zh-TW" sz="3600" b="1" dirty="0">
                <a:solidFill>
                  <a:srgbClr val="A50021"/>
                </a:solidFill>
                <a:latin typeface="Times New Roman"/>
                <a:ea typeface="新細明體"/>
                <a:cs typeface="Times New Roman"/>
              </a:rPr>
              <a:t>Complexity</a:t>
            </a:r>
            <a:endParaRPr lang="en-US" altLang="en-US" sz="3600" b="1" dirty="0">
              <a:solidFill>
                <a:srgbClr val="A50021"/>
              </a:solidFill>
              <a:latin typeface="Times New Roman"/>
              <a:ea typeface="新細明體"/>
              <a:cs typeface="Times New Roman"/>
            </a:endParaRPr>
          </a:p>
          <a:p>
            <a:r>
              <a:rPr lang="en-US" altLang="en-US" sz="2400" dirty="0"/>
              <a:t>All </a:t>
            </a:r>
            <a:r>
              <a:rPr lang="en-US" altLang="en-US" sz="2400" dirty="0">
                <a:solidFill>
                  <a:srgbClr val="FF0000"/>
                </a:solidFill>
              </a:rPr>
              <a:t>insert</a:t>
            </a:r>
            <a:r>
              <a:rPr lang="en-US" altLang="en-US" sz="2400" dirty="0"/>
              <a:t> operations can be supported in </a:t>
            </a:r>
            <a:r>
              <a:rPr lang="en-US" altLang="en-US" sz="2400" i="1" dirty="0">
                <a:solidFill>
                  <a:srgbClr val="CC3300"/>
                </a:solidFill>
              </a:rPr>
              <a:t>O</a:t>
            </a:r>
            <a:r>
              <a:rPr lang="en-US" altLang="en-US" sz="2400" dirty="0">
                <a:solidFill>
                  <a:srgbClr val="CC3300"/>
                </a:solidFill>
              </a:rPr>
              <a:t>(</a:t>
            </a:r>
            <a:r>
              <a:rPr lang="en-US" altLang="en-US" sz="2400" i="1" dirty="0">
                <a:solidFill>
                  <a:srgbClr val="CC3300"/>
                </a:solidFill>
              </a:rPr>
              <a:t>h</a:t>
            </a:r>
            <a:r>
              <a:rPr lang="en-US" altLang="en-US" sz="2400" dirty="0">
                <a:solidFill>
                  <a:srgbClr val="CC3300"/>
                </a:solidFill>
              </a:rPr>
              <a:t>) time</a:t>
            </a:r>
            <a:r>
              <a:rPr lang="en-US" altLang="en-US" sz="2400" dirty="0"/>
              <a:t>.</a:t>
            </a:r>
          </a:p>
          <a:p>
            <a:endParaRPr lang="en-US" altLang="en-US" sz="2400" dirty="0"/>
          </a:p>
          <a:p>
            <a:r>
              <a:rPr lang="en-US" altLang="en-US" sz="2400" i="1" dirty="0">
                <a:solidFill>
                  <a:srgbClr val="0054FF"/>
                </a:solidFill>
              </a:rPr>
              <a:t>Average Case: </a:t>
            </a:r>
            <a:r>
              <a:rPr lang="en-US" altLang="en-US" sz="2400" i="1" dirty="0">
                <a:solidFill>
                  <a:srgbClr val="CC3300"/>
                </a:solidFill>
              </a:rPr>
              <a:t>h</a:t>
            </a:r>
            <a:r>
              <a:rPr lang="en-US" altLang="en-US" sz="2400" dirty="0">
                <a:solidFill>
                  <a:srgbClr val="CC3300"/>
                </a:solidFill>
              </a:rPr>
              <a:t> = </a:t>
            </a:r>
            <a:r>
              <a:rPr lang="en-US" altLang="en-US" sz="2400" dirty="0">
                <a:solidFill>
                  <a:srgbClr val="CC3300"/>
                </a:solidFill>
                <a:sym typeface="Symbol" pitchFamily="2" charset="2"/>
              </a:rPr>
              <a:t>O(</a:t>
            </a:r>
            <a:r>
              <a:rPr lang="en-US" altLang="en-US" sz="2400" i="1" dirty="0">
                <a:solidFill>
                  <a:srgbClr val="CC3300"/>
                </a:solidFill>
              </a:rPr>
              <a:t>log n</a:t>
            </a:r>
            <a:r>
              <a:rPr lang="en-US" altLang="en-US" sz="2400" dirty="0">
                <a:solidFill>
                  <a:srgbClr val="CC3300"/>
                </a:solidFill>
              </a:rPr>
              <a:t>) </a:t>
            </a:r>
            <a:r>
              <a:rPr lang="en-US" altLang="en-US" sz="2400" dirty="0"/>
              <a:t>for a balanced binary tree (and for an average tree built by adding nodes in random order.)</a:t>
            </a:r>
          </a:p>
          <a:p>
            <a:endParaRPr lang="en-US" altLang="en-US" sz="2400" dirty="0"/>
          </a:p>
          <a:p>
            <a:r>
              <a:rPr lang="en-US" altLang="en-US" sz="2400" i="1" dirty="0">
                <a:solidFill>
                  <a:srgbClr val="0054FF"/>
                </a:solidFill>
              </a:rPr>
              <a:t>Worst Case: </a:t>
            </a:r>
            <a:r>
              <a:rPr lang="en-US" altLang="en-US" sz="2400" i="1" dirty="0">
                <a:solidFill>
                  <a:srgbClr val="CC3300"/>
                </a:solidFill>
              </a:rPr>
              <a:t>h =</a:t>
            </a:r>
            <a:r>
              <a:rPr lang="en-US" altLang="en-US" sz="2400" dirty="0">
                <a:solidFill>
                  <a:srgbClr val="CC3300"/>
                </a:solidFill>
              </a:rPr>
              <a:t> </a:t>
            </a:r>
            <a:r>
              <a:rPr lang="en-US" altLang="en-US" sz="2400" dirty="0">
                <a:solidFill>
                  <a:srgbClr val="CC3300"/>
                </a:solidFill>
                <a:sym typeface="Symbol" pitchFamily="2" charset="2"/>
              </a:rPr>
              <a:t>O(</a:t>
            </a:r>
            <a:r>
              <a:rPr lang="en-US" altLang="en-US" sz="2400" i="1" dirty="0">
                <a:solidFill>
                  <a:srgbClr val="CC3300"/>
                </a:solidFill>
              </a:rPr>
              <a:t>n</a:t>
            </a:r>
            <a:r>
              <a:rPr lang="en-US" altLang="en-US" sz="2400" dirty="0">
                <a:solidFill>
                  <a:srgbClr val="CC3300"/>
                </a:solidFill>
              </a:rPr>
              <a:t>)</a:t>
            </a:r>
            <a:r>
              <a:rPr lang="en-US" altLang="en-US" sz="2400" dirty="0"/>
              <a:t> for an unbalanced tree that resembles a linear chain of </a:t>
            </a:r>
            <a:r>
              <a:rPr lang="en-US" altLang="en-US" sz="2400" i="1" dirty="0"/>
              <a:t>n</a:t>
            </a:r>
            <a:r>
              <a:rPr lang="en-US" altLang="en-US" sz="2400" dirty="0"/>
              <a:t> nodes in the worst case.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endParaRPr lang="en-US" altLang="en-US" sz="2200" dirty="0">
              <a:latin typeface="+mj-lt"/>
              <a:cs typeface="Courier New" panose="02070309020205020404" pitchFamily="49" charset="0"/>
            </a:endParaRPr>
          </a:p>
        </p:txBody>
      </p:sp>
      <p:pic>
        <p:nvPicPr>
          <p:cNvPr id="8" name="Picture 2" descr="KL Deemed to be University Logo">
            <a:extLst>
              <a:ext uri="{FF2B5EF4-FFF2-40B4-BE49-F238E27FC236}">
                <a16:creationId xmlns:a16="http://schemas.microsoft.com/office/drawing/2014/main" id="{54FB4458-6EEC-6204-D0A3-0A2B253D3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369" y="204585"/>
            <a:ext cx="1990725" cy="600076"/>
          </a:xfrm>
          <a:prstGeom prst="rect">
            <a:avLst/>
          </a:prstGeom>
          <a:noFill/>
        </p:spPr>
      </p:pic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95BCCD5C-FAEB-79D2-992A-44E1FD098D71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/>
              <a:t> 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26342116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796686"/>
            <a:ext cx="10172210" cy="100671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/>
              <a:t>1. A binary search tree is generated by inserting in order the following integers:</a:t>
            </a:r>
          </a:p>
          <a:p>
            <a:r>
              <a:rPr lang="en-IN" dirty="0"/>
              <a:t>50, 15, 62, 5, 20, 58, 91, 3, 8, 37, 60, 24</a:t>
            </a:r>
          </a:p>
          <a:p>
            <a:r>
              <a:rPr lang="en-IN" dirty="0"/>
              <a:t>The number of the node in the left sub-tree and right sub-tree of the root, respectively, is</a:t>
            </a: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…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(4, 7)</a:t>
            </a:r>
            <a:endParaRPr lang="en-US" sz="1600" dirty="0">
              <a:latin typeface="Arial" panose="020B0604020202020204" pitchFamily="34" charset="0"/>
            </a:endParaRPr>
          </a:p>
          <a:p>
            <a:r>
              <a:rPr lang="en-IN" dirty="0"/>
              <a:t>(b) (7, 4)</a:t>
            </a:r>
          </a:p>
          <a:p>
            <a:r>
              <a:rPr lang="en-IN" dirty="0"/>
              <a:t>(c) (8, 3)</a:t>
            </a:r>
          </a:p>
          <a:p>
            <a:r>
              <a:rPr lang="en-IN" dirty="0"/>
              <a:t>(d) (3, 8)</a:t>
            </a:r>
          </a:p>
          <a:p>
            <a:r>
              <a:rPr lang="en-IN" dirty="0"/>
              <a:t> </a:t>
            </a: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968496"/>
            <a:ext cx="10172210" cy="35661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/>
              <a:t>2.Which of the following is false about a binary search tree?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26828" y="4727197"/>
            <a:ext cx="5154516" cy="20360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(a) The left child is always lesser than its parent</a:t>
            </a:r>
          </a:p>
          <a:p>
            <a:r>
              <a:rPr lang="en-IN" dirty="0"/>
              <a:t>(b) The right child is always greater than its parent</a:t>
            </a:r>
          </a:p>
          <a:p>
            <a:r>
              <a:rPr lang="en-IN" dirty="0"/>
              <a:t>(c) The left and right sub-trees should also be binary search trees</a:t>
            </a:r>
          </a:p>
          <a:p>
            <a:r>
              <a:rPr lang="en-IN" dirty="0"/>
              <a:t>(d) In order sequence gives decreasing order of elements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APPLICATIONS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559559" y="1719618"/>
            <a:ext cx="10413242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fontAlgn="base">
              <a:buFont typeface="Arial"/>
              <a:buChar char="•"/>
            </a:pPr>
            <a:r>
              <a:rPr lang="en-US" sz="2200" b="1" u="sng" dirty="0">
                <a:solidFill>
                  <a:srgbClr val="273239"/>
                </a:solidFill>
                <a:latin typeface="Times New Roman"/>
                <a:cs typeface="Times New Roman"/>
              </a:rPr>
              <a:t>Applications of Binary Search tree:</a:t>
            </a:r>
            <a:endParaRPr lang="en-US" sz="2200" dirty="0">
              <a:solidFill>
                <a:srgbClr val="273239"/>
              </a:solidFill>
              <a:latin typeface="Times New Roman"/>
              <a:cs typeface="Times New Roman"/>
            </a:endParaRPr>
          </a:p>
          <a:p>
            <a:pPr marL="285750" indent="-285750" fontAlgn="base">
              <a:buFont typeface="Arial" panose="05000000000000000000" pitchFamily="2" charset="2"/>
              <a:buChar char="•"/>
            </a:pPr>
            <a:r>
              <a:rPr lang="en-US" sz="2200" dirty="0">
                <a:solidFill>
                  <a:srgbClr val="273239"/>
                </a:solidFill>
                <a:latin typeface="Times New Roman"/>
                <a:cs typeface="Times New Roman"/>
              </a:rPr>
              <a:t>BSTs are used for indexing.</a:t>
            </a:r>
          </a:p>
          <a:p>
            <a:pPr marL="285750" indent="-285750" fontAlgn="base">
              <a:buFont typeface="Arial" panose="05000000000000000000" pitchFamily="2" charset="2"/>
              <a:buChar char="•"/>
            </a:pPr>
            <a:r>
              <a:rPr lang="en-US" sz="2200" dirty="0">
                <a:solidFill>
                  <a:srgbClr val="273239"/>
                </a:solidFill>
                <a:latin typeface="Times New Roman"/>
                <a:cs typeface="Times New Roman"/>
              </a:rPr>
              <a:t>It is also used to implement various searching algorithms.</a:t>
            </a:r>
          </a:p>
          <a:p>
            <a:pPr marL="285750" indent="-285750" fontAlgn="base">
              <a:buFont typeface="Arial" panose="05000000000000000000" pitchFamily="2" charset="2"/>
              <a:buChar char="•"/>
            </a:pPr>
            <a:r>
              <a:rPr lang="en-US" sz="2200" dirty="0">
                <a:solidFill>
                  <a:srgbClr val="273239"/>
                </a:solidFill>
                <a:latin typeface="Times New Roman"/>
                <a:cs typeface="Times New Roman"/>
              </a:rPr>
              <a:t>BSTs can be used in decision support systems to store and quickly retrieve data.</a:t>
            </a:r>
          </a:p>
          <a:p>
            <a:pPr marL="285750" indent="-285750" fontAlgn="base">
              <a:buFont typeface="Arial" panose="05000000000000000000" pitchFamily="2" charset="2"/>
              <a:buChar char="•"/>
            </a:pPr>
            <a:r>
              <a:rPr lang="en-US" sz="2200" dirty="0">
                <a:solidFill>
                  <a:srgbClr val="273239"/>
                </a:solidFill>
                <a:latin typeface="Times New Roman"/>
                <a:cs typeface="Times New Roman"/>
              </a:rPr>
              <a:t>BSTs can be used to store and quickly retrieve data in computer simulations.</a:t>
            </a:r>
          </a:p>
          <a:p>
            <a:pPr marL="285750" indent="-285750" fontAlgn="base">
              <a:buFont typeface="Arial" panose="05000000000000000000" pitchFamily="2" charset="2"/>
              <a:buChar char="•"/>
            </a:pPr>
            <a:endParaRPr lang="en-US" sz="2200" dirty="0">
              <a:solidFill>
                <a:srgbClr val="273239"/>
              </a:solidFill>
              <a:latin typeface="Times New Roman"/>
              <a:cs typeface="Times New Roman"/>
            </a:endParaRPr>
          </a:p>
          <a:p>
            <a:pPr marL="285750" indent="-285750" fontAlgn="base">
              <a:buFont typeface="Arial" panose="05000000000000000000" pitchFamily="2" charset="2"/>
              <a:buChar char="•"/>
            </a:pPr>
            <a:endParaRPr lang="en-US" sz="2200" b="0" i="0" dirty="0">
              <a:solidFill>
                <a:srgbClr val="273239"/>
              </a:solidFill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3747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 dirty="0">
                <a:latin typeface="Times New Roman"/>
                <a:cs typeface="Times New Roman"/>
              </a:rPr>
              <a:t>1.  Define BST?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/>
                <a:cs typeface="Calibri"/>
              </a:rPr>
              <a:t>2. List out various BST Traversing Techniques</a:t>
            </a:r>
            <a:br>
              <a:rPr lang="en-US" sz="2200" dirty="0">
                <a:latin typeface="Times New Roman"/>
                <a:cs typeface="Calibri"/>
              </a:rPr>
            </a:br>
            <a:r>
              <a:rPr lang="en-US" sz="2200" dirty="0">
                <a:latin typeface="Times New Roman"/>
                <a:cs typeface="Calibri"/>
              </a:rPr>
              <a:t>3. Differentiate between In order, Pre order, Post order Techniques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/>
                <a:cs typeface="Calibri"/>
              </a:rPr>
              <a:t>4.How can you insert a node in BST</a:t>
            </a:r>
            <a:br>
              <a:rPr lang="en-US" sz="2200" dirty="0">
                <a:latin typeface="Times New Roman"/>
                <a:cs typeface="Calibri"/>
              </a:rPr>
            </a:br>
            <a:r>
              <a:rPr lang="en-US" sz="2200" dirty="0">
                <a:latin typeface="Times New Roman"/>
                <a:cs typeface="Calibri"/>
              </a:rPr>
              <a:t>5. How to cerate a BST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REFERENCES FOR FURTHER LEARNING OF THE SESSION</a:t>
            </a:r>
            <a:endParaRPr lang="en-US" sz="2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7195" y="1013239"/>
            <a:ext cx="11509382" cy="3388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Reference Books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 Analysis in PYTHON, 2010, Mark Allen Weiss, Second Edition, Pearson Education.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Algorithms,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A.V.Aho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J.E.Hopcroft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J.D.Ullman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Pearson Education, First Edition Reprint2003.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Advanced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Guide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Python 3 Programming, John Hunt, 4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Edition, Springer Nature Switzerland AG 2019.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Python Basics: A Practice Introduction to Python 3, David Amos, Dan Bader, Joanna Jablonski, Fletcher Heisler, 4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edition, Real Python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latin typeface="Times New Roman"/>
                <a:cs typeface="Times New Roman"/>
              </a:rPr>
              <a:t>Sites and Web links:</a:t>
            </a:r>
          </a:p>
          <a:p>
            <a:pPr marL="342900" lvl="0" indent="-342900" algn="just">
              <a:spcBef>
                <a:spcPts val="80"/>
              </a:spcBef>
              <a:buSzPts val="1100"/>
              <a:buFont typeface="+mj-lt"/>
              <a:buAutoNum type="arabicPeriod"/>
            </a:pPr>
            <a:r>
              <a:rPr lang="en-US" u="sng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https://docs.python.org/3/tutorial/datastructures.html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80"/>
              </a:spcBef>
              <a:buSzPts val="1100"/>
              <a:buFont typeface="+mj-lt"/>
              <a:buAutoNum type="arabicPeriod"/>
            </a:pPr>
            <a:r>
              <a:rPr lang="en-US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https://www.w3schools.com/dsa/dsa_intro.php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3.    https://www.geeksforgeeks.org/python-data-structures/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ACTIVITIES/ CASE STUDIES/ 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083212" y="1252025"/>
            <a:ext cx="10086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/>
              <a:t>Add the following values one at a time to an initially empty binary search tree :</a:t>
            </a:r>
          </a:p>
          <a:p>
            <a:pPr>
              <a:defRPr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rgbClr val="FF0000"/>
                </a:solidFill>
              </a:rPr>
              <a:t>10,23,85,44,26,89,62,45,89</a:t>
            </a:r>
          </a:p>
          <a:p>
            <a:pPr marL="0" indent="0" algn="ctr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What is the resulting tree?</a:t>
            </a:r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405743" y="1436914"/>
            <a:ext cx="8116891" cy="330389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b="1" dirty="0">
              <a:latin typeface="Times New Roman"/>
              <a:cs typeface="Times New Roman"/>
            </a:endParaRPr>
          </a:p>
          <a:p>
            <a:pPr algn="ctr"/>
            <a:r>
              <a:rPr lang="en-US" sz="3200" b="1" dirty="0">
                <a:latin typeface="Times New Roman"/>
                <a:cs typeface="Times New Roman"/>
              </a:rPr>
              <a:t>THANK YOU</a:t>
            </a: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r>
              <a:rPr lang="en-US" sz="3600" b="1" dirty="0">
                <a:latin typeface="Times New Roman"/>
                <a:cs typeface="Times New Roman"/>
              </a:rPr>
              <a:t>Team – </a:t>
            </a:r>
            <a:r>
              <a:rPr lang="en-US" sz="36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Structures using Python</a:t>
            </a:r>
            <a:endParaRPr lang="en-US" sz="3600" b="1" cap="all" dirty="0">
              <a:solidFill>
                <a:schemeClr val="bg1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endParaRPr lang="en-US" sz="3600" b="1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188029"/>
            <a:ext cx="3235570" cy="10341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0125a647-8023-46ae-ae6e-85cf36d841bd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d43ee83c-3e71-4748-8ebc-8eaadf79342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250</TotalTime>
  <Words>1493</Words>
  <Application>Microsoft Office PowerPoint</Application>
  <PresentationFormat>Widescreen</PresentationFormat>
  <Paragraphs>294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BioRhyme ExtraBold</vt:lpstr>
      <vt:lpstr>Calibri</vt:lpstr>
      <vt:lpstr>Monotype Sorts</vt:lpstr>
      <vt:lpstr>Poppins</vt:lpstr>
      <vt:lpstr>Symbol</vt:lpstr>
      <vt:lpstr>Times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Ravi Pallapati</cp:lastModifiedBy>
  <cp:revision>251</cp:revision>
  <dcterms:created xsi:type="dcterms:W3CDTF">2020-02-08T09:57:44Z</dcterms:created>
  <dcterms:modified xsi:type="dcterms:W3CDTF">2024-12-14T06:01:09Z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