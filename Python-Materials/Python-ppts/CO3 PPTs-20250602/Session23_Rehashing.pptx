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9"/>
  </p:notesMasterIdLst>
  <p:sldIdLst>
    <p:sldId id="271" r:id="rId5"/>
    <p:sldId id="300" r:id="rId6"/>
    <p:sldId id="258" r:id="rId7"/>
    <p:sldId id="288" r:id="rId8"/>
    <p:sldId id="290" r:id="rId9"/>
    <p:sldId id="324" r:id="rId10"/>
    <p:sldId id="299" r:id="rId11"/>
    <p:sldId id="285" r:id="rId12"/>
    <p:sldId id="337" r:id="rId13"/>
    <p:sldId id="287" r:id="rId14"/>
    <p:sldId id="301" r:id="rId15"/>
    <p:sldId id="302" r:id="rId16"/>
    <p:sldId id="338" r:id="rId17"/>
    <p:sldId id="33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ANUSHA" userId="S::anushaaa9@kluniversity.in::31576902-587f-4416-b184-62b5dd11a3e8" providerId="AD" clId="Web-{12588468-280C-CD50-97E2-67B09EE1034E}"/>
    <pc:docChg chg="delSld modSld sldOrd">
      <pc:chgData name="M ANUSHA" userId="S::anushaaa9@kluniversity.in::31576902-587f-4416-b184-62b5dd11a3e8" providerId="AD" clId="Web-{12588468-280C-CD50-97E2-67B09EE1034E}" dt="2023-12-30T03:31:38.463" v="629"/>
      <pc:docMkLst>
        <pc:docMk/>
      </pc:docMkLst>
      <pc:sldChg chg="addSp delSp modSp ord">
        <pc:chgData name="M ANUSHA" userId="S::anushaaa9@kluniversity.in::31576902-587f-4416-b184-62b5dd11a3e8" providerId="AD" clId="Web-{12588468-280C-CD50-97E2-67B09EE1034E}" dt="2023-12-30T03:26:28.207" v="601"/>
        <pc:sldMkLst>
          <pc:docMk/>
          <pc:sldMk cId="0" sldId="258"/>
        </pc:sldMkLst>
        <pc:spChg chg="add del mod">
          <ac:chgData name="M ANUSHA" userId="S::anushaaa9@kluniversity.in::31576902-587f-4416-b184-62b5dd11a3e8" providerId="AD" clId="Web-{12588468-280C-CD50-97E2-67B09EE1034E}" dt="2023-12-30T02:43:06.413" v="15"/>
          <ac:spMkLst>
            <pc:docMk/>
            <pc:sldMk cId="0" sldId="258"/>
            <ac:spMk id="4" creationId="{74993003-203E-4201-53F0-6FC4B909EC2E}"/>
          </ac:spMkLst>
        </pc:spChg>
        <pc:spChg chg="mod">
          <ac:chgData name="M ANUSHA" userId="S::anushaaa9@kluniversity.in::31576902-587f-4416-b184-62b5dd11a3e8" providerId="AD" clId="Web-{12588468-280C-CD50-97E2-67B09EE1034E}" dt="2023-12-30T02:58:49.653" v="256" actId="20577"/>
          <ac:spMkLst>
            <pc:docMk/>
            <pc:sldMk cId="0" sldId="258"/>
            <ac:spMk id="53" creationId="{00000000-0000-0000-0000-000000000000}"/>
          </ac:spMkLst>
        </pc:spChg>
        <pc:picChg chg="del">
          <ac:chgData name="M ANUSHA" userId="S::anushaaa9@kluniversity.in::31576902-587f-4416-b184-62b5dd11a3e8" providerId="AD" clId="Web-{12588468-280C-CD50-97E2-67B09EE1034E}" dt="2023-12-30T02:42:59.429" v="14"/>
          <ac:picMkLst>
            <pc:docMk/>
            <pc:sldMk cId="0" sldId="258"/>
            <ac:picMk id="2" creationId="{00000000-0000-0000-0000-000000000000}"/>
          </ac:picMkLst>
        </pc:picChg>
        <pc:picChg chg="add del mod">
          <ac:chgData name="M ANUSHA" userId="S::anushaaa9@kluniversity.in::31576902-587f-4416-b184-62b5dd11a3e8" providerId="AD" clId="Web-{12588468-280C-CD50-97E2-67B09EE1034E}" dt="2023-12-30T02:57:27.603" v="240"/>
          <ac:picMkLst>
            <pc:docMk/>
            <pc:sldMk cId="0" sldId="258"/>
            <ac:picMk id="5" creationId="{95CE8E17-EBE3-CB52-E126-F3A3EA60BF31}"/>
          </ac:picMkLst>
        </pc:picChg>
      </pc:sldChg>
      <pc:sldChg chg="modSp ord">
        <pc:chgData name="M ANUSHA" userId="S::anushaaa9@kluniversity.in::31576902-587f-4416-b184-62b5dd11a3e8" providerId="AD" clId="Web-{12588468-280C-CD50-97E2-67B09EE1034E}" dt="2023-12-30T03:26:10.582" v="600" actId="20577"/>
        <pc:sldMkLst>
          <pc:docMk/>
          <pc:sldMk cId="0" sldId="285"/>
        </pc:sldMkLst>
        <pc:spChg chg="mod">
          <ac:chgData name="M ANUSHA" userId="S::anushaaa9@kluniversity.in::31576902-587f-4416-b184-62b5dd11a3e8" providerId="AD" clId="Web-{12588468-280C-CD50-97E2-67B09EE1034E}" dt="2023-12-30T03:26:10.582" v="600" actId="20577"/>
          <ac:spMkLst>
            <pc:docMk/>
            <pc:sldMk cId="0" sldId="285"/>
            <ac:spMk id="11" creationId="{2675F22E-35E8-840C-4D12-0C85D58BBE51}"/>
          </ac:spMkLst>
        </pc:spChg>
      </pc:sldChg>
      <pc:sldChg chg="addSp delSp modSp ord">
        <pc:chgData name="M ANUSHA" userId="S::anushaaa9@kluniversity.in::31576902-587f-4416-b184-62b5dd11a3e8" providerId="AD" clId="Web-{12588468-280C-CD50-97E2-67B09EE1034E}" dt="2023-12-30T03:05:42.599" v="457" actId="20577"/>
        <pc:sldMkLst>
          <pc:docMk/>
          <pc:sldMk cId="0" sldId="288"/>
        </pc:sldMkLst>
        <pc:spChg chg="mod">
          <ac:chgData name="M ANUSHA" userId="S::anushaaa9@kluniversity.in::31576902-587f-4416-b184-62b5dd11a3e8" providerId="AD" clId="Web-{12588468-280C-CD50-97E2-67B09EE1034E}" dt="2023-12-30T03:05:42.599" v="457" actId="20577"/>
          <ac:spMkLst>
            <pc:docMk/>
            <pc:sldMk cId="0" sldId="288"/>
            <ac:spMk id="3" creationId="{00000000-0000-0000-0000-000000000000}"/>
          </ac:spMkLst>
        </pc:spChg>
        <pc:spChg chg="add del mod">
          <ac:chgData name="M ANUSHA" userId="S::anushaaa9@kluniversity.in::31576902-587f-4416-b184-62b5dd11a3e8" providerId="AD" clId="Web-{12588468-280C-CD50-97E2-67B09EE1034E}" dt="2023-12-30T02:57:18.040" v="238"/>
          <ac:spMkLst>
            <pc:docMk/>
            <pc:sldMk cId="0" sldId="288"/>
            <ac:spMk id="4" creationId="{A5539DD6-489F-235C-F141-1A6E92FAB6F1}"/>
          </ac:spMkLst>
        </pc:spChg>
        <pc:spChg chg="add del mod">
          <ac:chgData name="M ANUSHA" userId="S::anushaaa9@kluniversity.in::31576902-587f-4416-b184-62b5dd11a3e8" providerId="AD" clId="Web-{12588468-280C-CD50-97E2-67B09EE1034E}" dt="2023-12-30T02:59:20.779" v="268"/>
          <ac:spMkLst>
            <pc:docMk/>
            <pc:sldMk cId="0" sldId="288"/>
            <ac:spMk id="7" creationId="{B4FE062D-2C40-4F51-38DC-84233589564C}"/>
          </ac:spMkLst>
        </pc:spChg>
        <pc:spChg chg="add">
          <ac:chgData name="M ANUSHA" userId="S::anushaaa9@kluniversity.in::31576902-587f-4416-b184-62b5dd11a3e8" providerId="AD" clId="Web-{12588468-280C-CD50-97E2-67B09EE1034E}" dt="2023-12-30T02:59:30.795" v="270"/>
          <ac:spMkLst>
            <pc:docMk/>
            <pc:sldMk cId="0" sldId="288"/>
            <ac:spMk id="9" creationId="{D81AD55C-1733-04CF-3E02-90BDF21BFABB}"/>
          </ac:spMkLst>
        </pc:spChg>
        <pc:picChg chg="add mod">
          <ac:chgData name="M ANUSHA" userId="S::anushaaa9@kluniversity.in::31576902-587f-4416-b184-62b5dd11a3e8" providerId="AD" clId="Web-{12588468-280C-CD50-97E2-67B09EE1034E}" dt="2023-12-30T02:57:31.902" v="242" actId="1076"/>
          <ac:picMkLst>
            <pc:docMk/>
            <pc:sldMk cId="0" sldId="288"/>
            <ac:picMk id="5" creationId="{FFCE556D-A3A5-9750-74AA-5EEDF736B5E9}"/>
          </ac:picMkLst>
        </pc:picChg>
        <pc:picChg chg="del">
          <ac:chgData name="M ANUSHA" userId="S::anushaaa9@kluniversity.in::31576902-587f-4416-b184-62b5dd11a3e8" providerId="AD" clId="Web-{12588468-280C-CD50-97E2-67B09EE1034E}" dt="2023-12-30T02:57:04.571" v="233"/>
          <ac:picMkLst>
            <pc:docMk/>
            <pc:sldMk cId="0" sldId="288"/>
            <ac:picMk id="6" creationId="{00000000-0000-0000-0000-000000000000}"/>
          </ac:picMkLst>
        </pc:picChg>
      </pc:sldChg>
      <pc:sldChg chg="ord">
        <pc:chgData name="M ANUSHA" userId="S::anushaaa9@kluniversity.in::31576902-587f-4416-b184-62b5dd11a3e8" providerId="AD" clId="Web-{12588468-280C-CD50-97E2-67B09EE1034E}" dt="2023-12-30T02:35:58.576" v="7"/>
        <pc:sldMkLst>
          <pc:docMk/>
          <pc:sldMk cId="0" sldId="290"/>
        </pc:sldMkLst>
      </pc:sldChg>
      <pc:sldChg chg="modSp">
        <pc:chgData name="M ANUSHA" userId="S::anushaaa9@kluniversity.in::31576902-587f-4416-b184-62b5dd11a3e8" providerId="AD" clId="Web-{12588468-280C-CD50-97E2-67B09EE1034E}" dt="2023-12-30T02:34:43.278" v="5" actId="14100"/>
        <pc:sldMkLst>
          <pc:docMk/>
          <pc:sldMk cId="0" sldId="300"/>
        </pc:sldMkLst>
        <pc:spChg chg="mod">
          <ac:chgData name="M ANUSHA" userId="S::anushaaa9@kluniversity.in::31576902-587f-4416-b184-62b5dd11a3e8" providerId="AD" clId="Web-{12588468-280C-CD50-97E2-67B09EE1034E}" dt="2023-12-30T02:34:39.215" v="4" actId="14100"/>
          <ac:spMkLst>
            <pc:docMk/>
            <pc:sldMk cId="0" sldId="300"/>
            <ac:spMk id="9" creationId="{00000000-0000-0000-0000-000000000000}"/>
          </ac:spMkLst>
        </pc:spChg>
        <pc:spChg chg="mod">
          <ac:chgData name="M ANUSHA" userId="S::anushaaa9@kluniversity.in::31576902-587f-4416-b184-62b5dd11a3e8" providerId="AD" clId="Web-{12588468-280C-CD50-97E2-67B09EE1034E}" dt="2023-12-30T02:34:43.278" v="5" actId="14100"/>
          <ac:spMkLst>
            <pc:docMk/>
            <pc:sldMk cId="0" sldId="300"/>
            <ac:spMk id="37" creationId="{00000000-0000-0000-0000-000000000000}"/>
          </ac:spMkLst>
        </pc:spChg>
      </pc:sldChg>
      <pc:sldChg chg="addSp delSp modSp ord addAnim">
        <pc:chgData name="M ANUSHA" userId="S::anushaaa9@kluniversity.in::31576902-587f-4416-b184-62b5dd11a3e8" providerId="AD" clId="Web-{12588468-280C-CD50-97E2-67B09EE1034E}" dt="2023-12-30T03:31:38.463" v="629"/>
        <pc:sldMkLst>
          <pc:docMk/>
          <pc:sldMk cId="0" sldId="324"/>
        </pc:sldMkLst>
        <pc:spChg chg="add mod">
          <ac:chgData name="M ANUSHA" userId="S::anushaaa9@kluniversity.in::31576902-587f-4416-b184-62b5dd11a3e8" providerId="AD" clId="Web-{12588468-280C-CD50-97E2-67B09EE1034E}" dt="2023-12-30T03:16:36.941" v="468" actId="20577"/>
          <ac:spMkLst>
            <pc:docMk/>
            <pc:sldMk cId="0" sldId="324"/>
            <ac:spMk id="3" creationId="{FE960B51-9678-E206-22B3-3D5FFEB7B0B5}"/>
          </ac:spMkLst>
        </pc:spChg>
        <pc:spChg chg="add del mod">
          <ac:chgData name="M ANUSHA" userId="S::anushaaa9@kluniversity.in::31576902-587f-4416-b184-62b5dd11a3e8" providerId="AD" clId="Web-{12588468-280C-CD50-97E2-67B09EE1034E}" dt="2023-12-30T03:16:47.785" v="470"/>
          <ac:spMkLst>
            <pc:docMk/>
            <pc:sldMk cId="0" sldId="324"/>
            <ac:spMk id="5" creationId="{88169EAD-DCC1-9A65-FBBF-EAFDA0A3DE5B}"/>
          </ac:spMkLst>
        </pc:spChg>
        <pc:spChg chg="del mod">
          <ac:chgData name="M ANUSHA" userId="S::anushaaa9@kluniversity.in::31576902-587f-4416-b184-62b5dd11a3e8" providerId="AD" clId="Web-{12588468-280C-CD50-97E2-67B09EE1034E}" dt="2023-12-30T03:16:39.535" v="469"/>
          <ac:spMkLst>
            <pc:docMk/>
            <pc:sldMk cId="0" sldId="324"/>
            <ac:spMk id="6" creationId="{0B2770E3-00F5-628E-BE02-3B656F92E15F}"/>
          </ac:spMkLst>
        </pc:spChg>
        <pc:picChg chg="add">
          <ac:chgData name="M ANUSHA" userId="S::anushaaa9@kluniversity.in::31576902-587f-4416-b184-62b5dd11a3e8" providerId="AD" clId="Web-{12588468-280C-CD50-97E2-67B09EE1034E}" dt="2023-12-30T03:16:49.207" v="471"/>
          <ac:picMkLst>
            <pc:docMk/>
            <pc:sldMk cId="0" sldId="324"/>
            <ac:picMk id="9" creationId="{85DED408-2C5B-9FB6-C61B-477B171FB899}"/>
          </ac:picMkLst>
        </pc:picChg>
      </pc:sldChg>
      <pc:sldChg chg="addSp delSp modSp ord addAnim">
        <pc:chgData name="M ANUSHA" userId="S::anushaaa9@kluniversity.in::31576902-587f-4416-b184-62b5dd11a3e8" providerId="AD" clId="Web-{12588468-280C-CD50-97E2-67B09EE1034E}" dt="2023-12-30T03:31:04.213" v="627" actId="14100"/>
        <pc:sldMkLst>
          <pc:docMk/>
          <pc:sldMk cId="0" sldId="331"/>
        </pc:sldMkLst>
        <pc:spChg chg="del">
          <ac:chgData name="M ANUSHA" userId="S::anushaaa9@kluniversity.in::31576902-587f-4416-b184-62b5dd11a3e8" providerId="AD" clId="Web-{12588468-280C-CD50-97E2-67B09EE1034E}" dt="2023-12-30T03:17:27.852" v="494"/>
          <ac:spMkLst>
            <pc:docMk/>
            <pc:sldMk cId="0" sldId="331"/>
            <ac:spMk id="2" creationId="{00000000-0000-0000-0000-000000000000}"/>
          </ac:spMkLst>
        </pc:spChg>
        <pc:spChg chg="mod">
          <ac:chgData name="M ANUSHA" userId="S::anushaaa9@kluniversity.in::31576902-587f-4416-b184-62b5dd11a3e8" providerId="AD" clId="Web-{12588468-280C-CD50-97E2-67B09EE1034E}" dt="2023-12-30T03:31:04.213" v="627" actId="14100"/>
          <ac:spMkLst>
            <pc:docMk/>
            <pc:sldMk cId="0" sldId="331"/>
            <ac:spMk id="3" creationId="{00000000-0000-0000-0000-000000000000}"/>
          </ac:spMkLst>
        </pc:spChg>
        <pc:spChg chg="add mod">
          <ac:chgData name="M ANUSHA" userId="S::anushaaa9@kluniversity.in::31576902-587f-4416-b184-62b5dd11a3e8" providerId="AD" clId="Web-{12588468-280C-CD50-97E2-67B09EE1034E}" dt="2023-12-30T03:17:24.270" v="493" actId="20577"/>
          <ac:spMkLst>
            <pc:docMk/>
            <pc:sldMk cId="0" sldId="331"/>
            <ac:spMk id="7" creationId="{29279AA6-A734-5F16-D947-85C3D2572265}"/>
          </ac:spMkLst>
        </pc:spChg>
        <pc:spChg chg="add del mod">
          <ac:chgData name="M ANUSHA" userId="S::anushaaa9@kluniversity.in::31576902-587f-4416-b184-62b5dd11a3e8" providerId="AD" clId="Web-{12588468-280C-CD50-97E2-67B09EE1034E}" dt="2023-12-30T03:17:33.946" v="495"/>
          <ac:spMkLst>
            <pc:docMk/>
            <pc:sldMk cId="0" sldId="331"/>
            <ac:spMk id="9" creationId="{77BCF968-4035-7C17-5869-9CDB3274B066}"/>
          </ac:spMkLst>
        </pc:spChg>
        <pc:picChg chg="add">
          <ac:chgData name="M ANUSHA" userId="S::anushaaa9@kluniversity.in::31576902-587f-4416-b184-62b5dd11a3e8" providerId="AD" clId="Web-{12588468-280C-CD50-97E2-67B09EE1034E}" dt="2023-12-30T03:16:56.598" v="472"/>
          <ac:picMkLst>
            <pc:docMk/>
            <pc:sldMk cId="0" sldId="331"/>
            <ac:picMk id="5" creationId="{00E50831-BF61-89C1-FE47-DAF747F86B5F}"/>
          </ac:picMkLst>
        </pc:picChg>
      </pc:sldChg>
      <pc:sldChg chg="addSp delSp modSp del ord addAnim">
        <pc:chgData name="M ANUSHA" userId="S::anushaaa9@kluniversity.in::31576902-587f-4416-b184-62b5dd11a3e8" providerId="AD" clId="Web-{12588468-280C-CD50-97E2-67B09EE1034E}" dt="2023-12-30T03:30:09.259" v="624"/>
        <pc:sldMkLst>
          <pc:docMk/>
          <pc:sldMk cId="0" sldId="332"/>
        </pc:sldMkLst>
        <pc:spChg chg="del mod">
          <ac:chgData name="M ANUSHA" userId="S::anushaaa9@kluniversity.in::31576902-587f-4416-b184-62b5dd11a3e8" providerId="AD" clId="Web-{12588468-280C-CD50-97E2-67B09EE1034E}" dt="2023-12-30T03:18:47.729" v="502"/>
          <ac:spMkLst>
            <pc:docMk/>
            <pc:sldMk cId="0" sldId="332"/>
            <ac:spMk id="2" creationId="{00000000-0000-0000-0000-000000000000}"/>
          </ac:spMkLst>
        </pc:spChg>
        <pc:spChg chg="mod">
          <ac:chgData name="M ANUSHA" userId="S::anushaaa9@kluniversity.in::31576902-587f-4416-b184-62b5dd11a3e8" providerId="AD" clId="Web-{12588468-280C-CD50-97E2-67B09EE1034E}" dt="2023-12-30T03:30:01.508" v="620" actId="20577"/>
          <ac:spMkLst>
            <pc:docMk/>
            <pc:sldMk cId="0" sldId="332"/>
            <ac:spMk id="3" creationId="{00000000-0000-0000-0000-000000000000}"/>
          </ac:spMkLst>
        </pc:spChg>
        <pc:spChg chg="add">
          <ac:chgData name="M ANUSHA" userId="S::anushaaa9@kluniversity.in::31576902-587f-4416-b184-62b5dd11a3e8" providerId="AD" clId="Web-{12588468-280C-CD50-97E2-67B09EE1034E}" dt="2023-12-30T03:18:53.463" v="503"/>
          <ac:spMkLst>
            <pc:docMk/>
            <pc:sldMk cId="0" sldId="332"/>
            <ac:spMk id="5" creationId="{B7F83664-EFD7-C058-6D40-7E3776E4BB33}"/>
          </ac:spMkLst>
        </pc:spChg>
        <pc:picChg chg="add">
          <ac:chgData name="M ANUSHA" userId="S::anushaaa9@kluniversity.in::31576902-587f-4416-b184-62b5dd11a3e8" providerId="AD" clId="Web-{12588468-280C-CD50-97E2-67B09EE1034E}" dt="2023-12-30T03:18:58.229" v="504"/>
          <ac:picMkLst>
            <pc:docMk/>
            <pc:sldMk cId="0" sldId="332"/>
            <ac:picMk id="7" creationId="{19694414-786E-906B-9747-A6063DABFD01}"/>
          </ac:picMkLst>
        </pc:picChg>
      </pc:sldChg>
      <pc:sldChg chg="addSp delSp modSp addAnim">
        <pc:chgData name="M ANUSHA" userId="S::anushaaa9@kluniversity.in::31576902-587f-4416-b184-62b5dd11a3e8" providerId="AD" clId="Web-{12588468-280C-CD50-97E2-67B09EE1034E}" dt="2023-12-30T03:21:51.233" v="557" actId="20577"/>
        <pc:sldMkLst>
          <pc:docMk/>
          <pc:sldMk cId="0" sldId="333"/>
        </pc:sldMkLst>
        <pc:spChg chg="del">
          <ac:chgData name="M ANUSHA" userId="S::anushaaa9@kluniversity.in::31576902-587f-4416-b184-62b5dd11a3e8" providerId="AD" clId="Web-{12588468-280C-CD50-97E2-67B09EE1034E}" dt="2023-12-30T03:19:43.746" v="513"/>
          <ac:spMkLst>
            <pc:docMk/>
            <pc:sldMk cId="0" sldId="333"/>
            <ac:spMk id="2" creationId="{00000000-0000-0000-0000-000000000000}"/>
          </ac:spMkLst>
        </pc:spChg>
        <pc:spChg chg="mod">
          <ac:chgData name="M ANUSHA" userId="S::anushaaa9@kluniversity.in::31576902-587f-4416-b184-62b5dd11a3e8" providerId="AD" clId="Web-{12588468-280C-CD50-97E2-67B09EE1034E}" dt="2023-12-30T03:21:51.233" v="557" actId="20577"/>
          <ac:spMkLst>
            <pc:docMk/>
            <pc:sldMk cId="0" sldId="333"/>
            <ac:spMk id="3" creationId="{00000000-0000-0000-0000-000000000000}"/>
          </ac:spMkLst>
        </pc:spChg>
        <pc:spChg chg="add del mod">
          <ac:chgData name="M ANUSHA" userId="S::anushaaa9@kluniversity.in::31576902-587f-4416-b184-62b5dd11a3e8" providerId="AD" clId="Web-{12588468-280C-CD50-97E2-67B09EE1034E}" dt="2023-12-30T03:19:50.090" v="514"/>
          <ac:spMkLst>
            <pc:docMk/>
            <pc:sldMk cId="0" sldId="333"/>
            <ac:spMk id="5" creationId="{7808DAC9-7E6E-5248-0552-71F9DE00E976}"/>
          </ac:spMkLst>
        </pc:spChg>
        <pc:spChg chg="add">
          <ac:chgData name="M ANUSHA" userId="S::anushaaa9@kluniversity.in::31576902-587f-4416-b184-62b5dd11a3e8" providerId="AD" clId="Web-{12588468-280C-CD50-97E2-67B09EE1034E}" dt="2023-12-30T03:20:16.262" v="523"/>
          <ac:spMkLst>
            <pc:docMk/>
            <pc:sldMk cId="0" sldId="333"/>
            <ac:spMk id="7" creationId="{92A57735-0B3D-C8B5-2AF6-79566D1C1263}"/>
          </ac:spMkLst>
        </pc:spChg>
        <pc:picChg chg="add">
          <ac:chgData name="M ANUSHA" userId="S::anushaaa9@kluniversity.in::31576902-587f-4416-b184-62b5dd11a3e8" providerId="AD" clId="Web-{12588468-280C-CD50-97E2-67B09EE1034E}" dt="2023-12-30T03:20:21.559" v="524"/>
          <ac:picMkLst>
            <pc:docMk/>
            <pc:sldMk cId="0" sldId="333"/>
            <ac:picMk id="9" creationId="{38293E94-9F72-ABB5-210C-0E3F531C86B5}"/>
          </ac:picMkLst>
        </pc:picChg>
      </pc:sldChg>
      <pc:sldChg chg="addSp modSp addAnim">
        <pc:chgData name="M ANUSHA" userId="S::anushaaa9@kluniversity.in::31576902-587f-4416-b184-62b5dd11a3e8" providerId="AD" clId="Web-{12588468-280C-CD50-97E2-67B09EE1034E}" dt="2023-12-30T03:22:32.187" v="568" actId="1076"/>
        <pc:sldMkLst>
          <pc:docMk/>
          <pc:sldMk cId="0" sldId="334"/>
        </pc:sldMkLst>
        <pc:spChg chg="mod">
          <ac:chgData name="M ANUSHA" userId="S::anushaaa9@kluniversity.in::31576902-587f-4416-b184-62b5dd11a3e8" providerId="AD" clId="Web-{12588468-280C-CD50-97E2-67B09EE1034E}" dt="2023-12-30T03:22:06.577" v="560" actId="14100"/>
          <ac:spMkLst>
            <pc:docMk/>
            <pc:sldMk cId="0" sldId="334"/>
            <ac:spMk id="3" creationId="{00000000-0000-0000-0000-000000000000}"/>
          </ac:spMkLst>
        </pc:spChg>
        <pc:spChg chg="add">
          <ac:chgData name="M ANUSHA" userId="S::anushaaa9@kluniversity.in::31576902-587f-4416-b184-62b5dd11a3e8" providerId="AD" clId="Web-{12588468-280C-CD50-97E2-67B09EE1034E}" dt="2023-12-30T03:21:58.624" v="558"/>
          <ac:spMkLst>
            <pc:docMk/>
            <pc:sldMk cId="0" sldId="334"/>
            <ac:spMk id="4" creationId="{FC542AAC-0A4C-4CC0-B4CD-572B7D40046F}"/>
          </ac:spMkLst>
        </pc:spChg>
        <pc:picChg chg="add">
          <ac:chgData name="M ANUSHA" userId="S::anushaaa9@kluniversity.in::31576902-587f-4416-b184-62b5dd11a3e8" providerId="AD" clId="Web-{12588468-280C-CD50-97E2-67B09EE1034E}" dt="2023-12-30T03:22:03.592" v="559"/>
          <ac:picMkLst>
            <pc:docMk/>
            <pc:sldMk cId="0" sldId="334"/>
            <ac:picMk id="6" creationId="{D03F2966-E95C-ACBE-228C-E7AD9D3161C0}"/>
          </ac:picMkLst>
        </pc:picChg>
        <pc:picChg chg="mod">
          <ac:chgData name="M ANUSHA" userId="S::anushaaa9@kluniversity.in::31576902-587f-4416-b184-62b5dd11a3e8" providerId="AD" clId="Web-{12588468-280C-CD50-97E2-67B09EE1034E}" dt="2023-12-30T03:22:30.468" v="567" actId="1076"/>
          <ac:picMkLst>
            <pc:docMk/>
            <pc:sldMk cId="0" sldId="334"/>
            <ac:picMk id="100" creationId="{00000000-0000-0000-0000-000000000000}"/>
          </ac:picMkLst>
        </pc:picChg>
        <pc:picChg chg="mod">
          <ac:chgData name="M ANUSHA" userId="S::anushaaa9@kluniversity.in::31576902-587f-4416-b184-62b5dd11a3e8" providerId="AD" clId="Web-{12588468-280C-CD50-97E2-67B09EE1034E}" dt="2023-12-30T03:22:32.187" v="568" actId="1076"/>
          <ac:picMkLst>
            <pc:docMk/>
            <pc:sldMk cId="0" sldId="334"/>
            <ac:picMk id="101" creationId="{00000000-0000-0000-0000-000000000000}"/>
          </ac:picMkLst>
        </pc:picChg>
      </pc:sldChg>
      <pc:sldChg chg="addSp modSp addAnim">
        <pc:chgData name="M ANUSHA" userId="S::anushaaa9@kluniversity.in::31576902-587f-4416-b184-62b5dd11a3e8" providerId="AD" clId="Web-{12588468-280C-CD50-97E2-67B09EE1034E}" dt="2023-12-30T03:23:08.312" v="573" actId="1076"/>
        <pc:sldMkLst>
          <pc:docMk/>
          <pc:sldMk cId="0" sldId="335"/>
        </pc:sldMkLst>
        <pc:spChg chg="mod">
          <ac:chgData name="M ANUSHA" userId="S::anushaaa9@kluniversity.in::31576902-587f-4416-b184-62b5dd11a3e8" providerId="AD" clId="Web-{12588468-280C-CD50-97E2-67B09EE1034E}" dt="2023-12-30T03:23:02.640" v="571" actId="14100"/>
          <ac:spMkLst>
            <pc:docMk/>
            <pc:sldMk cId="0" sldId="335"/>
            <ac:spMk id="3" creationId="{00000000-0000-0000-0000-000000000000}"/>
          </ac:spMkLst>
        </pc:spChg>
        <pc:spChg chg="add">
          <ac:chgData name="M ANUSHA" userId="S::anushaaa9@kluniversity.in::31576902-587f-4416-b184-62b5dd11a3e8" providerId="AD" clId="Web-{12588468-280C-CD50-97E2-67B09EE1034E}" dt="2023-12-30T03:22:53.890" v="569"/>
          <ac:spMkLst>
            <pc:docMk/>
            <pc:sldMk cId="0" sldId="335"/>
            <ac:spMk id="4" creationId="{A90DD1D4-C1DF-89B9-B5AD-6EFBC66C324D}"/>
          </ac:spMkLst>
        </pc:spChg>
        <pc:picChg chg="add">
          <ac:chgData name="M ANUSHA" userId="S::anushaaa9@kluniversity.in::31576902-587f-4416-b184-62b5dd11a3e8" providerId="AD" clId="Web-{12588468-280C-CD50-97E2-67B09EE1034E}" dt="2023-12-30T03:22:59.031" v="570"/>
          <ac:picMkLst>
            <pc:docMk/>
            <pc:sldMk cId="0" sldId="335"/>
            <ac:picMk id="6" creationId="{4FAF861A-4B9B-BEEA-F03A-42E21EC80F23}"/>
          </ac:picMkLst>
        </pc:picChg>
        <pc:picChg chg="mod">
          <ac:chgData name="M ANUSHA" userId="S::anushaaa9@kluniversity.in::31576902-587f-4416-b184-62b5dd11a3e8" providerId="AD" clId="Web-{12588468-280C-CD50-97E2-67B09EE1034E}" dt="2023-12-30T03:23:06.266" v="572" actId="1076"/>
          <ac:picMkLst>
            <pc:docMk/>
            <pc:sldMk cId="0" sldId="335"/>
            <ac:picMk id="102" creationId="{00000000-0000-0000-0000-000000000000}"/>
          </ac:picMkLst>
        </pc:picChg>
        <pc:picChg chg="mod">
          <ac:chgData name="M ANUSHA" userId="S::anushaaa9@kluniversity.in::31576902-587f-4416-b184-62b5dd11a3e8" providerId="AD" clId="Web-{12588468-280C-CD50-97E2-67B09EE1034E}" dt="2023-12-30T03:23:08.312" v="573" actId="1076"/>
          <ac:picMkLst>
            <pc:docMk/>
            <pc:sldMk cId="0" sldId="335"/>
            <ac:picMk id="103" creationId="{00000000-0000-0000-0000-000000000000}"/>
          </ac:picMkLst>
        </pc:picChg>
      </pc:sldChg>
      <pc:sldChg chg="addSp modSp addAnim">
        <pc:chgData name="M ANUSHA" userId="S::anushaaa9@kluniversity.in::31576902-587f-4416-b184-62b5dd11a3e8" providerId="AD" clId="Web-{12588468-280C-CD50-97E2-67B09EE1034E}" dt="2023-12-30T03:23:45.063" v="581" actId="20577"/>
        <pc:sldMkLst>
          <pc:docMk/>
          <pc:sldMk cId="0" sldId="336"/>
        </pc:sldMkLst>
        <pc:spChg chg="add">
          <ac:chgData name="M ANUSHA" userId="S::anushaaa9@kluniversity.in::31576902-587f-4416-b184-62b5dd11a3e8" providerId="AD" clId="Web-{12588468-280C-CD50-97E2-67B09EE1034E}" dt="2023-12-30T03:23:17.109" v="574"/>
          <ac:spMkLst>
            <pc:docMk/>
            <pc:sldMk cId="0" sldId="336"/>
            <ac:spMk id="3" creationId="{26CA4C3B-03CD-56A0-3515-C58848D8C92D}"/>
          </ac:spMkLst>
        </pc:spChg>
        <pc:spChg chg="mod">
          <ac:chgData name="M ANUSHA" userId="S::anushaaa9@kluniversity.in::31576902-587f-4416-b184-62b5dd11a3e8" providerId="AD" clId="Web-{12588468-280C-CD50-97E2-67B09EE1034E}" dt="2023-12-30T03:23:45.063" v="581" actId="20577"/>
          <ac:spMkLst>
            <pc:docMk/>
            <pc:sldMk cId="0" sldId="336"/>
            <ac:spMk id="5" creationId="{00000000-0000-0000-0000-000000000000}"/>
          </ac:spMkLst>
        </pc:spChg>
        <pc:picChg chg="add">
          <ac:chgData name="M ANUSHA" userId="S::anushaaa9@kluniversity.in::31576902-587f-4416-b184-62b5dd11a3e8" providerId="AD" clId="Web-{12588468-280C-CD50-97E2-67B09EE1034E}" dt="2023-12-30T03:23:26.844" v="575"/>
          <ac:picMkLst>
            <pc:docMk/>
            <pc:sldMk cId="0" sldId="336"/>
            <ac:picMk id="6" creationId="{947A23E5-FBEE-E1EA-5BD2-A80CE40632A1}"/>
          </ac:picMkLst>
        </pc:picChg>
      </pc:sldChg>
    </pc:docChg>
  </pc:docChgLst>
  <pc:docChgLst>
    <pc:chgData name="Guest User" userId="S::urn:spo:anon#041d050716007d72e933769838f51bced52d97ace154e39de1e0ee92a489812d::" providerId="AD" clId="Web-{A0ECE629-137C-A751-DD07-0D3845BF946B}"/>
    <pc:docChg chg="modSld">
      <pc:chgData name="Guest User" userId="S::urn:spo:anon#041d050716007d72e933769838f51bced52d97ace154e39de1e0ee92a489812d::" providerId="AD" clId="Web-{A0ECE629-137C-A751-DD07-0D3845BF946B}" dt="2023-12-30T03:34:23.044" v="1" actId="20577"/>
      <pc:docMkLst>
        <pc:docMk/>
      </pc:docMkLst>
      <pc:sldChg chg="modSp">
        <pc:chgData name="Guest User" userId="S::urn:spo:anon#041d050716007d72e933769838f51bced52d97ace154e39de1e0ee92a489812d::" providerId="AD" clId="Web-{A0ECE629-137C-A751-DD07-0D3845BF946B}" dt="2023-12-30T03:34:23.044" v="1" actId="20577"/>
        <pc:sldMkLst>
          <pc:docMk/>
          <pc:sldMk cId="0" sldId="258"/>
        </pc:sldMkLst>
        <pc:spChg chg="mod">
          <ac:chgData name="Guest User" userId="S::urn:spo:anon#041d050716007d72e933769838f51bced52d97ace154e39de1e0ee92a489812d::" providerId="AD" clId="Web-{A0ECE629-137C-A751-DD07-0D3845BF946B}" dt="2023-12-30T03:34:23.044" v="1" actId="20577"/>
          <ac:spMkLst>
            <pc:docMk/>
            <pc:sldMk cId="0" sldId="258"/>
            <ac:spMk id="53" creationId="{00000000-0000-0000-0000-000000000000}"/>
          </ac:spMkLst>
        </pc:spChg>
      </pc:sldChg>
    </pc:docChg>
  </pc:docChgLst>
  <pc:docChgLst>
    <pc:chgData name="Guest User" userId="S::urn:spo:anon#0063c1833b7adc266e0363ddec627c2b654a707674f5a103e34a6b693c9cdc9e::" providerId="AD" clId="Web-{9D44D4BE-2E6C-48AE-C134-3CC624013B23}"/>
    <pc:docChg chg="modSld">
      <pc:chgData name="Guest User" userId="S::urn:spo:anon#0063c1833b7adc266e0363ddec627c2b654a707674f5a103e34a6b693c9cdc9e::" providerId="AD" clId="Web-{9D44D4BE-2E6C-48AE-C134-3CC624013B23}" dt="2023-12-29T05:45:33.913" v="149" actId="20577"/>
      <pc:docMkLst>
        <pc:docMk/>
      </pc:docMkLst>
      <pc:sldChg chg="modSp">
        <pc:chgData name="Guest User" userId="S::urn:spo:anon#0063c1833b7adc266e0363ddec627c2b654a707674f5a103e34a6b693c9cdc9e::" providerId="AD" clId="Web-{9D44D4BE-2E6C-48AE-C134-3CC624013B23}" dt="2023-12-29T05:29:38.192" v="128" actId="20577"/>
        <pc:sldMkLst>
          <pc:docMk/>
          <pc:sldMk cId="0" sldId="258"/>
        </pc:sldMkLst>
        <pc:spChg chg="mod">
          <ac:chgData name="Guest User" userId="S::urn:spo:anon#0063c1833b7adc266e0363ddec627c2b654a707674f5a103e34a6b693c9cdc9e::" providerId="AD" clId="Web-{9D44D4BE-2E6C-48AE-C134-3CC624013B23}" dt="2023-12-29T05:29:38.192" v="128" actId="20577"/>
          <ac:spMkLst>
            <pc:docMk/>
            <pc:sldMk cId="0" sldId="258"/>
            <ac:spMk id="53" creationId="{00000000-0000-0000-0000-000000000000}"/>
          </ac:spMkLst>
        </pc:spChg>
      </pc:sldChg>
      <pc:sldChg chg="addSp delSp modSp">
        <pc:chgData name="Guest User" userId="S::urn:spo:anon#0063c1833b7adc266e0363ddec627c2b654a707674f5a103e34a6b693c9cdc9e::" providerId="AD" clId="Web-{9D44D4BE-2E6C-48AE-C134-3CC624013B23}" dt="2023-12-29T05:29:09.988" v="127" actId="1076"/>
        <pc:sldMkLst>
          <pc:docMk/>
          <pc:sldMk cId="0" sldId="285"/>
        </pc:sldMkLst>
        <pc:spChg chg="add del mod">
          <ac:chgData name="Guest User" userId="S::urn:spo:anon#0063c1833b7adc266e0363ddec627c2b654a707674f5a103e34a6b693c9cdc9e::" providerId="AD" clId="Web-{9D44D4BE-2E6C-48AE-C134-3CC624013B23}" dt="2023-12-29T05:28:27.143" v="120"/>
          <ac:spMkLst>
            <pc:docMk/>
            <pc:sldMk cId="0" sldId="285"/>
            <ac:spMk id="8" creationId="{C6786FFB-237E-5FC4-BC32-F304F5E1080D}"/>
          </ac:spMkLst>
        </pc:spChg>
        <pc:spChg chg="add del mod">
          <ac:chgData name="Guest User" userId="S::urn:spo:anon#0063c1833b7adc266e0363ddec627c2b654a707674f5a103e34a6b693c9cdc9e::" providerId="AD" clId="Web-{9D44D4BE-2E6C-48AE-C134-3CC624013B23}" dt="2023-12-29T05:28:24.346" v="119"/>
          <ac:spMkLst>
            <pc:docMk/>
            <pc:sldMk cId="0" sldId="285"/>
            <ac:spMk id="9" creationId="{7409C552-A382-5E08-1BF7-3AE8730B3D59}"/>
          </ac:spMkLst>
        </pc:spChg>
        <pc:spChg chg="add mod">
          <ac:chgData name="Guest User" userId="S::urn:spo:anon#0063c1833b7adc266e0363ddec627c2b654a707674f5a103e34a6b693c9cdc9e::" providerId="AD" clId="Web-{9D44D4BE-2E6C-48AE-C134-3CC624013B23}" dt="2023-12-29T05:28:59.863" v="125"/>
          <ac:spMkLst>
            <pc:docMk/>
            <pc:sldMk cId="0" sldId="285"/>
            <ac:spMk id="11" creationId="{2675F22E-35E8-840C-4D12-0C85D58BBE51}"/>
          </ac:spMkLst>
        </pc:spChg>
        <pc:spChg chg="del mod">
          <ac:chgData name="Guest User" userId="S::urn:spo:anon#0063c1833b7adc266e0363ddec627c2b654a707674f5a103e34a6b693c9cdc9e::" providerId="AD" clId="Web-{9D44D4BE-2E6C-48AE-C134-3CC624013B23}" dt="2023-12-29T05:29:04.050" v="126"/>
          <ac:spMkLst>
            <pc:docMk/>
            <pc:sldMk cId="0" sldId="285"/>
            <ac:spMk id="13" creationId="{00000000-0000-0000-0000-000000000000}"/>
          </ac:spMkLst>
        </pc:spChg>
        <pc:picChg chg="add del">
          <ac:chgData name="Guest User" userId="S::urn:spo:anon#0063c1833b7adc266e0363ddec627c2b654a707674f5a103e34a6b693c9cdc9e::" providerId="AD" clId="Web-{9D44D4BE-2E6C-48AE-C134-3CC624013B23}" dt="2023-12-29T05:28:29.987" v="121"/>
          <ac:picMkLst>
            <pc:docMk/>
            <pc:sldMk cId="0" sldId="285"/>
            <ac:picMk id="2" creationId="{00000000-0000-0000-0000-000000000000}"/>
          </ac:picMkLst>
        </pc:picChg>
        <pc:picChg chg="del">
          <ac:chgData name="Guest User" userId="S::urn:spo:anon#0063c1833b7adc266e0363ddec627c2b654a707674f5a103e34a6b693c9cdc9e::" providerId="AD" clId="Web-{9D44D4BE-2E6C-48AE-C134-3CC624013B23}" dt="2023-12-29T05:12:37.673" v="24"/>
          <ac:picMkLst>
            <pc:docMk/>
            <pc:sldMk cId="0" sldId="285"/>
            <ac:picMk id="3" creationId="{00000000-0000-0000-0000-000000000000}"/>
          </ac:picMkLst>
        </pc:picChg>
        <pc:picChg chg="add del mod modCrop">
          <ac:chgData name="Guest User" userId="S::urn:spo:anon#0063c1833b7adc266e0363ddec627c2b654a707674f5a103e34a6b693c9cdc9e::" providerId="AD" clId="Web-{9D44D4BE-2E6C-48AE-C134-3CC624013B23}" dt="2023-12-29T05:20:22.345" v="46"/>
          <ac:picMkLst>
            <pc:docMk/>
            <pc:sldMk cId="0" sldId="285"/>
            <ac:picMk id="5" creationId="{BC470AA9-5A23-13D8-6313-55F4D1CB2619}"/>
          </ac:picMkLst>
        </pc:picChg>
        <pc:picChg chg="add mod">
          <ac:chgData name="Guest User" userId="S::urn:spo:anon#0063c1833b7adc266e0363ddec627c2b654a707674f5a103e34a6b693c9cdc9e::" providerId="AD" clId="Web-{9D44D4BE-2E6C-48AE-C134-3CC624013B23}" dt="2023-12-29T05:29:09.988" v="127" actId="1076"/>
          <ac:picMkLst>
            <pc:docMk/>
            <pc:sldMk cId="0" sldId="285"/>
            <ac:picMk id="6" creationId="{02843B0A-9FF5-A452-1473-559E9C0167BB}"/>
          </ac:picMkLst>
        </pc:picChg>
      </pc:sldChg>
      <pc:sldChg chg="modSp">
        <pc:chgData name="Guest User" userId="S::urn:spo:anon#0063c1833b7adc266e0363ddec627c2b654a707674f5a103e34a6b693c9cdc9e::" providerId="AD" clId="Web-{9D44D4BE-2E6C-48AE-C134-3CC624013B23}" dt="2023-12-29T05:30:18.319" v="135" actId="20577"/>
        <pc:sldMkLst>
          <pc:docMk/>
          <pc:sldMk cId="0" sldId="288"/>
        </pc:sldMkLst>
        <pc:spChg chg="mod">
          <ac:chgData name="Guest User" userId="S::urn:spo:anon#0063c1833b7adc266e0363ddec627c2b654a707674f5a103e34a6b693c9cdc9e::" providerId="AD" clId="Web-{9D44D4BE-2E6C-48AE-C134-3CC624013B23}" dt="2023-12-29T05:30:18.319" v="135" actId="20577"/>
          <ac:spMkLst>
            <pc:docMk/>
            <pc:sldMk cId="0" sldId="288"/>
            <ac:spMk id="3" creationId="{00000000-0000-0000-0000-000000000000}"/>
          </ac:spMkLst>
        </pc:spChg>
      </pc:sldChg>
      <pc:sldChg chg="modSp">
        <pc:chgData name="Guest User" userId="S::urn:spo:anon#0063c1833b7adc266e0363ddec627c2b654a707674f5a103e34a6b693c9cdc9e::" providerId="AD" clId="Web-{9D44D4BE-2E6C-48AE-C134-3CC624013B23}" dt="2023-12-29T05:33:06.387" v="143"/>
        <pc:sldMkLst>
          <pc:docMk/>
          <pc:sldMk cId="0" sldId="300"/>
        </pc:sldMkLst>
        <pc:spChg chg="mod">
          <ac:chgData name="Guest User" userId="S::urn:spo:anon#0063c1833b7adc266e0363ddec627c2b654a707674f5a103e34a6b693c9cdc9e::" providerId="AD" clId="Web-{9D44D4BE-2E6C-48AE-C134-3CC624013B23}" dt="2023-12-29T05:33:06.387" v="143"/>
          <ac:spMkLst>
            <pc:docMk/>
            <pc:sldMk cId="0" sldId="300"/>
            <ac:spMk id="5" creationId="{00000000-0000-0000-0000-000000000000}"/>
          </ac:spMkLst>
        </pc:spChg>
        <pc:spChg chg="mod">
          <ac:chgData name="Guest User" userId="S::urn:spo:anon#0063c1833b7adc266e0363ddec627c2b654a707674f5a103e34a6b693c9cdc9e::" providerId="AD" clId="Web-{9D44D4BE-2E6C-48AE-C134-3CC624013B23}" dt="2023-12-29T05:32:57.090" v="142"/>
          <ac:spMkLst>
            <pc:docMk/>
            <pc:sldMk cId="0" sldId="300"/>
            <ac:spMk id="9" creationId="{00000000-0000-0000-0000-000000000000}"/>
          </ac:spMkLst>
        </pc:spChg>
        <pc:spChg chg="mod">
          <ac:chgData name="Guest User" userId="S::urn:spo:anon#0063c1833b7adc266e0363ddec627c2b654a707674f5a103e34a6b693c9cdc9e::" providerId="AD" clId="Web-{9D44D4BE-2E6C-48AE-C134-3CC624013B23}" dt="2023-12-29T05:32:49.402" v="141"/>
          <ac:spMkLst>
            <pc:docMk/>
            <pc:sldMk cId="0" sldId="300"/>
            <ac:spMk id="37" creationId="{00000000-0000-0000-0000-000000000000}"/>
          </ac:spMkLst>
        </pc:spChg>
      </pc:sldChg>
      <pc:sldChg chg="modSp">
        <pc:chgData name="Guest User" userId="S::urn:spo:anon#0063c1833b7adc266e0363ddec627c2b654a707674f5a103e34a6b693c9cdc9e::" providerId="AD" clId="Web-{9D44D4BE-2E6C-48AE-C134-3CC624013B23}" dt="2023-12-29T05:45:33.913" v="149" actId="20577"/>
        <pc:sldMkLst>
          <pc:docMk/>
          <pc:sldMk cId="0" sldId="302"/>
        </pc:sldMkLst>
        <pc:spChg chg="mod">
          <ac:chgData name="Guest User" userId="S::urn:spo:anon#0063c1833b7adc266e0363ddec627c2b654a707674f5a103e34a6b693c9cdc9e::" providerId="AD" clId="Web-{9D44D4BE-2E6C-48AE-C134-3CC624013B23}" dt="2023-12-29T05:45:33.913" v="149" actId="20577"/>
          <ac:spMkLst>
            <pc:docMk/>
            <pc:sldMk cId="0" sldId="302"/>
            <ac:spMk id="9" creationId="{00000000-0000-0000-0000-000000000000}"/>
          </ac:spMkLst>
        </pc:spChg>
      </pc:sldChg>
      <pc:sldChg chg="modSp">
        <pc:chgData name="Guest User" userId="S::urn:spo:anon#0063c1833b7adc266e0363ddec627c2b654a707674f5a103e34a6b693c9cdc9e::" providerId="AD" clId="Web-{9D44D4BE-2E6C-48AE-C134-3CC624013B23}" dt="2023-12-29T04:58:59.645" v="23" actId="20577"/>
        <pc:sldMkLst>
          <pc:docMk/>
          <pc:sldMk cId="0" sldId="331"/>
        </pc:sldMkLst>
        <pc:spChg chg="mod">
          <ac:chgData name="Guest User" userId="S::urn:spo:anon#0063c1833b7adc266e0363ddec627c2b654a707674f5a103e34a6b693c9cdc9e::" providerId="AD" clId="Web-{9D44D4BE-2E6C-48AE-C134-3CC624013B23}" dt="2023-12-29T04:58:59.645" v="23" actId="20577"/>
          <ac:spMkLst>
            <pc:docMk/>
            <pc:sldMk cId="0" sldId="331"/>
            <ac:spMk id="2" creationId="{00000000-0000-0000-0000-000000000000}"/>
          </ac:spMkLst>
        </pc:spChg>
      </pc:sldChg>
    </pc:docChg>
  </pc:docChgLst>
  <pc:docChgLst>
    <pc:chgData name="Guest User" userId="S::urn:spo:anon#041d050716007d72e933769838f51bced52d97ace154e39de1e0ee92a489812d::" providerId="AD" clId="Web-{C021549A-2A06-927D-6941-24B3EA96928A}"/>
    <pc:docChg chg="modSld">
      <pc:chgData name="Guest User" userId="S::urn:spo:anon#041d050716007d72e933769838f51bced52d97ace154e39de1e0ee92a489812d::" providerId="AD" clId="Web-{C021549A-2A06-927D-6941-24B3EA96928A}" dt="2023-12-30T03:28:08.404" v="2" actId="20577"/>
      <pc:docMkLst>
        <pc:docMk/>
      </pc:docMkLst>
      <pc:sldChg chg="modSp">
        <pc:chgData name="Guest User" userId="S::urn:spo:anon#041d050716007d72e933769838f51bced52d97ace154e39de1e0ee92a489812d::" providerId="AD" clId="Web-{C021549A-2A06-927D-6941-24B3EA96928A}" dt="2023-12-30T03:28:08.404" v="2" actId="20577"/>
        <pc:sldMkLst>
          <pc:docMk/>
          <pc:sldMk cId="0" sldId="335"/>
        </pc:sldMkLst>
        <pc:spChg chg="mod">
          <ac:chgData name="Guest User" userId="S::urn:spo:anon#041d050716007d72e933769838f51bced52d97ace154e39de1e0ee92a489812d::" providerId="AD" clId="Web-{C021549A-2A06-927D-6941-24B3EA96928A}" dt="2023-12-30T03:28:08.404" v="2" actId="20577"/>
          <ac:spMkLst>
            <pc:docMk/>
            <pc:sldMk cId="0" sldId="335"/>
            <ac:spMk id="3" creationId="{00000000-0000-0000-0000-000000000000}"/>
          </ac:spMkLst>
        </pc:spChg>
      </pc:sldChg>
    </pc:docChg>
  </pc:docChgLst>
  <pc:docChgLst>
    <pc:chgData name="M ANUSHA" userId="S::anushaaa9@kluniversity.in::31576902-587f-4416-b184-62b5dd11a3e8" providerId="AD" clId="Web-{CB62FCB7-CB77-B8A4-424D-33641D23B733}"/>
    <pc:docChg chg="modSld">
      <pc:chgData name="M ANUSHA" userId="S::anushaaa9@kluniversity.in::31576902-587f-4416-b184-62b5dd11a3e8" providerId="AD" clId="Web-{CB62FCB7-CB77-B8A4-424D-33641D23B733}" dt="2023-12-28T07:13:30.983" v="2" actId="20577"/>
      <pc:docMkLst>
        <pc:docMk/>
      </pc:docMkLst>
      <pc:sldChg chg="modSp">
        <pc:chgData name="M ANUSHA" userId="S::anushaaa9@kluniversity.in::31576902-587f-4416-b184-62b5dd11a3e8" providerId="AD" clId="Web-{CB62FCB7-CB77-B8A4-424D-33641D23B733}" dt="2023-12-28T07:13:30.983" v="2" actId="20577"/>
        <pc:sldMkLst>
          <pc:docMk/>
          <pc:sldMk cId="0" sldId="271"/>
        </pc:sldMkLst>
        <pc:spChg chg="mod">
          <ac:chgData name="M ANUSHA" userId="S::anushaaa9@kluniversity.in::31576902-587f-4416-b184-62b5dd11a3e8" providerId="AD" clId="Web-{CB62FCB7-CB77-B8A4-424D-33641D23B733}" dt="2023-12-28T07:13:30.983" v="2" actId="20577"/>
          <ac:spMkLst>
            <pc:docMk/>
            <pc:sldMk cId="0" sldId="271"/>
            <ac:spMk id="476" creationId="{00000000-0000-0000-0000-000000000000}"/>
          </ac:spMkLst>
        </pc:spChg>
      </pc:sldChg>
    </pc:docChg>
  </pc:docChgLst>
  <pc:docChgLst>
    <pc:chgData name="Ravi Pallapati" userId="405e64382e001c53" providerId="LiveId" clId="{3AFCC354-8B40-40A4-8B36-F2EE1E112166}"/>
    <pc:docChg chg="delSld modSld">
      <pc:chgData name="Ravi Pallapati" userId="405e64382e001c53" providerId="LiveId" clId="{3AFCC354-8B40-40A4-8B36-F2EE1E112166}" dt="2024-12-16T07:37:28.839" v="23" actId="47"/>
      <pc:docMkLst>
        <pc:docMk/>
      </pc:docMkLst>
      <pc:sldChg chg="modSp mod">
        <pc:chgData name="Ravi Pallapati" userId="405e64382e001c53" providerId="LiveId" clId="{3AFCC354-8B40-40A4-8B36-F2EE1E112166}" dt="2024-12-16T07:36:48.807" v="18" actId="20577"/>
        <pc:sldMkLst>
          <pc:docMk/>
          <pc:sldMk cId="0" sldId="271"/>
        </pc:sldMkLst>
        <pc:spChg chg="mod">
          <ac:chgData name="Ravi Pallapati" userId="405e64382e001c53" providerId="LiveId" clId="{3AFCC354-8B40-40A4-8B36-F2EE1E112166}" dt="2024-12-16T07:36:48.807" v="18" actId="20577"/>
          <ac:spMkLst>
            <pc:docMk/>
            <pc:sldMk cId="0" sldId="271"/>
            <ac:spMk id="476" creationId="{00000000-0000-0000-0000-000000000000}"/>
          </ac:spMkLst>
        </pc:spChg>
      </pc:sldChg>
      <pc:sldChg chg="del">
        <pc:chgData name="Ravi Pallapati" userId="405e64382e001c53" providerId="LiveId" clId="{3AFCC354-8B40-40A4-8B36-F2EE1E112166}" dt="2024-12-16T07:37:10.275" v="19" actId="47"/>
        <pc:sldMkLst>
          <pc:docMk/>
          <pc:sldMk cId="0" sldId="331"/>
        </pc:sldMkLst>
      </pc:sldChg>
      <pc:sldChg chg="del">
        <pc:chgData name="Ravi Pallapati" userId="405e64382e001c53" providerId="LiveId" clId="{3AFCC354-8B40-40A4-8B36-F2EE1E112166}" dt="2024-12-16T07:37:17.802" v="20" actId="47"/>
        <pc:sldMkLst>
          <pc:docMk/>
          <pc:sldMk cId="0" sldId="333"/>
        </pc:sldMkLst>
      </pc:sldChg>
      <pc:sldChg chg="del">
        <pc:chgData name="Ravi Pallapati" userId="405e64382e001c53" providerId="LiveId" clId="{3AFCC354-8B40-40A4-8B36-F2EE1E112166}" dt="2024-12-16T07:37:22.395" v="21" actId="47"/>
        <pc:sldMkLst>
          <pc:docMk/>
          <pc:sldMk cId="0" sldId="334"/>
        </pc:sldMkLst>
      </pc:sldChg>
      <pc:sldChg chg="del">
        <pc:chgData name="Ravi Pallapati" userId="405e64382e001c53" providerId="LiveId" clId="{3AFCC354-8B40-40A4-8B36-F2EE1E112166}" dt="2024-12-16T07:37:26.022" v="22" actId="47"/>
        <pc:sldMkLst>
          <pc:docMk/>
          <pc:sldMk cId="0" sldId="335"/>
        </pc:sldMkLst>
      </pc:sldChg>
      <pc:sldChg chg="del">
        <pc:chgData name="Ravi Pallapati" userId="405e64382e001c53" providerId="LiveId" clId="{3AFCC354-8B40-40A4-8B36-F2EE1E112166}" dt="2024-12-16T07:37:28.839" v="23" actId="47"/>
        <pc:sldMkLst>
          <pc:docMk/>
          <pc:sldMk cId="0" sldId="336"/>
        </pc:sldMkLst>
      </pc:sldChg>
    </pc:docChg>
  </pc:docChgLst>
  <pc:docChgLst>
    <pc:chgData name="Guest User" userId="S::urn:spo:anon#041d050716007d72e933769838f51bced52d97ace154e39de1e0ee92a489812d::" providerId="AD" clId="Web-{2E6AE036-16D4-A1CB-9BF1-79586F5D1098}"/>
    <pc:docChg chg="modSld sldOrd">
      <pc:chgData name="Guest User" userId="S::urn:spo:anon#041d050716007d72e933769838f51bced52d97ace154e39de1e0ee92a489812d::" providerId="AD" clId="Web-{2E6AE036-16D4-A1CB-9BF1-79586F5D1098}" dt="2023-12-28T06:57:48.335" v="284" actId="20577"/>
      <pc:docMkLst>
        <pc:docMk/>
      </pc:docMkLst>
      <pc:sldChg chg="modSp">
        <pc:chgData name="Guest User" userId="S::urn:spo:anon#041d050716007d72e933769838f51bced52d97ace154e39de1e0ee92a489812d::" providerId="AD" clId="Web-{2E6AE036-16D4-A1CB-9BF1-79586F5D1098}" dt="2023-12-28T06:56:30.236" v="260" actId="20577"/>
        <pc:sldMkLst>
          <pc:docMk/>
          <pc:sldMk cId="0" sldId="258"/>
        </pc:sldMkLst>
        <pc:spChg chg="mod">
          <ac:chgData name="Guest User" userId="S::urn:spo:anon#041d050716007d72e933769838f51bced52d97ace154e39de1e0ee92a489812d::" providerId="AD" clId="Web-{2E6AE036-16D4-A1CB-9BF1-79586F5D1098}" dt="2023-12-28T06:56:30.236" v="260" actId="20577"/>
          <ac:spMkLst>
            <pc:docMk/>
            <pc:sldMk cId="0" sldId="258"/>
            <ac:spMk id="53" creationId="{00000000-0000-0000-0000-000000000000}"/>
          </ac:spMkLst>
        </pc:spChg>
        <pc:picChg chg="mod">
          <ac:chgData name="Guest User" userId="S::urn:spo:anon#041d050716007d72e933769838f51bced52d97ace154e39de1e0ee92a489812d::" providerId="AD" clId="Web-{2E6AE036-16D4-A1CB-9BF1-79586F5D1098}" dt="2023-12-28T06:56:13.219" v="255" actId="14100"/>
          <ac:picMkLst>
            <pc:docMk/>
            <pc:sldMk cId="0" sldId="258"/>
            <ac:picMk id="2" creationId="{00000000-0000-0000-0000-000000000000}"/>
          </ac:picMkLst>
        </pc:picChg>
      </pc:sldChg>
      <pc:sldChg chg="modSp">
        <pc:chgData name="Guest User" userId="S::urn:spo:anon#041d050716007d72e933769838f51bced52d97ace154e39de1e0ee92a489812d::" providerId="AD" clId="Web-{2E6AE036-16D4-A1CB-9BF1-79586F5D1098}" dt="2023-12-28T06:57:48.335" v="284" actId="20577"/>
        <pc:sldMkLst>
          <pc:docMk/>
          <pc:sldMk cId="0" sldId="288"/>
        </pc:sldMkLst>
        <pc:spChg chg="mod">
          <ac:chgData name="Guest User" userId="S::urn:spo:anon#041d050716007d72e933769838f51bced52d97ace154e39de1e0ee92a489812d::" providerId="AD" clId="Web-{2E6AE036-16D4-A1CB-9BF1-79586F5D1098}" dt="2023-12-28T06:57:48.335" v="284" actId="20577"/>
          <ac:spMkLst>
            <pc:docMk/>
            <pc:sldMk cId="0" sldId="288"/>
            <ac:spMk id="3" creationId="{00000000-0000-0000-0000-000000000000}"/>
          </ac:spMkLst>
        </pc:spChg>
      </pc:sldChg>
      <pc:sldChg chg="modSp">
        <pc:chgData name="Guest User" userId="S::urn:spo:anon#041d050716007d72e933769838f51bced52d97ace154e39de1e0ee92a489812d::" providerId="AD" clId="Web-{2E6AE036-16D4-A1CB-9BF1-79586F5D1098}" dt="2023-12-28T06:47:34.605" v="79" actId="14100"/>
        <pc:sldMkLst>
          <pc:docMk/>
          <pc:sldMk cId="0" sldId="290"/>
        </pc:sldMkLst>
        <pc:spChg chg="mod">
          <ac:chgData name="Guest User" userId="S::urn:spo:anon#041d050716007d72e933769838f51bced52d97ace154e39de1e0ee92a489812d::" providerId="AD" clId="Web-{2E6AE036-16D4-A1CB-9BF1-79586F5D1098}" dt="2023-12-28T06:47:34.605" v="79" actId="14100"/>
          <ac:spMkLst>
            <pc:docMk/>
            <pc:sldMk cId="0" sldId="290"/>
            <ac:spMk id="2" creationId="{00000000-0000-0000-0000-000000000000}"/>
          </ac:spMkLst>
        </pc:spChg>
      </pc:sldChg>
      <pc:sldChg chg="addSp delSp modSp ord">
        <pc:chgData name="Guest User" userId="S::urn:spo:anon#041d050716007d72e933769838f51bced52d97ace154e39de1e0ee92a489812d::" providerId="AD" clId="Web-{2E6AE036-16D4-A1CB-9BF1-79586F5D1098}" dt="2023-12-28T06:53:32.849" v="158" actId="14100"/>
        <pc:sldMkLst>
          <pc:docMk/>
          <pc:sldMk cId="0" sldId="324"/>
        </pc:sldMkLst>
        <pc:spChg chg="del mod">
          <ac:chgData name="Guest User" userId="S::urn:spo:anon#041d050716007d72e933769838f51bced52d97ace154e39de1e0ee92a489812d::" providerId="AD" clId="Web-{2E6AE036-16D4-A1CB-9BF1-79586F5D1098}" dt="2023-12-28T06:48:50.970" v="96"/>
          <ac:spMkLst>
            <pc:docMk/>
            <pc:sldMk cId="0" sldId="324"/>
            <ac:spMk id="2" creationId="{00000000-0000-0000-0000-000000000000}"/>
          </ac:spMkLst>
        </pc:spChg>
        <pc:spChg chg="add del">
          <ac:chgData name="Guest User" userId="S::urn:spo:anon#041d050716007d72e933769838f51bced52d97ace154e39de1e0ee92a489812d::" providerId="AD" clId="Web-{2E6AE036-16D4-A1CB-9BF1-79586F5D1098}" dt="2023-12-28T06:53:21.395" v="155"/>
          <ac:spMkLst>
            <pc:docMk/>
            <pc:sldMk cId="0" sldId="324"/>
            <ac:spMk id="5" creationId="{00000000-0000-0000-0000-000000000000}"/>
          </ac:spMkLst>
        </pc:spChg>
        <pc:spChg chg="add mod">
          <ac:chgData name="Guest User" userId="S::urn:spo:anon#041d050716007d72e933769838f51bced52d97ace154e39de1e0ee92a489812d::" providerId="AD" clId="Web-{2E6AE036-16D4-A1CB-9BF1-79586F5D1098}" dt="2023-12-28T06:49:31.817" v="105" actId="20577"/>
          <ac:spMkLst>
            <pc:docMk/>
            <pc:sldMk cId="0" sldId="324"/>
            <ac:spMk id="6" creationId="{0B2770E3-00F5-628E-BE02-3B656F92E15F}"/>
          </ac:spMkLst>
        </pc:spChg>
        <pc:spChg chg="add del mod">
          <ac:chgData name="Guest User" userId="S::urn:spo:anon#041d050716007d72e933769838f51bced52d97ace154e39de1e0ee92a489812d::" providerId="AD" clId="Web-{2E6AE036-16D4-A1CB-9BF1-79586F5D1098}" dt="2023-12-28T06:53:32.849" v="158" actId="14100"/>
          <ac:spMkLst>
            <pc:docMk/>
            <pc:sldMk cId="0" sldId="324"/>
            <ac:spMk id="7" creationId="{8DAC824B-6BFB-7033-E0A9-6C60FA4BD59E}"/>
          </ac:spMkLst>
        </pc:spChg>
        <pc:spChg chg="add del mod">
          <ac:chgData name="Guest User" userId="S::urn:spo:anon#041d050716007d72e933769838f51bced52d97ace154e39de1e0ee92a489812d::" providerId="AD" clId="Web-{2E6AE036-16D4-A1CB-9BF1-79586F5D1098}" dt="2023-12-28T06:50:48.197" v="123"/>
          <ac:spMkLst>
            <pc:docMk/>
            <pc:sldMk cId="0" sldId="324"/>
            <ac:spMk id="9" creationId="{71EFDB16-53E6-D1D8-7AAC-C8FE8117F491}"/>
          </ac:spMkLst>
        </pc:spChg>
        <pc:picChg chg="del mod">
          <ac:chgData name="Guest User" userId="S::urn:spo:anon#041d050716007d72e933769838f51bced52d97ace154e39de1e0ee92a489812d::" providerId="AD" clId="Web-{2E6AE036-16D4-A1CB-9BF1-79586F5D1098}" dt="2023-12-28T06:50:44.369" v="122"/>
          <ac:picMkLst>
            <pc:docMk/>
            <pc:sldMk cId="0" sldId="324"/>
            <ac:picMk id="4" creationId="{00000000-0000-0000-0000-000000000000}"/>
          </ac:picMkLst>
        </pc:picChg>
      </pc:sldChg>
    </pc:docChg>
  </pc:docChgLst>
  <pc:docChgLst>
    <pc:chgData name="Ravi Pallapati" userId="405e64382e001c53" providerId="LiveId" clId="{375C031C-E3ED-4810-8F8E-3FAA99F3340D}"/>
    <pc:docChg chg="addSld delSld modSld">
      <pc:chgData name="Ravi Pallapati" userId="405e64382e001c53" providerId="LiveId" clId="{375C031C-E3ED-4810-8F8E-3FAA99F3340D}" dt="2024-12-14T06:02:59.482" v="5" actId="47"/>
      <pc:docMkLst>
        <pc:docMk/>
      </pc:docMkLst>
      <pc:sldChg chg="modSp mod">
        <pc:chgData name="Ravi Pallapati" userId="405e64382e001c53" providerId="LiveId" clId="{375C031C-E3ED-4810-8F8E-3FAA99F3340D}" dt="2024-12-14T05:00:15.656" v="1"/>
        <pc:sldMkLst>
          <pc:docMk/>
          <pc:sldMk cId="0" sldId="271"/>
        </pc:sldMkLst>
        <pc:spChg chg="mod">
          <ac:chgData name="Ravi Pallapati" userId="405e64382e001c53" providerId="LiveId" clId="{375C031C-E3ED-4810-8F8E-3FAA99F3340D}" dt="2024-12-14T05:00:15.656" v="1"/>
          <ac:spMkLst>
            <pc:docMk/>
            <pc:sldMk cId="0" sldId="271"/>
            <ac:spMk id="476" creationId="{00000000-0000-0000-0000-000000000000}"/>
          </ac:spMkLst>
        </pc:spChg>
      </pc:sldChg>
      <pc:sldChg chg="del">
        <pc:chgData name="Ravi Pallapati" userId="405e64382e001c53" providerId="LiveId" clId="{375C031C-E3ED-4810-8F8E-3FAA99F3340D}" dt="2024-12-14T05:02:09.833" v="3" actId="47"/>
        <pc:sldMkLst>
          <pc:docMk/>
          <pc:sldMk cId="0" sldId="303"/>
        </pc:sldMkLst>
      </pc:sldChg>
      <pc:sldChg chg="del">
        <pc:chgData name="Ravi Pallapati" userId="405e64382e001c53" providerId="LiveId" clId="{375C031C-E3ED-4810-8F8E-3FAA99F3340D}" dt="2024-12-14T06:02:59.482" v="5" actId="47"/>
        <pc:sldMkLst>
          <pc:docMk/>
          <pc:sldMk cId="0" sldId="304"/>
        </pc:sldMkLst>
      </pc:sldChg>
      <pc:sldChg chg="add">
        <pc:chgData name="Ravi Pallapati" userId="405e64382e001c53" providerId="LiveId" clId="{375C031C-E3ED-4810-8F8E-3FAA99F3340D}" dt="2024-12-14T05:01:57.008" v="2"/>
        <pc:sldMkLst>
          <pc:docMk/>
          <pc:sldMk cId="0" sldId="338"/>
        </pc:sldMkLst>
      </pc:sldChg>
      <pc:sldChg chg="add">
        <pc:chgData name="Ravi Pallapati" userId="405e64382e001c53" providerId="LiveId" clId="{375C031C-E3ED-4810-8F8E-3FAA99F3340D}" dt="2024-12-14T06:02:56.693" v="4"/>
        <pc:sldMkLst>
          <pc:docMk/>
          <pc:sldMk cId="0"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t>12/16/2024</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t>‹#›</a:t>
            </a:fld>
            <a:endParaRPr lang="en-US">
              <a:solidFill>
                <a:prstClr val="black">
                  <a:tint val="75000"/>
                </a:prst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p:cNvPicPr>
            <a:picLocks noChangeAspect="1"/>
          </p:cNvPicPr>
          <p:nvPr userDrawn="1"/>
        </p:nvPicPr>
        <p:blipFill>
          <a:blip r:embed="rId13">
            <a:alphaModFix amt="50000"/>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p:cNvPicPr>
            <a:picLocks noChangeAspect="1"/>
          </p:cNvPicPr>
          <p:nvPr userDrawn="1"/>
        </p:nvPicPr>
        <p:blipFill rotWithShape="1">
          <a:blip r:embed="rId14">
            <a:alphaModFix amt="35000"/>
            <a:clrChange>
              <a:clrFrom>
                <a:srgbClr val="F6F6F6"/>
              </a:clrFrom>
              <a:clrTo>
                <a:srgbClr val="F6F6F6">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26721" b="8103"/>
          <a:stretch>
            <a:fillRect/>
          </a:stretch>
        </p:blipFill>
        <p:spPr>
          <a:xfrm>
            <a:off x="8376334" y="4104641"/>
            <a:ext cx="3815666" cy="2707640"/>
          </a:xfrm>
          <a:prstGeom prst="rect">
            <a:avLst/>
          </a:prstGeom>
        </p:spPr>
      </p:pic>
      <p:sp>
        <p:nvSpPr>
          <p:cNvPr id="7" name="TextBox 6"/>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w3schools.com/dsa/dsa_intro.php" TargetMode="External"/><Relationship Id="rId2" Type="http://schemas.openxmlformats.org/officeDocument/2006/relationships/hyperlink" Target="https://docs.python.org/3/tutorial/datastructures.html" TargetMode="Externa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www.geeksforgeeks.org/python-data-structures/"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4029710"/>
          </a:xfrm>
          <a:prstGeom prst="rect">
            <a:avLst/>
          </a:prstGeom>
          <a:noFill/>
          <a:ln>
            <a:noFill/>
          </a:ln>
        </p:spPr>
        <p:txBody>
          <a:bodyPr spcFirstLastPara="1" wrap="square" lIns="91425" tIns="45700" rIns="91425" bIns="45700" anchor="t" anchorCtr="0">
            <a:spAutoFit/>
          </a:bodyPr>
          <a:lstStyle/>
          <a:p>
            <a:pPr algn="ctr"/>
            <a:r>
              <a:rPr lang="en-US" sz="3200" b="1" cap="all" dirty="0">
                <a:solidFill>
                  <a:srgbClr val="C00000"/>
                </a:solidFill>
                <a:cs typeface="Poppins" panose="00000500000000000000" pitchFamily="2" charset="0"/>
                <a:sym typeface="BioRhyme ExtraBold"/>
              </a:rPr>
              <a:t>COURSE: </a:t>
            </a:r>
            <a:r>
              <a:rPr lang="en-US" sz="3200" dirty="0">
                <a:solidFill>
                  <a:schemeClr val="accent1"/>
                </a:solidFill>
                <a:effectLst/>
                <a:ea typeface="Calibri" panose="020F0502020204030204" pitchFamily="34" charset="0"/>
                <a:cs typeface="Times New Roman" panose="02020603050405020304" pitchFamily="18" charset="0"/>
              </a:rPr>
              <a:t>Data Structures using Python</a:t>
            </a:r>
            <a:endParaRPr lang="en-IN" sz="3200" b="1" dirty="0">
              <a:solidFill>
                <a:schemeClr val="accent1"/>
              </a:solidFill>
            </a:endParaRPr>
          </a:p>
          <a:p>
            <a:pPr marR="0" lvl="0" indent="0" algn="ctr">
              <a:spcBef>
                <a:spcPts val="0"/>
              </a:spcBef>
              <a:spcAft>
                <a:spcPts val="0"/>
              </a:spcAft>
              <a:buNone/>
            </a:pPr>
            <a:endParaRPr lang="en-US" sz="3200" b="1" cap="all" dirty="0">
              <a:solidFill>
                <a:srgbClr val="C00000"/>
              </a:solidFill>
              <a:cs typeface="Poppins" panose="00000500000000000000" pitchFamily="2" charset="0"/>
              <a:sym typeface="BioRhyme ExtraBold"/>
            </a:endParaRPr>
          </a:p>
          <a:p>
            <a:pPr algn="ctr"/>
            <a:r>
              <a:rPr lang="en-US" sz="3200" b="1" cap="all" dirty="0">
                <a:solidFill>
                  <a:srgbClr val="C00000"/>
                </a:solidFill>
                <a:cs typeface="Poppins"/>
                <a:sym typeface="BioRhyme ExtraBold"/>
              </a:rPr>
              <a:t>COURSE CODE: </a:t>
            </a:r>
            <a:r>
              <a:rPr lang="en-US" sz="3200" b="1" dirty="0">
                <a:solidFill>
                  <a:schemeClr val="accent1"/>
                </a:solidFill>
              </a:rPr>
              <a:t>24SC1204</a:t>
            </a:r>
            <a:endParaRPr lang="en-IN" sz="3200" b="1" dirty="0">
              <a:solidFill>
                <a:schemeClr val="accent1"/>
              </a:solidFill>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solidFill>
                  <a:srgbClr val="C00000"/>
                </a:solidFill>
                <a:effectLst/>
                <a:cs typeface="Poppins" panose="00000500000000000000" pitchFamily="2" charset="0"/>
              </a:rPr>
              <a:t>Name of the topic: </a:t>
            </a:r>
          </a:p>
          <a:p>
            <a:pPr marR="0" lvl="0" indent="0" algn="ctr">
              <a:spcBef>
                <a:spcPts val="0"/>
              </a:spcBef>
              <a:spcAft>
                <a:spcPts val="0"/>
              </a:spcAft>
              <a:buNone/>
            </a:pPr>
            <a:r>
              <a:rPr lang="en-US" sz="4000" b="1" cap="all" dirty="0">
                <a:solidFill>
                  <a:srgbClr val="C00000"/>
                </a:solidFill>
                <a:effectLst/>
                <a:cs typeface="Poppins" panose="00000500000000000000" pitchFamily="2" charset="0"/>
              </a:rPr>
              <a:t>double hashing</a:t>
            </a:r>
          </a:p>
          <a:p>
            <a:pPr marR="0" lvl="0" indent="0" algn="ctr">
              <a:spcBef>
                <a:spcPts val="0"/>
              </a:spcBef>
              <a:spcAft>
                <a:spcPts val="0"/>
              </a:spcAft>
              <a:buNone/>
            </a:pPr>
            <a:r>
              <a:rPr lang="en-US" sz="4000" b="1" dirty="0">
                <a:solidFill>
                  <a:srgbClr val="C00000"/>
                </a:solidFill>
                <a:effectLst/>
                <a:cs typeface="Poppins" panose="00000500000000000000" pitchFamily="2" charset="0"/>
              </a:rPr>
              <a:t> Rehashing</a:t>
            </a:r>
          </a:p>
        </p:txBody>
      </p:sp>
      <p:sp>
        <p:nvSpPr>
          <p:cNvPr id="19" name="Rectangle: Rounded Corners 18"/>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a:solidFill>
                  <a:srgbClr val="C00000"/>
                </a:solidFill>
                <a:cs typeface="Poppins" pitchFamily="2" charset="77"/>
              </a:rPr>
              <a:t>Department of </a:t>
            </a:r>
            <a:r>
              <a:rPr lang="en-US" sz="4000">
                <a:solidFill>
                  <a:srgbClr val="FF0000"/>
                </a:solidFill>
              </a:rPr>
              <a:t>BES-I</a:t>
            </a:r>
            <a:endParaRPr lang="en-US" sz="4000">
              <a:solidFill>
                <a:srgbClr val="FF0000"/>
              </a:solidFill>
              <a:cs typeface="Poppins" pitchFamily="2" charset="77"/>
            </a:endParaRPr>
          </a:p>
        </p:txBody>
      </p:sp>
      <p:sp>
        <p:nvSpPr>
          <p:cNvPr id="8" name="Google Shape;502;p17"/>
          <p:cNvSpPr/>
          <p:nvPr/>
        </p:nvSpPr>
        <p:spPr>
          <a:xfrm>
            <a:off x="7275529" y="585675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ea typeface="Calibri" panose="020F0502020204030204"/>
                <a:cs typeface="Poppins" panose="00000500000000000000" pitchFamily="2" charset="0"/>
                <a:sym typeface="Calibri" panose="020F0502020204030204"/>
              </a:rPr>
              <a:t>Session – 22</a:t>
            </a:r>
            <a:endParaRPr sz="240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AIM OF THE SESSION</a:t>
            </a:r>
          </a:p>
        </p:txBody>
      </p:sp>
      <p:sp>
        <p:nvSpPr>
          <p:cNvPr id="5" name="TextBox 4"/>
          <p:cNvSpPr txBox="1"/>
          <p:nvPr/>
        </p:nvSpPr>
        <p:spPr>
          <a:xfrm>
            <a:off x="914400" y="684469"/>
            <a:ext cx="10731286" cy="7867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a:effectLst/>
                <a:latin typeface="Times New Roman"/>
                <a:cs typeface="Times New Roman"/>
              </a:rPr>
              <a:t>To familiarize students with the basic concept of Double Hashing, Extendible hashing, Rehashing</a:t>
            </a:r>
          </a:p>
          <a:p>
            <a:pPr>
              <a:lnSpc>
                <a:spcPct val="150000"/>
              </a:lnSpc>
            </a:pPr>
            <a:endParaRPr lang="en-US" sz="1600" b="0" i="0">
              <a:effectLst/>
              <a:latin typeface="Times New Roman"/>
              <a:cs typeface="Times New Roman"/>
            </a:endParaRPr>
          </a:p>
        </p:txBody>
      </p:sp>
      <p:sp>
        <p:nvSpPr>
          <p:cNvPr id="7" name="Rounded Rectangle 17"/>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INSTRUCTIONAL OBJECTIVES</a:t>
            </a:r>
          </a:p>
        </p:txBody>
      </p:sp>
      <p:sp>
        <p:nvSpPr>
          <p:cNvPr id="9" name="TextBox 8"/>
          <p:cNvSpPr txBox="1"/>
          <p:nvPr/>
        </p:nvSpPr>
        <p:spPr>
          <a:xfrm>
            <a:off x="1752600" y="2438605"/>
            <a:ext cx="9801454" cy="107632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a:latin typeface="Times New Roman"/>
                <a:cs typeface="Times New Roman"/>
              </a:rPr>
              <a:t>This</a:t>
            </a:r>
            <a:r>
              <a:rPr lang="en-US" sz="1600" b="0" i="0">
                <a:effectLst/>
                <a:latin typeface="Times New Roman"/>
                <a:cs typeface="Times New Roman"/>
              </a:rPr>
              <a:t> </a:t>
            </a:r>
            <a:r>
              <a:rPr lang="en-US" sz="1600">
                <a:latin typeface="Times New Roman"/>
                <a:cs typeface="Times New Roman"/>
              </a:rPr>
              <a:t>Session</a:t>
            </a:r>
            <a:r>
              <a:rPr lang="en-US" sz="1600" b="0" i="0">
                <a:effectLst/>
                <a:latin typeface="Times New Roman"/>
                <a:cs typeface="Times New Roman"/>
              </a:rPr>
              <a:t> is designed to: </a:t>
            </a:r>
          </a:p>
          <a:p>
            <a:pPr marL="342900" indent="-342900">
              <a:buAutoNum type="arabicPeriod"/>
            </a:pPr>
            <a:r>
              <a:rPr lang="en-US" sz="1600" b="0" i="0">
                <a:effectLst/>
                <a:latin typeface="Times New Roman"/>
                <a:cs typeface="Times New Roman"/>
              </a:rPr>
              <a:t>Demonstrate </a:t>
            </a:r>
            <a:r>
              <a:rPr lang="en-US" sz="1600">
                <a:effectLst/>
                <a:latin typeface="Times New Roman"/>
                <a:cs typeface="Times New Roman"/>
                <a:sym typeface="+mn-ea"/>
              </a:rPr>
              <a:t>Double Hashing, Extendible hashing, Rehashing</a:t>
            </a:r>
            <a:endParaRPr lang="en-US" sz="1600" b="0" i="0">
              <a:effectLst/>
              <a:latin typeface="Times New Roman"/>
              <a:cs typeface="Times New Roman"/>
            </a:endParaRPr>
          </a:p>
          <a:p>
            <a:pPr marL="342900" indent="-342900">
              <a:buAutoNum type="arabicPeriod"/>
            </a:pPr>
            <a:r>
              <a:rPr lang="en-US" sz="1600">
                <a:latin typeface="Times New Roman"/>
                <a:cs typeface="Times New Roman"/>
              </a:rPr>
              <a:t>List out the advantages and applications of hashing techniques.</a:t>
            </a: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63050"/>
            <a:ext cx="9599478" cy="133261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a:effectLst/>
                <a:latin typeface="Times New Roman"/>
                <a:cs typeface="Times New Roman"/>
              </a:rPr>
              <a:t>At the end of this </a:t>
            </a:r>
            <a:r>
              <a:rPr lang="en-US" sz="1600">
                <a:latin typeface="Times New Roman"/>
                <a:cs typeface="Times New Roman"/>
              </a:rPr>
              <a:t>session</a:t>
            </a:r>
            <a:r>
              <a:rPr lang="en-US" sz="1600" b="0" i="0">
                <a:effectLst/>
                <a:latin typeface="Times New Roman"/>
                <a:cs typeface="Times New Roman"/>
              </a:rPr>
              <a:t>, you should be able to:</a:t>
            </a:r>
          </a:p>
          <a:p>
            <a:pPr marL="342900" indent="-342900">
              <a:buAutoNum type="arabicPeriod"/>
            </a:pPr>
            <a:r>
              <a:rPr lang="en-US" sz="1600" b="0" i="0">
                <a:effectLst/>
                <a:latin typeface="Times New Roman"/>
                <a:cs typeface="Times New Roman"/>
              </a:rPr>
              <a:t>Define </a:t>
            </a:r>
            <a:r>
              <a:rPr lang="en-US" sz="1600">
                <a:effectLst/>
                <a:latin typeface="Times New Roman"/>
                <a:cs typeface="Times New Roman"/>
                <a:sym typeface="+mn-ea"/>
              </a:rPr>
              <a:t>Double Hashing, Extendible hashing, Rehashing</a:t>
            </a:r>
            <a:r>
              <a:rPr lang="en-US" sz="1600">
                <a:latin typeface="Times New Roman"/>
                <a:cs typeface="Times New Roman"/>
                <a:sym typeface="+mn-ea"/>
              </a:rPr>
              <a:t>.</a:t>
            </a:r>
            <a:endParaRPr lang="en-US" sz="1600" b="0" i="0">
              <a:effectLst/>
              <a:latin typeface="Times New Roman"/>
              <a:cs typeface="Times New Roman"/>
            </a:endParaRPr>
          </a:p>
          <a:p>
            <a:pPr marL="342900" indent="-342900">
              <a:buAutoNum type="arabicPeriod"/>
            </a:pPr>
            <a:r>
              <a:rPr lang="en-US" sz="1600" b="0" i="0">
                <a:effectLst/>
                <a:latin typeface="Times New Roman"/>
                <a:cs typeface="Times New Roman"/>
              </a:rPr>
              <a:t>Describe each method</a:t>
            </a:r>
            <a:r>
              <a:rPr lang="en-US" sz="1600">
                <a:latin typeface="Times New Roman"/>
                <a:cs typeface="Times New Roman"/>
              </a:rPr>
              <a:t>.</a:t>
            </a:r>
          </a:p>
          <a:p>
            <a:pPr marL="342900" indent="-342900">
              <a:buAutoNum type="arabicPeriod"/>
            </a:pPr>
            <a:r>
              <a:rPr lang="en-US" sz="1600">
                <a:latin typeface="Times New Roman"/>
                <a:cs typeface="Times New Roman"/>
              </a:rPr>
              <a:t>Summarize definition, types of hashing and its applications</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1579245" y="84455"/>
            <a:ext cx="8324215"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Times New Roman" panose="02020603050405020304" pitchFamily="18" charset="0"/>
                <a:cs typeface="Times New Roman" panose="02020603050405020304" pitchFamily="18" charset="0"/>
              </a:rPr>
              <a:t>Double Hashing</a:t>
            </a:r>
          </a:p>
          <a:p>
            <a:r>
              <a:rPr lang="en-US" sz="2400">
                <a:latin typeface="Times New Roman" panose="02020603050405020304" pitchFamily="18" charset="0"/>
                <a:cs typeface="Times New Roman" panose="02020603050405020304" pitchFamily="18" charset="0"/>
              </a:rPr>
              <a:t>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538159" y="817957"/>
            <a:ext cx="11336020" cy="5731510"/>
          </a:xfrm>
          <a:prstGeom prst="rect">
            <a:avLst/>
          </a:prstGeom>
          <a:noFill/>
        </p:spPr>
        <p:txBody>
          <a:bodyPr wrap="square" lIns="91440" tIns="45720" rIns="91440" bIns="45720" rtlCol="0" anchor="t">
            <a:noAutofit/>
          </a:bodyPr>
          <a:lstStyle/>
          <a:p>
            <a:pPr algn="just"/>
            <a:r>
              <a:rPr lang="en-IN" sz="2200">
                <a:latin typeface="Times New Roman"/>
                <a:cs typeface="Times New Roman"/>
              </a:rPr>
              <a:t> </a:t>
            </a:r>
            <a:r>
              <a:rPr lang="en-IN" sz="2200" b="1">
                <a:latin typeface="Times New Roman"/>
                <a:cs typeface="Times New Roman"/>
              </a:rPr>
              <a:t>Double hashing</a:t>
            </a:r>
            <a:endParaRPr lang="en-US" sz="2200" b="1">
              <a:latin typeface="Times New Roman"/>
              <a:cs typeface="Times New Roman"/>
            </a:endParaRPr>
          </a:p>
          <a:p>
            <a:pPr marL="342900" indent="-342900" algn="just">
              <a:lnSpc>
                <a:spcPct val="150000"/>
              </a:lnSpc>
              <a:buFont typeface="Arial"/>
              <a:buChar char="•"/>
            </a:pPr>
            <a:r>
              <a:rPr lang="en-IN" sz="2200">
                <a:latin typeface="Times New Roman"/>
                <a:cs typeface="Times New Roman"/>
              </a:rPr>
              <a:t>Double hashing is a collision resolution technique that utilizes two hash functions to handle collisions when multiple keys map to the same index in a hash table.</a:t>
            </a:r>
          </a:p>
          <a:p>
            <a:pPr marL="342900" indent="-342900" algn="just">
              <a:lnSpc>
                <a:spcPct val="150000"/>
              </a:lnSpc>
              <a:buFont typeface="Arial"/>
              <a:buChar char="•"/>
            </a:pPr>
            <a:r>
              <a:rPr lang="en-IN" sz="2200">
                <a:latin typeface="Times New Roman"/>
                <a:cs typeface="Times New Roman"/>
              </a:rPr>
              <a:t>First hash function is typically </a:t>
            </a:r>
            <a:r>
              <a:rPr lang="en-IN" sz="2200" b="1">
                <a:latin typeface="Times New Roman"/>
                <a:cs typeface="Times New Roman"/>
              </a:rPr>
              <a:t>hash1(key) = key % TABLE_SIZE</a:t>
            </a:r>
          </a:p>
          <a:p>
            <a:pPr marL="342900" indent="-342900" algn="just">
              <a:lnSpc>
                <a:spcPct val="150000"/>
              </a:lnSpc>
              <a:buFont typeface="Arial"/>
              <a:buChar char="•"/>
            </a:pPr>
            <a:r>
              <a:rPr lang="en-IN" sz="2200">
                <a:latin typeface="Times New Roman"/>
                <a:cs typeface="Times New Roman"/>
              </a:rPr>
              <a:t>Whenever collision occurs, second hash function is </a:t>
            </a:r>
            <a:endParaRPr lang="en-IN" sz="2200">
              <a:latin typeface="Times New Roman"/>
              <a:cs typeface="Calibri"/>
            </a:endParaRPr>
          </a:p>
          <a:p>
            <a:pPr algn="just">
              <a:lnSpc>
                <a:spcPct val="150000"/>
              </a:lnSpc>
            </a:pPr>
            <a:r>
              <a:rPr lang="en-IN" sz="2200">
                <a:latin typeface="Times New Roman"/>
                <a:cs typeface="Times New Roman"/>
              </a:rPr>
              <a:t>      </a:t>
            </a:r>
            <a:r>
              <a:rPr lang="en-IN" sz="2200" b="1">
                <a:latin typeface="Times New Roman"/>
                <a:cs typeface="Times New Roman"/>
              </a:rPr>
              <a:t>hash2(key) = PRIME – (key % PRIME) </a:t>
            </a:r>
            <a:endParaRPr lang="en-IN" sz="2200" b="1">
              <a:latin typeface="Times New Roman"/>
              <a:cs typeface="Calibri"/>
            </a:endParaRPr>
          </a:p>
          <a:p>
            <a:pPr algn="just">
              <a:lnSpc>
                <a:spcPct val="150000"/>
              </a:lnSpc>
            </a:pPr>
            <a:r>
              <a:rPr lang="en-IN" sz="2200">
                <a:latin typeface="Times New Roman"/>
                <a:cs typeface="Times New Roman"/>
              </a:rPr>
              <a:t>     where PRIME is a prime smaller than the TABLE_SIZE.</a:t>
            </a:r>
            <a:endParaRPr lang="en-IN" sz="2200">
              <a:latin typeface="Times New Roman"/>
              <a:cs typeface="Calibri"/>
            </a:endParaRPr>
          </a:p>
          <a:p>
            <a:pPr marL="342900" indent="-342900" algn="just">
              <a:lnSpc>
                <a:spcPct val="150000"/>
              </a:lnSpc>
              <a:buFont typeface="Arial"/>
              <a:buChar char="•"/>
            </a:pPr>
            <a:r>
              <a:rPr lang="en-IN" sz="2200">
                <a:latin typeface="Times New Roman"/>
                <a:cs typeface="Times New Roman"/>
              </a:rPr>
              <a:t>Then calculate </a:t>
            </a:r>
            <a:r>
              <a:rPr lang="en-IN" sz="2200" b="1">
                <a:latin typeface="Times New Roman"/>
                <a:cs typeface="Times New Roman"/>
              </a:rPr>
              <a:t>h(key, </a:t>
            </a:r>
            <a:r>
              <a:rPr lang="en-IN" sz="2200" b="1" err="1">
                <a:latin typeface="Times New Roman"/>
                <a:cs typeface="Times New Roman"/>
              </a:rPr>
              <a:t>i</a:t>
            </a:r>
            <a:r>
              <a:rPr lang="en-IN" sz="2200" b="1">
                <a:latin typeface="Times New Roman"/>
                <a:cs typeface="Times New Roman"/>
              </a:rPr>
              <a:t> ) = (hash1(key) + </a:t>
            </a:r>
            <a:r>
              <a:rPr lang="en-IN" sz="2200" b="1" err="1">
                <a:latin typeface="Times New Roman"/>
                <a:cs typeface="Times New Roman"/>
              </a:rPr>
              <a:t>i</a:t>
            </a:r>
            <a:r>
              <a:rPr lang="en-IN" sz="2200" b="1">
                <a:latin typeface="Times New Roman"/>
                <a:cs typeface="Times New Roman"/>
              </a:rPr>
              <a:t> * hash2(key)) % </a:t>
            </a:r>
            <a:r>
              <a:rPr lang="en-IN" sz="2200" b="1" err="1">
                <a:latin typeface="Times New Roman"/>
                <a:cs typeface="Times New Roman"/>
              </a:rPr>
              <a:t>tableSize</a:t>
            </a:r>
            <a:r>
              <a:rPr lang="en-IN" sz="2200" b="1">
                <a:latin typeface="Times New Roman"/>
                <a:cs typeface="Times New Roman"/>
              </a:rPr>
              <a:t> </a:t>
            </a:r>
          </a:p>
          <a:p>
            <a:pPr algn="just"/>
            <a:r>
              <a:rPr lang="en-IN" sz="2400">
                <a:latin typeface="Times New Roman"/>
                <a:ea typeface="+mn-lt"/>
                <a:cs typeface="Times New Roman"/>
              </a:rPr>
              <a:t>     Where, </a:t>
            </a:r>
            <a:r>
              <a:rPr lang="en-IN" sz="2400" err="1">
                <a:latin typeface="Times New Roman"/>
                <a:ea typeface="+mn-lt"/>
                <a:cs typeface="Times New Roman"/>
              </a:rPr>
              <a:t>i</a:t>
            </a:r>
            <a:r>
              <a:rPr lang="en-IN" sz="2400">
                <a:latin typeface="Times New Roman"/>
                <a:ea typeface="+mn-lt"/>
                <a:cs typeface="Times New Roman"/>
              </a:rPr>
              <a:t> is the probe count, starting from 1 and incrementing for each failed attempt.</a:t>
            </a:r>
            <a:endParaRPr lang="en-US" sz="2400">
              <a:latin typeface="Times New Roman"/>
              <a:ea typeface="+mn-lt"/>
              <a:cs typeface="Times New Roman"/>
            </a:endParaRPr>
          </a:p>
          <a:p>
            <a:pPr marL="342900" indent="-342900" algn="just">
              <a:buFont typeface="Arial,Sans-Serif"/>
              <a:buChar char="•"/>
            </a:pPr>
            <a:endParaRPr lang="en-IN" sz="2200">
              <a:solidFill>
                <a:srgbClr val="1F1F1F"/>
              </a:solidFill>
              <a:latin typeface="Times New Roman"/>
              <a:ea typeface="+mn-lt"/>
              <a:cs typeface="Times New Roman"/>
            </a:endParaRPr>
          </a:p>
          <a:p>
            <a:pPr marL="342900" indent="-342900" algn="just">
              <a:lnSpc>
                <a:spcPct val="150000"/>
              </a:lnSpc>
              <a:buFont typeface="Arial"/>
              <a:buChar char="•"/>
            </a:pPr>
            <a:endParaRPr lang="en-IN" sz="2200" b="1">
              <a:latin typeface="Times New Roman"/>
              <a:ea typeface="+mn-lt"/>
              <a:cs typeface="Times New Roman"/>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Content Placeholder 2"/>
          <p:cNvSpPr>
            <a:spLocks noGrp="1"/>
          </p:cNvSpPr>
          <p:nvPr>
            <p:ph sz="half" idx="1"/>
          </p:nvPr>
        </p:nvSpPr>
        <p:spPr>
          <a:xfrm>
            <a:off x="838200" y="779357"/>
            <a:ext cx="10916045" cy="5799695"/>
          </a:xfrm>
        </p:spPr>
        <p:txBody>
          <a:bodyPr lIns="91440" tIns="45720" rIns="91440" bIns="45720" anchor="t"/>
          <a:lstStyle/>
          <a:p>
            <a:pPr marL="0" indent="0" algn="just">
              <a:lnSpc>
                <a:spcPct val="100000"/>
              </a:lnSpc>
              <a:spcBef>
                <a:spcPts val="0"/>
              </a:spcBef>
              <a:buNone/>
            </a:pPr>
            <a:r>
              <a:rPr lang="en-IN" sz="2000" b="1">
                <a:latin typeface="Times New Roman"/>
                <a:ea typeface="Calibri"/>
                <a:cs typeface="Times New Roman"/>
              </a:rPr>
              <a:t>Example:</a:t>
            </a:r>
            <a:r>
              <a:rPr lang="en-US" sz="2000">
                <a:latin typeface="Times New Roman"/>
                <a:ea typeface="Calibri"/>
                <a:cs typeface="Times New Roman"/>
              </a:rPr>
              <a:t>Consider a sequence of keys as 20, 34, 45, 70, 56 with </a:t>
            </a:r>
            <a:r>
              <a:rPr lang="en-US" sz="2000" err="1">
                <a:latin typeface="Times New Roman"/>
                <a:ea typeface="Calibri"/>
                <a:cs typeface="Times New Roman"/>
              </a:rPr>
              <a:t>table_size</a:t>
            </a:r>
            <a:r>
              <a:rPr lang="en-US" sz="2000">
                <a:latin typeface="Times New Roman"/>
                <a:ea typeface="Calibri"/>
                <a:cs typeface="Times New Roman"/>
              </a:rPr>
              <a:t> 11</a:t>
            </a:r>
            <a:endParaRPr lang="en-IN" sz="2000">
              <a:latin typeface="Times New Roman"/>
              <a:ea typeface="Calibri"/>
              <a:cs typeface="Times New Roman"/>
            </a:endParaRPr>
          </a:p>
          <a:p>
            <a:pPr algn="just">
              <a:lnSpc>
                <a:spcPct val="100000"/>
              </a:lnSpc>
              <a:spcBef>
                <a:spcPts val="0"/>
              </a:spcBef>
            </a:pPr>
            <a:r>
              <a:rPr lang="en-IN" sz="2000">
                <a:latin typeface="Times New Roman"/>
                <a:ea typeface="Calibri"/>
                <a:cs typeface="Times New Roman"/>
              </a:rPr>
              <a:t>h</a:t>
            </a:r>
            <a:r>
              <a:rPr lang="en-IN" sz="2000" baseline="-25000">
                <a:latin typeface="Times New Roman"/>
                <a:ea typeface="Calibri"/>
                <a:cs typeface="Times New Roman"/>
              </a:rPr>
              <a:t>1</a:t>
            </a:r>
            <a:r>
              <a:rPr lang="en-IN" sz="2000">
                <a:latin typeface="Times New Roman"/>
                <a:ea typeface="Calibri"/>
                <a:cs typeface="Times New Roman"/>
              </a:rPr>
              <a:t>(20) = 20 mod 11=9</a:t>
            </a:r>
            <a:endParaRPr lang="en-US" sz="2000">
              <a:latin typeface="Times New Roman"/>
              <a:ea typeface="Calibri"/>
              <a:cs typeface="Times New Roman"/>
            </a:endParaRPr>
          </a:p>
          <a:p>
            <a:pPr algn="just">
              <a:lnSpc>
                <a:spcPct val="100000"/>
              </a:lnSpc>
              <a:spcBef>
                <a:spcPts val="0"/>
              </a:spcBef>
            </a:pPr>
            <a:r>
              <a:rPr lang="en-IN" sz="2000">
                <a:latin typeface="Times New Roman"/>
                <a:ea typeface="Calibri"/>
                <a:cs typeface="Times New Roman"/>
              </a:rPr>
              <a:t>h</a:t>
            </a:r>
            <a:r>
              <a:rPr lang="en-IN" sz="2000" baseline="-25000">
                <a:latin typeface="Times New Roman"/>
                <a:ea typeface="Calibri"/>
                <a:cs typeface="Times New Roman"/>
              </a:rPr>
              <a:t>1</a:t>
            </a:r>
            <a:r>
              <a:rPr lang="en-IN" sz="2000">
                <a:latin typeface="Times New Roman"/>
                <a:ea typeface="Calibri"/>
                <a:cs typeface="Times New Roman"/>
              </a:rPr>
              <a:t>(34) = 34 mod 11=1</a:t>
            </a:r>
            <a:endParaRPr lang="en-US" sz="2000">
              <a:latin typeface="Times New Roman"/>
              <a:ea typeface="Calibri"/>
              <a:cs typeface="Times New Roman"/>
            </a:endParaRPr>
          </a:p>
          <a:p>
            <a:pPr algn="just">
              <a:lnSpc>
                <a:spcPct val="100000"/>
              </a:lnSpc>
              <a:spcBef>
                <a:spcPts val="0"/>
              </a:spcBef>
            </a:pPr>
            <a:r>
              <a:rPr lang="en-IN" sz="2000">
                <a:latin typeface="Times New Roman"/>
                <a:ea typeface="Calibri"/>
                <a:cs typeface="Times New Roman"/>
              </a:rPr>
              <a:t>h</a:t>
            </a:r>
            <a:r>
              <a:rPr lang="en-IN" sz="2000" baseline="-25000">
                <a:latin typeface="Times New Roman"/>
                <a:ea typeface="Calibri"/>
                <a:cs typeface="Times New Roman"/>
              </a:rPr>
              <a:t>1</a:t>
            </a:r>
            <a:r>
              <a:rPr lang="en-IN" sz="2000">
                <a:latin typeface="Times New Roman"/>
                <a:ea typeface="Calibri"/>
                <a:cs typeface="Times New Roman"/>
              </a:rPr>
              <a:t>(45) = 45 mod 11=1</a:t>
            </a:r>
            <a:endParaRPr lang="en-US" sz="2000">
              <a:latin typeface="Times New Roman"/>
              <a:ea typeface="Calibri"/>
              <a:cs typeface="Times New Roman"/>
            </a:endParaRPr>
          </a:p>
          <a:p>
            <a:pPr marL="0" indent="0" algn="just">
              <a:lnSpc>
                <a:spcPct val="100000"/>
              </a:lnSpc>
              <a:spcBef>
                <a:spcPts val="0"/>
              </a:spcBef>
              <a:buNone/>
            </a:pPr>
            <a:r>
              <a:rPr lang="en-IN" sz="2000">
                <a:latin typeface="Times New Roman"/>
                <a:ea typeface="Calibri"/>
                <a:cs typeface="Times New Roman"/>
              </a:rPr>
              <a:t>     Collision Occurs at index 1, so calculate second hash function </a:t>
            </a:r>
            <a:endParaRPr lang="en-US" sz="2000">
              <a:latin typeface="Times New Roman"/>
              <a:ea typeface="Calibri"/>
              <a:cs typeface="Times New Roman"/>
            </a:endParaRPr>
          </a:p>
          <a:p>
            <a:pPr marL="0" indent="0" algn="just">
              <a:lnSpc>
                <a:spcPct val="100000"/>
              </a:lnSpc>
              <a:spcBef>
                <a:spcPts val="0"/>
              </a:spcBef>
              <a:buNone/>
            </a:pPr>
            <a:r>
              <a:rPr lang="en-IN" sz="2000">
                <a:latin typeface="Times New Roman"/>
                <a:ea typeface="Calibri"/>
                <a:cs typeface="Times New Roman"/>
              </a:rPr>
              <a:t>     h</a:t>
            </a:r>
            <a:r>
              <a:rPr lang="en-IN" sz="2000" baseline="-25000">
                <a:latin typeface="Times New Roman"/>
                <a:ea typeface="Calibri"/>
                <a:cs typeface="Times New Roman"/>
              </a:rPr>
              <a:t>2</a:t>
            </a:r>
            <a:r>
              <a:rPr lang="en-IN" sz="2000">
                <a:latin typeface="Times New Roman"/>
                <a:ea typeface="Calibri"/>
                <a:cs typeface="Times New Roman"/>
              </a:rPr>
              <a:t>(45) = 8 - (45 mod 8) = 3</a:t>
            </a:r>
            <a:endParaRPr lang="en-US" sz="2000">
              <a:latin typeface="Times New Roman"/>
              <a:ea typeface="Calibri"/>
              <a:cs typeface="Times New Roman"/>
            </a:endParaRPr>
          </a:p>
          <a:p>
            <a:pPr marL="0" indent="0" algn="just">
              <a:lnSpc>
                <a:spcPct val="100000"/>
              </a:lnSpc>
              <a:spcBef>
                <a:spcPts val="0"/>
              </a:spcBef>
              <a:buNone/>
            </a:pPr>
            <a:r>
              <a:rPr lang="en-IN" sz="2000">
                <a:latin typeface="Times New Roman"/>
                <a:ea typeface="Calibri"/>
                <a:cs typeface="Times New Roman"/>
              </a:rPr>
              <a:t>    Now, calculate h(45, 1) = (1 + 1 * 3) mod 11=4, where </a:t>
            </a:r>
            <a:r>
              <a:rPr lang="en-IN" sz="2000" err="1">
                <a:latin typeface="Times New Roman"/>
                <a:ea typeface="Calibri"/>
                <a:cs typeface="Times New Roman"/>
              </a:rPr>
              <a:t>i</a:t>
            </a:r>
            <a:r>
              <a:rPr lang="en-IN" sz="2000">
                <a:latin typeface="Times New Roman"/>
                <a:ea typeface="Calibri"/>
                <a:cs typeface="Times New Roman"/>
              </a:rPr>
              <a:t>=1</a:t>
            </a:r>
            <a:endParaRPr lang="en-US" sz="2000">
              <a:latin typeface="Times New Roman"/>
              <a:ea typeface="Calibri"/>
              <a:cs typeface="Times New Roman"/>
            </a:endParaRPr>
          </a:p>
          <a:p>
            <a:pPr algn="just">
              <a:lnSpc>
                <a:spcPct val="100000"/>
              </a:lnSpc>
              <a:spcBef>
                <a:spcPts val="0"/>
              </a:spcBef>
            </a:pPr>
            <a:r>
              <a:rPr lang="en-IN" sz="2000">
                <a:latin typeface="Times New Roman"/>
                <a:ea typeface="Calibri"/>
                <a:cs typeface="Times New Roman"/>
              </a:rPr>
              <a:t>h</a:t>
            </a:r>
            <a:r>
              <a:rPr lang="en-IN" sz="2000" baseline="-25000">
                <a:latin typeface="Times New Roman"/>
                <a:ea typeface="Calibri"/>
                <a:cs typeface="Times New Roman"/>
              </a:rPr>
              <a:t>1</a:t>
            </a:r>
            <a:r>
              <a:rPr lang="en-IN" sz="2000">
                <a:latin typeface="Times New Roman"/>
                <a:ea typeface="Calibri"/>
                <a:cs typeface="Times New Roman"/>
              </a:rPr>
              <a:t>(70) = 70 mod 11=4</a:t>
            </a:r>
          </a:p>
          <a:p>
            <a:pPr marL="0" indent="0" algn="just">
              <a:lnSpc>
                <a:spcPct val="100000"/>
              </a:lnSpc>
              <a:spcBef>
                <a:spcPts val="0"/>
              </a:spcBef>
              <a:buNone/>
            </a:pPr>
            <a:r>
              <a:rPr lang="en-IN" sz="2000">
                <a:latin typeface="Times New Roman"/>
                <a:ea typeface="Calibri"/>
                <a:cs typeface="Times New Roman"/>
              </a:rPr>
              <a:t>    Collision Occurs at index 4, so calculate second hash function </a:t>
            </a:r>
            <a:endParaRPr lang="en-US" sz="2000">
              <a:latin typeface="Times New Roman"/>
              <a:ea typeface="Calibri"/>
              <a:cs typeface="Times New Roman"/>
            </a:endParaRPr>
          </a:p>
          <a:p>
            <a:pPr marL="0" indent="0" algn="just">
              <a:lnSpc>
                <a:spcPct val="100000"/>
              </a:lnSpc>
              <a:spcBef>
                <a:spcPts val="0"/>
              </a:spcBef>
              <a:buNone/>
            </a:pPr>
            <a:r>
              <a:rPr lang="en-IN" sz="2000">
                <a:latin typeface="Times New Roman"/>
                <a:ea typeface="Calibri"/>
                <a:cs typeface="Times New Roman"/>
              </a:rPr>
              <a:t>    h2(70) = 8 - (70 mod 8) = 2</a:t>
            </a:r>
            <a:endParaRPr lang="en-US" sz="2000">
              <a:latin typeface="Times New Roman"/>
              <a:ea typeface="Calibri"/>
              <a:cs typeface="Times New Roman"/>
            </a:endParaRPr>
          </a:p>
          <a:p>
            <a:pPr marL="0" indent="0" algn="just">
              <a:lnSpc>
                <a:spcPct val="100000"/>
              </a:lnSpc>
              <a:spcBef>
                <a:spcPts val="0"/>
              </a:spcBef>
              <a:buNone/>
            </a:pPr>
            <a:r>
              <a:rPr lang="en-IN" sz="2000">
                <a:latin typeface="Times New Roman"/>
                <a:ea typeface="Calibri"/>
                <a:cs typeface="Times New Roman"/>
              </a:rPr>
              <a:t>   h(70, 1) = (4 + 1 * 2) mod 11=6</a:t>
            </a:r>
            <a:endParaRPr lang="en-US" sz="2000">
              <a:latin typeface="Times New Roman"/>
              <a:ea typeface="Calibri"/>
              <a:cs typeface="Times New Roman"/>
            </a:endParaRPr>
          </a:p>
          <a:p>
            <a:pPr algn="just"/>
            <a:r>
              <a:rPr lang="en-IN" sz="2000">
                <a:latin typeface="Times New Roman"/>
                <a:cs typeface="Times New Roman"/>
              </a:rPr>
              <a:t>h1(56) = 56 mod 11=1</a:t>
            </a:r>
          </a:p>
          <a:p>
            <a:pPr marL="0" indent="0" algn="just">
              <a:buNone/>
            </a:pPr>
            <a:r>
              <a:rPr lang="en-IN" sz="2000">
                <a:latin typeface="Times New Roman"/>
                <a:cs typeface="Times New Roman"/>
              </a:rPr>
              <a:t>   Collision Occurs at index 1, so calculate second hash function </a:t>
            </a:r>
          </a:p>
          <a:p>
            <a:pPr marL="0" indent="0" algn="just">
              <a:buNone/>
            </a:pPr>
            <a:r>
              <a:rPr lang="en-IN" sz="2000">
                <a:latin typeface="Times New Roman"/>
                <a:cs typeface="Times New Roman"/>
              </a:rPr>
              <a:t>   h2(56) = 8 - (56 mod 8) = 8</a:t>
            </a:r>
            <a:br>
              <a:rPr lang="en-IN" sz="2000">
                <a:latin typeface="Times New Roman"/>
                <a:cs typeface="Times New Roman"/>
              </a:rPr>
            </a:br>
            <a:r>
              <a:rPr lang="en-IN" sz="2000">
                <a:latin typeface="Times New Roman"/>
                <a:cs typeface="Times New Roman"/>
              </a:rPr>
              <a:t>   h(56, 1) = (1 + 1 * 8) mod 11=9, where </a:t>
            </a:r>
            <a:r>
              <a:rPr lang="en-IN" sz="2000" err="1">
                <a:latin typeface="Times New Roman"/>
                <a:cs typeface="Times New Roman"/>
              </a:rPr>
              <a:t>i</a:t>
            </a:r>
            <a:r>
              <a:rPr lang="en-IN" sz="2000">
                <a:latin typeface="Times New Roman"/>
                <a:cs typeface="Times New Roman"/>
              </a:rPr>
              <a:t>=1</a:t>
            </a:r>
          </a:p>
          <a:p>
            <a:pPr marL="0" indent="0" algn="just">
              <a:buNone/>
            </a:pPr>
            <a:r>
              <a:rPr lang="en-IN" sz="2000">
                <a:latin typeface="Times New Roman"/>
                <a:cs typeface="Times New Roman"/>
              </a:rPr>
              <a:t>Again, Collision Occurs, increment </a:t>
            </a:r>
            <a:r>
              <a:rPr lang="en-IN" sz="2000" err="1">
                <a:latin typeface="Times New Roman"/>
                <a:cs typeface="Times New Roman"/>
              </a:rPr>
              <a:t>i</a:t>
            </a:r>
            <a:r>
              <a:rPr lang="en-IN" sz="2000">
                <a:latin typeface="Times New Roman"/>
                <a:cs typeface="Times New Roman"/>
              </a:rPr>
              <a:t>, h(56, 2) = (1 + 2 * 8) mod 11=6, where </a:t>
            </a:r>
            <a:r>
              <a:rPr lang="en-IN" sz="2000" err="1">
                <a:latin typeface="Times New Roman"/>
                <a:cs typeface="Times New Roman"/>
              </a:rPr>
              <a:t>i</a:t>
            </a:r>
            <a:r>
              <a:rPr lang="en-IN" sz="2000">
                <a:latin typeface="Times New Roman"/>
                <a:cs typeface="Times New Roman"/>
              </a:rPr>
              <a:t>=2</a:t>
            </a:r>
          </a:p>
          <a:p>
            <a:pPr marL="0" indent="0" algn="just">
              <a:buNone/>
            </a:pPr>
            <a:r>
              <a:rPr lang="en-IN" sz="2000">
                <a:latin typeface="Times New Roman"/>
                <a:cs typeface="Times New Roman"/>
              </a:rPr>
              <a:t>Again, Collision Occurs, increment </a:t>
            </a:r>
            <a:r>
              <a:rPr lang="en-IN" sz="2000" err="1">
                <a:latin typeface="Times New Roman"/>
                <a:cs typeface="Times New Roman"/>
              </a:rPr>
              <a:t>i</a:t>
            </a:r>
            <a:r>
              <a:rPr lang="en-IN" sz="2000">
                <a:latin typeface="Times New Roman"/>
                <a:cs typeface="Times New Roman"/>
              </a:rPr>
              <a:t>, h(56, 3) = (1 + 3 * 8) mod 11=3, where </a:t>
            </a:r>
            <a:r>
              <a:rPr lang="en-IN" sz="2000" err="1">
                <a:latin typeface="Times New Roman"/>
                <a:cs typeface="Times New Roman"/>
              </a:rPr>
              <a:t>i</a:t>
            </a:r>
            <a:r>
              <a:rPr lang="en-IN" sz="2000">
                <a:latin typeface="Times New Roman"/>
                <a:cs typeface="Times New Roman"/>
              </a:rPr>
              <a:t>=3</a:t>
            </a:r>
          </a:p>
        </p:txBody>
      </p:sp>
      <p:pic>
        <p:nvPicPr>
          <p:cNvPr id="5" name="Picture 4">
            <a:extLst>
              <a:ext uri="{FF2B5EF4-FFF2-40B4-BE49-F238E27FC236}">
                <a16:creationId xmlns:a16="http://schemas.microsoft.com/office/drawing/2014/main" id="{FFCE556D-A3A5-9750-74AA-5EEDF736B5E9}"/>
              </a:ext>
            </a:extLst>
          </p:cNvPr>
          <p:cNvPicPr>
            <a:picLocks noChangeAspect="1"/>
          </p:cNvPicPr>
          <p:nvPr/>
        </p:nvPicPr>
        <p:blipFill>
          <a:blip r:embed="rId3"/>
          <a:stretch>
            <a:fillRect/>
          </a:stretch>
        </p:blipFill>
        <p:spPr>
          <a:xfrm>
            <a:off x="10165586" y="1917877"/>
            <a:ext cx="1381125" cy="3248025"/>
          </a:xfrm>
          <a:prstGeom prst="rect">
            <a:avLst/>
          </a:prstGeom>
        </p:spPr>
      </p:pic>
      <p:sp>
        <p:nvSpPr>
          <p:cNvPr id="9" name="Rounded Rectangle 17">
            <a:extLst>
              <a:ext uri="{FF2B5EF4-FFF2-40B4-BE49-F238E27FC236}">
                <a16:creationId xmlns:a16="http://schemas.microsoft.com/office/drawing/2014/main" id="{D81AD55C-1733-04CF-3E02-90BDF21BFABB}"/>
              </a:ext>
            </a:extLst>
          </p:cNvPr>
          <p:cNvSpPr/>
          <p:nvPr/>
        </p:nvSpPr>
        <p:spPr>
          <a:xfrm>
            <a:off x="1579245" y="84455"/>
            <a:ext cx="8324215" cy="65087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a:latin typeface="Times New Roman" panose="02020603050405020304" pitchFamily="18" charset="0"/>
                <a:cs typeface="Times New Roman" panose="02020603050405020304" pitchFamily="18" charset="0"/>
              </a:rPr>
              <a:t>Double Hashing</a:t>
            </a:r>
          </a:p>
          <a:p>
            <a:r>
              <a:rPr lang="en-US" sz="2400">
                <a:latin typeface="Times New Roman" panose="02020603050405020304" pitchFamily="18" charset="0"/>
                <a:cs typeface="Times New Roman" panose="02020603050405020304" pitchFamily="18" charset="0"/>
              </a:rPr>
              <a:t>	</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a:t>Rehashing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Text Box 1"/>
          <p:cNvSpPr txBox="1"/>
          <p:nvPr/>
        </p:nvSpPr>
        <p:spPr>
          <a:xfrm>
            <a:off x="450215" y="600075"/>
            <a:ext cx="11051540" cy="4524315"/>
          </a:xfrm>
          <a:prstGeom prst="rect">
            <a:avLst/>
          </a:prstGeom>
          <a:noFill/>
        </p:spPr>
        <p:txBody>
          <a:bodyPr wrap="square" lIns="91440" tIns="45720" rIns="91440" bIns="45720" rtlCol="0" anchor="t">
            <a:spAutoFit/>
          </a:bodyPr>
          <a:lstStyle/>
          <a:p>
            <a:r>
              <a:rPr lang="en-US" sz="2400" b="1">
                <a:latin typeface="Times New Roman"/>
                <a:cs typeface="Times New Roman"/>
              </a:rPr>
              <a:t>Rehashing:</a:t>
            </a:r>
            <a:endParaRPr lang="en-US" sz="2400">
              <a:latin typeface="Times New Roman"/>
              <a:cs typeface="Times New Roman"/>
            </a:endParaRPr>
          </a:p>
          <a:p>
            <a:pPr marL="342900" indent="-342900">
              <a:buFont typeface="Arial"/>
              <a:buChar char="•"/>
            </a:pPr>
            <a:r>
              <a:rPr lang="en-US" sz="2400">
                <a:latin typeface="Times New Roman"/>
                <a:cs typeface="Times New Roman"/>
              </a:rPr>
              <a:t>Rehashing method is used to prevent collisions by increasing the size of a </a:t>
            </a:r>
            <a:r>
              <a:rPr lang="en-US" sz="2400" err="1">
                <a:latin typeface="Times New Roman"/>
                <a:cs typeface="Times New Roman"/>
              </a:rPr>
              <a:t>hashmap</a:t>
            </a:r>
            <a:r>
              <a:rPr lang="en-US" sz="2400">
                <a:latin typeface="Times New Roman"/>
                <a:cs typeface="Times New Roman"/>
              </a:rPr>
              <a:t> and redistributing the elements into new buckets based on their new hash values. </a:t>
            </a:r>
            <a:endParaRPr lang="en-US">
              <a:latin typeface="Times New Roman"/>
              <a:ea typeface="Calibri"/>
              <a:cs typeface="Times New Roman"/>
            </a:endParaRPr>
          </a:p>
          <a:p>
            <a:endParaRPr lang="en-US" sz="2400">
              <a:latin typeface="Times New Roman"/>
              <a:ea typeface="Calibri"/>
              <a:cs typeface="Times New Roman"/>
            </a:endParaRPr>
          </a:p>
          <a:p>
            <a:r>
              <a:rPr lang="en-US" sz="2400" b="1">
                <a:latin typeface="Times New Roman"/>
                <a:cs typeface="Times New Roman"/>
              </a:rPr>
              <a:t>How Rehashing is done?</a:t>
            </a:r>
            <a:endParaRPr lang="en-US">
              <a:latin typeface="Times New Roman"/>
              <a:ea typeface="Calibri"/>
              <a:cs typeface="Times New Roman"/>
            </a:endParaRPr>
          </a:p>
          <a:p>
            <a:pPr marL="342900" indent="-342900">
              <a:buFont typeface="Arial"/>
              <a:buChar char="•"/>
            </a:pPr>
            <a:r>
              <a:rPr lang="en-US" sz="2400">
                <a:latin typeface="Times New Roman"/>
                <a:cs typeface="Times New Roman"/>
              </a:rPr>
              <a:t>For each new entry to the map, check the load factor.</a:t>
            </a:r>
          </a:p>
          <a:p>
            <a:pPr marL="342900" indent="-342900">
              <a:buFont typeface="Arial"/>
              <a:buChar char="•"/>
            </a:pPr>
            <a:r>
              <a:rPr lang="en-US" sz="2400">
                <a:latin typeface="Times New Roman"/>
                <a:cs typeface="Times New Roman"/>
              </a:rPr>
              <a:t>If it’s greater than its pre-defined value (or default value of 0.75 if not given), then Rehash.</a:t>
            </a:r>
          </a:p>
          <a:p>
            <a:pPr marL="342900" indent="-342900">
              <a:buFont typeface="Arial"/>
              <a:buChar char="•"/>
            </a:pPr>
            <a:r>
              <a:rPr lang="en-US" sz="2400">
                <a:latin typeface="Times New Roman"/>
                <a:cs typeface="Times New Roman"/>
              </a:rPr>
              <a:t>For Rehash, make a new array of double the previous size and make it the new bucket array.</a:t>
            </a:r>
          </a:p>
          <a:p>
            <a:pPr marL="342900" indent="-342900">
              <a:buFont typeface="Arial"/>
              <a:buChar char="•"/>
            </a:pPr>
            <a:r>
              <a:rPr lang="en-US" sz="2400">
                <a:latin typeface="Times New Roman"/>
                <a:cs typeface="Times New Roman"/>
              </a:rPr>
              <a:t>Then traverse to each element in the old bucket Array and call the insert() for each so, as to insert it into the new larger bucket array.</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DAC824B-6BFB-7033-E0A9-6C60FA4BD59E}"/>
              </a:ext>
            </a:extLst>
          </p:cNvPr>
          <p:cNvSpPr>
            <a:spLocks noGrp="1"/>
          </p:cNvSpPr>
          <p:nvPr/>
        </p:nvSpPr>
        <p:spPr>
          <a:xfrm>
            <a:off x="326885" y="753851"/>
            <a:ext cx="10880942" cy="5375682"/>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en-US" sz="2400">
                <a:latin typeface="Times New Roman"/>
                <a:cs typeface="Times New Roman"/>
              </a:rPr>
              <a:t>Load factor can be calculated by using the following formula:</a:t>
            </a:r>
            <a:endParaRPr lang="en-US">
              <a:latin typeface="Calibri Light"/>
              <a:ea typeface="Calibri Light"/>
              <a:cs typeface="Calibri Light"/>
            </a:endParaRPr>
          </a:p>
          <a:p>
            <a:pPr marL="342900" indent="-342900">
              <a:lnSpc>
                <a:spcPct val="150000"/>
              </a:lnSpc>
              <a:buFont typeface="Arial"/>
              <a:buChar char="•"/>
            </a:pPr>
            <a:r>
              <a:rPr lang="en-US" sz="2400">
                <a:latin typeface="Times New Roman"/>
                <a:cs typeface="Times New Roman"/>
              </a:rPr>
              <a:t>The initial capacity of the HashMap * Load factor of the HashMap.  </a:t>
            </a:r>
            <a:endParaRPr lang="en-US">
              <a:latin typeface="Calibri Light"/>
              <a:ea typeface="Calibri Light"/>
              <a:cs typeface="Calibri Light"/>
            </a:endParaRPr>
          </a:p>
          <a:p>
            <a:pPr marL="342900" indent="-342900">
              <a:lnSpc>
                <a:spcPct val="150000"/>
              </a:lnSpc>
              <a:buFont typeface="Arial"/>
              <a:buChar char="•"/>
            </a:pPr>
            <a:r>
              <a:rPr lang="en-US" sz="2400">
                <a:latin typeface="Times New Roman"/>
                <a:cs typeface="Times New Roman"/>
              </a:rPr>
              <a:t>Good load factor value is 75, while HashMap's default beginning capacity is 16, when the number of elements hits or exceeds 0.75 times the capacity, the complexity rises.</a:t>
            </a:r>
            <a:endParaRPr lang="en-US">
              <a:latin typeface="Calibri Light"/>
              <a:ea typeface="Calibri Light"/>
              <a:cs typeface="Calibri Light"/>
            </a:endParaRPr>
          </a:p>
          <a:p>
            <a:pPr marL="342900" indent="-342900">
              <a:lnSpc>
                <a:spcPct val="150000"/>
              </a:lnSpc>
              <a:buFont typeface="Arial"/>
              <a:buChar char="•"/>
            </a:pPr>
            <a:r>
              <a:rPr lang="en-US" sz="2400">
                <a:latin typeface="Times New Roman"/>
                <a:cs typeface="Times New Roman"/>
              </a:rPr>
              <a:t> To combat this, the array's size is doubled, and all the values are hashed again and saved in the new double-sized array. </a:t>
            </a:r>
            <a:endParaRPr lang="en-US">
              <a:latin typeface="Calibri Light"/>
              <a:ea typeface="Calibri Light"/>
              <a:cs typeface="Calibri Light"/>
            </a:endParaRPr>
          </a:p>
          <a:p>
            <a:pPr marL="342900" indent="-342900">
              <a:lnSpc>
                <a:spcPct val="150000"/>
              </a:lnSpc>
              <a:buFont typeface="Arial"/>
              <a:buChar char="•"/>
            </a:pPr>
            <a:r>
              <a:rPr lang="en-US" sz="2400">
                <a:latin typeface="Times New Roman"/>
                <a:cs typeface="Times New Roman"/>
              </a:rPr>
              <a:t>After Rehashing items can fall into same bucket or different bucket into new array.</a:t>
            </a:r>
          </a:p>
          <a:p>
            <a:pPr>
              <a:lnSpc>
                <a:spcPct val="150000"/>
              </a:lnSpc>
            </a:pPr>
            <a:r>
              <a:rPr lang="en-US" sz="2400">
                <a:latin typeface="Times New Roman"/>
                <a:cs typeface="Times New Roman"/>
              </a:rPr>
              <a:t>Ex: when the number of items reaches 12, rehashing begins. (as 12 = 0.75 * 16).</a:t>
            </a:r>
            <a:endParaRPr lang="en-US">
              <a:ea typeface="Calibri Light"/>
              <a:cs typeface="Calibri Light"/>
            </a:endParaRPr>
          </a:p>
        </p:txBody>
      </p:sp>
      <p:sp>
        <p:nvSpPr>
          <p:cNvPr id="3" name="Rounded Rectangle 17">
            <a:extLst>
              <a:ext uri="{FF2B5EF4-FFF2-40B4-BE49-F238E27FC236}">
                <a16:creationId xmlns:a16="http://schemas.microsoft.com/office/drawing/2014/main" id="{FE960B51-9678-E206-22B3-3D5FFEB7B0B5}"/>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a:t>Load Factor Calculation</a:t>
            </a:r>
            <a:endParaRPr lang="en-US"/>
          </a:p>
        </p:txBody>
      </p:sp>
      <p:pic>
        <p:nvPicPr>
          <p:cNvPr id="9" name="Picture 2" descr="KL Deemed to be University Logo">
            <a:extLst>
              <a:ext uri="{FF2B5EF4-FFF2-40B4-BE49-F238E27FC236}">
                <a16:creationId xmlns:a16="http://schemas.microsoft.com/office/drawing/2014/main" id="{85DED408-2C5B-9FB6-C61B-477B171FB899}"/>
              </a:ext>
            </a:extLst>
          </p:cNvPr>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365125" y="941070"/>
            <a:ext cx="12192000" cy="6042660"/>
          </a:xfrm>
          <a:prstGeom prst="rect">
            <a:avLst/>
          </a:prstGeom>
          <a:noFill/>
        </p:spPr>
        <p:txBody>
          <a:bodyPr wrap="square" rtlCol="0">
            <a:noAutofit/>
          </a:bodyPr>
          <a:lstStyle/>
          <a:p>
            <a:r>
              <a:rPr lang="en-IN" sz="2400" b="1">
                <a:latin typeface="Times New Roman" panose="02020603050405020304" pitchFamily="18" charset="0"/>
                <a:cs typeface="Times New Roman" panose="02020603050405020304" pitchFamily="18" charset="0"/>
              </a:rPr>
              <a:t>Advantages of </a:t>
            </a:r>
            <a:r>
              <a:rPr lang="en-US" altLang="en-IN" sz="2400" b="1">
                <a:latin typeface="Times New Roman" panose="02020603050405020304" pitchFamily="18" charset="0"/>
                <a:cs typeface="Times New Roman" panose="02020603050405020304" pitchFamily="18" charset="0"/>
              </a:rPr>
              <a:t>Double hashing</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It can reduce clustering by using a second hash function to determine the next probe location. </a:t>
            </a: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It can handle a larger number of collisions than linear probing.</a:t>
            </a:r>
          </a:p>
          <a:p>
            <a:pPr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rPr>
              <a:t>Disadvantages of </a:t>
            </a:r>
            <a:r>
              <a:rPr lang="en-US" altLang="en-IN" sz="2400" b="1">
                <a:latin typeface="Times New Roman" panose="02020603050405020304" pitchFamily="18" charset="0"/>
                <a:cs typeface="Times New Roman" panose="02020603050405020304" pitchFamily="18" charset="0"/>
                <a:sym typeface="+mn-ea"/>
              </a:rPr>
              <a:t>Double hashing</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 It can be more complex to implement and understand than linear or quadratic probing</a:t>
            </a:r>
            <a:endParaRPr lang="en-IN" sz="2400">
              <a:latin typeface="Times New Roman" panose="02020603050405020304" pitchFamily="18" charset="0"/>
              <a:cs typeface="Times New Roman" panose="02020603050405020304" pitchFamily="18" charset="0"/>
            </a:endParaRP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Advantages of Rehashing</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Handling collisions: As mentioned above, rehashing is primarily used to handle collisions in hash tables. ...</a:t>
            </a: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Improving performance: Rehashing can also be used to improve the performance of hash </a:t>
            </a:r>
          </a:p>
          <a:p>
            <a:pPr indent="0">
              <a:buFont typeface="Arial" panose="020B0604020202020204" pitchFamily="34" charset="0"/>
              <a:buNone/>
            </a:pPr>
            <a:r>
              <a:rPr lang="en-IN" sz="2400">
                <a:latin typeface="Times New Roman" panose="02020603050405020304" pitchFamily="18" charset="0"/>
                <a:cs typeface="Times New Roman" panose="02020603050405020304" pitchFamily="18" charset="0"/>
              </a:rPr>
              <a:t>tables</a:t>
            </a: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Advantages of Extendible Hashing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Data retrieval is less expensive (in terms of computing).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Very flexible in choosing size of bucket and alllows storage on disks/remote memory access</a:t>
            </a:r>
            <a:r>
              <a:rPr lang="en-IN" sz="2400">
                <a:latin typeface="Times New Roman" panose="02020603050405020304" pitchFamily="18" charset="0"/>
                <a:cs typeface="Times New Roman" panose="02020603050405020304" pitchFamily="18" charset="0"/>
              </a:rPr>
              <a:t>. </a:t>
            </a:r>
          </a:p>
          <a:p>
            <a:pPr indent="0">
              <a:buFont typeface="Arial" panose="020B0604020202020204" pitchFamily="34" charset="0"/>
              <a:buNone/>
            </a:pPr>
            <a:r>
              <a:rPr lang="en-US" altLang="en-IN" sz="2400" b="1">
                <a:latin typeface="Times New Roman" panose="02020603050405020304" pitchFamily="18" charset="0"/>
                <a:cs typeface="Times New Roman" panose="02020603050405020304" pitchFamily="18" charset="0"/>
              </a:rPr>
              <a:t>Disadvantages of Extendible Hashing</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Increased algorithm complexity</a:t>
            </a:r>
          </a:p>
          <a:p>
            <a:pPr marL="342900" indent="-342900">
              <a:buFont typeface="Arial" panose="020B0604020202020204" pitchFamily="34" charset="0"/>
              <a:buChar char="•"/>
            </a:pPr>
            <a:r>
              <a:rPr lang="en-US" altLang="en-IN" sz="2400">
                <a:latin typeface="Times New Roman" panose="02020603050405020304" pitchFamily="18" charset="0"/>
                <a:cs typeface="Times New Roman" panose="02020603050405020304" pitchFamily="18" charset="0"/>
              </a:rPr>
              <a:t>Extra memory overhead to store index inside the bucket.</a:t>
            </a:r>
            <a:endParaRPr lang="en-IN" sz="2400" b="1">
              <a:latin typeface="Times New Roman" panose="02020603050405020304" pitchFamily="18" charset="0"/>
              <a:cs typeface="Times New Roman" panose="02020603050405020304" pitchFamily="18" charset="0"/>
            </a:endParaRPr>
          </a:p>
          <a:p>
            <a:pPr indent="0">
              <a:buFont typeface="Arial" panose="020B0604020202020204" pitchFamily="34" charset="0"/>
              <a:buNone/>
            </a:pPr>
            <a:endParaRPr lang="en-IN" sz="240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6" name="Picture 5" descr="A diagram of numbers and lines&#10;&#10;Description automatically generated">
            <a:extLst>
              <a:ext uri="{FF2B5EF4-FFF2-40B4-BE49-F238E27FC236}">
                <a16:creationId xmlns:a16="http://schemas.microsoft.com/office/drawing/2014/main" id="{02843B0A-9FF5-A452-1473-559E9C0167BB}"/>
              </a:ext>
            </a:extLst>
          </p:cNvPr>
          <p:cNvPicPr>
            <a:picLocks noChangeAspect="1"/>
          </p:cNvPicPr>
          <p:nvPr/>
        </p:nvPicPr>
        <p:blipFill>
          <a:blip r:embed="rId3"/>
          <a:stretch>
            <a:fillRect/>
          </a:stretch>
        </p:blipFill>
        <p:spPr>
          <a:xfrm>
            <a:off x="2037654" y="4035994"/>
            <a:ext cx="5931111" cy="2265547"/>
          </a:xfrm>
          <a:prstGeom prst="rect">
            <a:avLst/>
          </a:prstGeom>
        </p:spPr>
      </p:pic>
      <p:sp>
        <p:nvSpPr>
          <p:cNvPr id="11" name="Content Placeholder 10">
            <a:extLst>
              <a:ext uri="{FF2B5EF4-FFF2-40B4-BE49-F238E27FC236}">
                <a16:creationId xmlns:a16="http://schemas.microsoft.com/office/drawing/2014/main" id="{2675F22E-35E8-840C-4D12-0C85D58BBE51}"/>
              </a:ext>
            </a:extLst>
          </p:cNvPr>
          <p:cNvSpPr>
            <a:spLocks noGrp="1"/>
          </p:cNvSpPr>
          <p:nvPr>
            <p:ph/>
          </p:nvPr>
        </p:nvSpPr>
        <p:spPr>
          <a:xfrm>
            <a:off x="838200" y="971052"/>
            <a:ext cx="10515600" cy="5205911"/>
          </a:xfrm>
        </p:spPr>
        <p:txBody>
          <a:bodyPr lIns="91440" tIns="45720" rIns="91440" bIns="45720" anchor="t"/>
          <a:lstStyle/>
          <a:p>
            <a:pPr algn="just"/>
            <a:r>
              <a:rPr lang="en-US" sz="2400">
                <a:latin typeface="Times New Roman"/>
                <a:cs typeface="Times New Roman"/>
              </a:rPr>
              <a:t>Consider an extendible hashing structure that, each bucket can hold up to 2 records. Is initially empty (only one empty bucket). Consider the result after inserting keys 8, 16, 4, 3, 11, 12 in order, using the lowest bits for the hash function. That is records in a bucket of local depth d agree on their rightmost d bits. For example, key 4 (0100) and key 12(1100) agree on their rightmost 3 bits (100). What is the global depth of the resulting directory? Now insert key 18. What is the local depth of the bucket that contains key 18?</a:t>
            </a:r>
            <a:endParaRPr lang="en-US">
              <a:latin typeface="Calibri"/>
              <a:cs typeface="Calibri"/>
            </a:endParaRPr>
          </a:p>
          <a:p>
            <a:pPr marL="0" indent="0">
              <a:buNone/>
            </a:pPr>
            <a:endParaRPr lang="en-US" sz="2400">
              <a:latin typeface="Times New Roman"/>
              <a:cs typeface="Times New Roman"/>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235" y="1108075"/>
            <a:ext cx="10515600" cy="4989830"/>
          </a:xfrm>
        </p:spPr>
        <p:txBody>
          <a:bodyPr/>
          <a:lstStyle/>
          <a:p>
            <a:pPr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sym typeface="+mn-ea"/>
              </a:rPr>
              <a:t>Applications</a:t>
            </a:r>
            <a:r>
              <a:rPr lang="en-US" altLang="en-IN" sz="2400" b="1">
                <a:latin typeface="Times New Roman" panose="02020603050405020304" pitchFamily="18" charset="0"/>
                <a:cs typeface="Times New Roman" panose="02020603050405020304" pitchFamily="18" charset="0"/>
                <a:sym typeface="+mn-ea"/>
              </a:rPr>
              <a:t> of rehashing </a:t>
            </a:r>
            <a:r>
              <a:rPr lang="en-IN" sz="2400" b="1">
                <a:latin typeface="Times New Roman" panose="02020603050405020304" pitchFamily="18" charset="0"/>
                <a:cs typeface="Times New Roman" panose="02020603050405020304" pitchFamily="18" charset="0"/>
                <a:sym typeface="+mn-ea"/>
              </a:rPr>
              <a:t>in real life</a:t>
            </a:r>
            <a:endParaRPr lang="en-IN" sz="2400" b="1">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Password Verification</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Data Structures</a:t>
            </a:r>
            <a:endParaRPr lang="en-IN" sz="24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a:latin typeface="Times New Roman" panose="02020603050405020304" pitchFamily="18" charset="0"/>
                <a:cs typeface="Times New Roman" panose="02020603050405020304" pitchFamily="18" charset="0"/>
                <a:sym typeface="+mn-ea"/>
              </a:rPr>
              <a:t>File System</a:t>
            </a:r>
            <a:r>
              <a:rPr lang="en-US" altLang="en-IN" sz="2400">
                <a:latin typeface="Times New Roman" panose="02020603050405020304" pitchFamily="18" charset="0"/>
                <a:cs typeface="Times New Roman" panose="02020603050405020304" pitchFamily="18" charset="0"/>
                <a:sym typeface="+mn-ea"/>
              </a:rPr>
              <a:t>.</a:t>
            </a:r>
            <a:endParaRPr lang="en-IN" sz="2400">
              <a:latin typeface="Times New Roman" panose="02020603050405020304" pitchFamily="18" charset="0"/>
              <a:cs typeface="Times New Roman" panose="02020603050405020304" pitchFamily="18" charset="0"/>
            </a:endParaRPr>
          </a:p>
          <a:p>
            <a:pPr marL="0" indent="0">
              <a:buNone/>
            </a:pPr>
            <a:r>
              <a:rPr lang="en-US" sz="2400" b="1">
                <a:latin typeface="Times New Roman" panose="02020603050405020304" pitchFamily="18" charset="0"/>
                <a:cs typeface="Times New Roman" panose="02020603050405020304" pitchFamily="18" charset="0"/>
              </a:rPr>
              <a:t>Applications of Extendible Hashing</a:t>
            </a:r>
          </a:p>
          <a:p>
            <a:r>
              <a:rPr lang="en-US" sz="2400">
                <a:latin typeface="Times New Roman" panose="02020603050405020304" pitchFamily="18" charset="0"/>
                <a:cs typeface="Times New Roman" panose="02020603050405020304" pitchFamily="18" charset="0"/>
              </a:rPr>
              <a:t>All modern file systems use extendible hashing.</a:t>
            </a:r>
          </a:p>
          <a:p>
            <a:pPr marL="0" indent="0">
              <a:buNone/>
            </a:pPr>
            <a:r>
              <a:rPr lang="en-US" sz="2400" b="1">
                <a:latin typeface="Times New Roman" panose="02020603050405020304" pitchFamily="18" charset="0"/>
                <a:cs typeface="Times New Roman" panose="02020603050405020304" pitchFamily="18" charset="0"/>
              </a:rPr>
              <a:t>Applications of Double Hashing</a:t>
            </a:r>
          </a:p>
          <a:p>
            <a:r>
              <a:rPr lang="en-US" sz="2400">
                <a:latin typeface="Times New Roman" panose="02020603050405020304" pitchFamily="18" charset="0"/>
                <a:cs typeface="Times New Roman" panose="02020603050405020304" pitchFamily="18" charset="0"/>
              </a:rPr>
              <a:t>To prevent the collision of two keys ,the idea of Double Hashing is used. In case any collision occurs when we just use traditional hash code evaluating function, another hash code is generated by some other function and both the hash codes are used to find a free space by probing through array elements.</a:t>
            </a:r>
          </a:p>
          <a:p>
            <a:endParaRPr lang="en-US" sz="2400">
              <a:latin typeface="Times New Roman" panose="02020603050405020304" pitchFamily="18" charset="0"/>
              <a:cs typeface="Times New Roman" panose="02020603050405020304" pitchFamily="18" charset="0"/>
            </a:endParaRPr>
          </a:p>
        </p:txBody>
      </p:sp>
      <p:sp>
        <p:nvSpPr>
          <p:cNvPr id="4" name="Rounded Rectangle 17"/>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IMPORTANT FACTS RELATED TO THE SESSION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0" y="848264"/>
            <a:ext cx="12100956" cy="4892675"/>
          </a:xfrm>
          <a:prstGeom prst="rect">
            <a:avLst/>
          </a:prstGeom>
          <a:noFill/>
        </p:spPr>
        <p:txBody>
          <a:bodyPr wrap="square" rtlCol="0">
            <a:spAutoFit/>
          </a:bodyPr>
          <a:lstStyle/>
          <a:p>
            <a:pPr algn="just">
              <a:buFont typeface="Wingdings" panose="05000000000000000000" pitchFamily="2" charset="2"/>
              <a:buChar char="Ø"/>
            </a:pPr>
            <a:r>
              <a:rPr lang="en-IN" sz="2400" b="1">
                <a:latin typeface="Times New Roman" panose="02020603050405020304" pitchFamily="18" charset="0"/>
                <a:cs typeface="Times New Roman" panose="02020603050405020304" pitchFamily="18" charset="0"/>
                <a:sym typeface="+mn-ea"/>
              </a:rPr>
              <a:t>Double hashing</a:t>
            </a:r>
            <a:r>
              <a:rPr lang="en-US" altLang="en-IN" sz="2400">
                <a:latin typeface="Times New Roman" panose="02020603050405020304" pitchFamily="18" charset="0"/>
                <a:cs typeface="Times New Roman" panose="02020603050405020304" pitchFamily="18" charset="0"/>
                <a:sym typeface="+mn-ea"/>
              </a:rPr>
              <a:t>:</a:t>
            </a:r>
            <a:r>
              <a:rPr lang="en-IN" sz="2400">
                <a:latin typeface="Times New Roman" panose="02020603050405020304" pitchFamily="18" charset="0"/>
                <a:cs typeface="Times New Roman" panose="02020603050405020304" pitchFamily="18" charset="0"/>
                <a:sym typeface="+mn-ea"/>
              </a:rPr>
              <a:t>It is a technique in which two hash function are used when there is an occurrence of collision.</a:t>
            </a:r>
            <a:endParaRPr lang="en-IN" sz="240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sym typeface="+mn-ea"/>
              </a:rPr>
              <a:t>The hash functions for this technique are: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H1(key)= (key % table size + i * H2(key))% table size</a:t>
            </a:r>
            <a:endParaRPr lang="en-IN" sz="2400">
              <a:latin typeface="Times New Roman" panose="02020603050405020304" pitchFamily="18" charset="0"/>
              <a:cs typeface="Times New Roman" panose="02020603050405020304" pitchFamily="18" charset="0"/>
            </a:endParaRPr>
          </a:p>
          <a:p>
            <a:pPr indent="0" algn="just">
              <a:buFont typeface="Wingdings" panose="05000000000000000000" pitchFamily="2" charset="2"/>
              <a:buNone/>
            </a:pPr>
            <a:r>
              <a:rPr lang="en-IN" sz="2400">
                <a:latin typeface="Times New Roman" panose="02020603050405020304" pitchFamily="18" charset="0"/>
                <a:cs typeface="Times New Roman" panose="02020603050405020304" pitchFamily="18" charset="0"/>
                <a:sym typeface="+mn-ea"/>
              </a:rPr>
              <a:t>                               Whereas H2(key)=P-(key mod P); i=0,1..&lt;size</a:t>
            </a:r>
            <a:endParaRPr lang="en-IN"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Rehashing </a:t>
            </a:r>
            <a:r>
              <a:rPr lang="en-US" sz="2400">
                <a:latin typeface="Times New Roman" panose="02020603050405020304" pitchFamily="18" charset="0"/>
                <a:cs typeface="Times New Roman" panose="02020603050405020304" pitchFamily="18" charset="0"/>
                <a:sym typeface="+mn-ea"/>
              </a:rPr>
              <a:t>is the process of increasing the size of a hashmap and redistributing the elements to new buckets based on their new hash values. It is done to improve the performance of the hashmap and to prevent collisions caused by a high load factor.</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Extendible Hashing</a:t>
            </a:r>
            <a:r>
              <a:rPr lang="en-US" sz="2400">
                <a:latin typeface="Times New Roman" panose="02020603050405020304" pitchFamily="18" charset="0"/>
                <a:cs typeface="Times New Roman" panose="02020603050405020304" pitchFamily="18" charset="0"/>
                <a:sym typeface="+mn-ea"/>
              </a:rPr>
              <a:t> is a dynamic hashing method wherein directories, and buckets are used to hash data. It is an aggressively flexible method in which the hash function also experiences dynamic changes. </a:t>
            </a:r>
          </a:p>
          <a:p>
            <a:pPr marL="285750" indent="-28575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sym typeface="+mn-ea"/>
              </a:rPr>
              <a:t>Number of Directories = 2^Global Depth.</a:t>
            </a:r>
            <a:endParaRPr lang="en-US" sz="240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endParaRPr lang="en-IN" sz="240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SELF-ASSESSMENT QUESTIONS</a:t>
            </a:r>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a:sym typeface="+mn-ea"/>
              </a:rPr>
              <a:t>2.</a:t>
            </a:r>
            <a:r>
              <a:rPr lang="en-IN" sz="2400">
                <a:sym typeface="+mn-ea"/>
              </a:rPr>
              <a:t> Double hashing is one of the best methods available for open addressing</a:t>
            </a:r>
            <a:br>
              <a:rPr lang="en-IN" sz="2400"/>
            </a:br>
            <a:endParaRPr lang="en-IN" sz="2400"/>
          </a:p>
        </p:txBody>
      </p:sp>
      <p:sp>
        <p:nvSpPr>
          <p:cNvPr id="14" name="Rounded Rectangle 17"/>
          <p:cNvSpPr/>
          <p:nvPr/>
        </p:nvSpPr>
        <p:spPr>
          <a:xfrm>
            <a:off x="1211580" y="5068570"/>
            <a:ext cx="8292465" cy="93980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a:p>
            <a:r>
              <a:rPr lang="en-IN"/>
              <a:t>a) True</a:t>
            </a:r>
          </a:p>
          <a:p>
            <a:r>
              <a:rPr lang="en-IN"/>
              <a:t>b) Falseny point</a:t>
            </a: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Google Shape;502;p17"/>
          <p:cNvSpPr/>
          <p:nvPr/>
        </p:nvSpPr>
        <p:spPr>
          <a:xfrm>
            <a:off x="1009895" y="89426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r>
              <a:rPr lang="en-US" altLang="en-IN" sz="2400">
                <a:sym typeface="+mn-ea"/>
              </a:rPr>
              <a:t>1.</a:t>
            </a:r>
            <a:r>
              <a:rPr lang="en-IN" sz="2400">
                <a:sym typeface="+mn-ea"/>
              </a:rPr>
              <a:t> </a:t>
            </a:r>
            <a:r>
              <a:rPr lang="en-US" sz="2400">
                <a:sym typeface="+mn-ea"/>
              </a:rPr>
              <a:t>What is the hash function used in Double Hashing?</a:t>
            </a:r>
            <a:endParaRPr lang="en-IN" sz="2400"/>
          </a:p>
        </p:txBody>
      </p:sp>
      <p:sp>
        <p:nvSpPr>
          <p:cNvPr id="5" name="Rounded Rectangle 17"/>
          <p:cNvSpPr/>
          <p:nvPr/>
        </p:nvSpPr>
        <p:spPr>
          <a:xfrm>
            <a:off x="1376680" y="1744345"/>
            <a:ext cx="7791450" cy="1684655"/>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a:p>
            <a:r>
              <a:rPr lang="en-US">
                <a:sym typeface="+mn-ea"/>
              </a:rPr>
              <a:t>a) (h1(k) – i*h2(k))mod m</a:t>
            </a:r>
            <a:endParaRPr lang="en-US"/>
          </a:p>
          <a:p>
            <a:r>
              <a:rPr lang="en-US">
                <a:sym typeface="+mn-ea"/>
              </a:rPr>
              <a:t>b) h1(k) + h2(k)</a:t>
            </a:r>
            <a:endParaRPr lang="en-US"/>
          </a:p>
          <a:p>
            <a:r>
              <a:rPr lang="en-US">
                <a:sym typeface="+mn-ea"/>
              </a:rPr>
              <a:t>c) (h1(k) + i*h2(k))mod m</a:t>
            </a:r>
            <a:endParaRPr lang="en-US"/>
          </a:p>
          <a:p>
            <a:r>
              <a:rPr lang="en-US">
                <a:sym typeface="+mn-ea"/>
              </a:rPr>
              <a:t>d) (h1(k) + h2(k))mod m</a:t>
            </a:r>
            <a:endParaRPr lang="en-IN"/>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3" grpId="0" animBg="1"/>
      <p:bldP spid="14" grpId="0" bldLvl="0" animBg="1"/>
      <p:bldP spid="3" grpId="0" bldLvl="0" animBg="1"/>
      <p:bldP spid="5"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TERMINAL QUESTIONS</a:t>
            </a:r>
          </a:p>
        </p:txBody>
      </p:sp>
      <p:sp>
        <p:nvSpPr>
          <p:cNvPr id="9" name="TextBox 8"/>
          <p:cNvSpPr txBox="1"/>
          <p:nvPr/>
        </p:nvSpPr>
        <p:spPr>
          <a:xfrm>
            <a:off x="605155" y="1167765"/>
            <a:ext cx="10814050" cy="2230739"/>
          </a:xfrm>
          <a:prstGeom prst="rect">
            <a:avLst/>
          </a:prstGeom>
          <a:noFill/>
        </p:spPr>
        <p:txBody>
          <a:bodyPr wrap="square" lIns="91440" tIns="45720" rIns="91440" bIns="45720" rtlCol="0" anchor="t">
            <a:spAutoFit/>
          </a:bodyPr>
          <a:lstStyle/>
          <a:p>
            <a:pPr>
              <a:lnSpc>
                <a:spcPct val="200000"/>
              </a:lnSpc>
            </a:pPr>
            <a:r>
              <a:rPr lang="en-US" b="1"/>
              <a:t>1. What is Load factor?</a:t>
            </a:r>
          </a:p>
          <a:p>
            <a:pPr>
              <a:lnSpc>
                <a:spcPct val="200000"/>
              </a:lnSpc>
            </a:pPr>
            <a:r>
              <a:rPr lang="en-US" b="1"/>
              <a:t>2. When is rehashing  done?</a:t>
            </a:r>
            <a:endParaRPr lang="en-US" b="1">
              <a:cs typeface="Calibri"/>
            </a:endParaRPr>
          </a:p>
          <a:p>
            <a:pPr>
              <a:lnSpc>
                <a:spcPct val="200000"/>
              </a:lnSpc>
            </a:pPr>
            <a:r>
              <a:rPr lang="en-US" b="1"/>
              <a:t>3. What is local depth, global depth?</a:t>
            </a:r>
            <a:endParaRPr lang="en-US" b="1">
              <a:cs typeface="Calibri"/>
            </a:endParaRPr>
          </a:p>
          <a:p>
            <a:pPr>
              <a:lnSpc>
                <a:spcPct val="200000"/>
              </a:lnSpc>
            </a:pPr>
            <a:endParaRPr lang="en-US" b="1"/>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t>REFERENCES FOR FURTHER LEARNING OF THE SESSION</a:t>
            </a:r>
            <a:endParaRPr lang="en-US" sz="240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437195" y="1013239"/>
            <a:ext cx="11509382" cy="3388107"/>
          </a:xfrm>
          <a:prstGeom prst="rect">
            <a:avLst/>
          </a:prstGeom>
          <a:noFill/>
        </p:spPr>
        <p:txBody>
          <a:bodyPr wrap="square" lIns="91440" tIns="45720" rIns="91440" bIns="45720" rtlCol="0" anchor="t">
            <a:spAutoFit/>
          </a:bodyPr>
          <a:lstStyle/>
          <a:p>
            <a:pPr algn="just">
              <a:lnSpc>
                <a:spcPct val="150000"/>
              </a:lnSpc>
            </a:pPr>
            <a:r>
              <a:rPr lang="en-US" sz="2400" b="1" dirty="0">
                <a:latin typeface="Times New Roman"/>
                <a:cs typeface="Times New Roman"/>
              </a:rPr>
              <a:t>Reference Books</a:t>
            </a:r>
            <a:endParaRPr lang="en-US" sz="2400" dirty="0">
              <a:latin typeface="Times New Roman"/>
              <a:cs typeface="Times New Roman"/>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 Analysis in PYTHON, 2010, Mark Allen Weiss, Second Edition, Pearson Education.</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Data Structures and Algorithms, </a:t>
            </a:r>
            <a:r>
              <a:rPr lang="en-US" sz="1800" dirty="0" err="1">
                <a:effectLst/>
                <a:latin typeface="Times New Roman" panose="02020603050405020304" pitchFamily="18" charset="0"/>
                <a:ea typeface="Times New Roman" panose="02020603050405020304" pitchFamily="18" charset="0"/>
              </a:rPr>
              <a:t>A.V.Aho</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J.E.Hopcroft</a:t>
            </a:r>
            <a:r>
              <a:rPr lang="en-US" sz="1800" dirty="0">
                <a:effectLst/>
                <a:latin typeface="Times New Roman" panose="02020603050405020304" pitchFamily="18" charset="0"/>
                <a:ea typeface="Times New Roman" panose="02020603050405020304" pitchFamily="18" charset="0"/>
              </a:rPr>
              <a:t>, and </a:t>
            </a:r>
            <a:r>
              <a:rPr lang="en-US" sz="1800" dirty="0" err="1">
                <a:effectLst/>
                <a:latin typeface="Times New Roman" panose="02020603050405020304" pitchFamily="18" charset="0"/>
                <a:ea typeface="Times New Roman" panose="02020603050405020304" pitchFamily="18" charset="0"/>
              </a:rPr>
              <a:t>J.D.Ullman</a:t>
            </a:r>
            <a:r>
              <a:rPr lang="en-US" sz="1800" dirty="0">
                <a:effectLst/>
                <a:latin typeface="Times New Roman" panose="02020603050405020304" pitchFamily="18" charset="0"/>
                <a:ea typeface="Times New Roman" panose="02020603050405020304" pitchFamily="18" charset="0"/>
              </a:rPr>
              <a:t>, Pearson Education, First Edition Reprint2003.</a:t>
            </a:r>
            <a:endParaRPr lang="en-IN" sz="1800" dirty="0">
              <a:effectLst/>
              <a:latin typeface="Times New Roman" panose="02020603050405020304" pitchFamily="18" charset="0"/>
              <a:ea typeface="Times New Roman" panose="02020603050405020304" pitchFamily="18" charset="0"/>
            </a:endParaRPr>
          </a:p>
          <a:p>
            <a:pPr marL="342900" lvl="0" indent="-342900">
              <a:spcBef>
                <a:spcPts val="75"/>
              </a:spcBef>
              <a:buFont typeface="+mj-lt"/>
              <a:buAutoNum type="arabicPeriod"/>
            </a:pPr>
            <a:r>
              <a:rPr lang="en-US" sz="1800" dirty="0">
                <a:effectLst/>
                <a:latin typeface="Times New Roman" panose="02020603050405020304" pitchFamily="18" charset="0"/>
                <a:ea typeface="Times New Roman" panose="02020603050405020304" pitchFamily="18" charset="0"/>
              </a:rPr>
              <a:t>Advanced </a:t>
            </a:r>
            <a:r>
              <a:rPr lang="en-US" sz="2400" dirty="0">
                <a:effectLst/>
                <a:latin typeface="Times New Roman" panose="02020603050405020304" pitchFamily="18" charset="0"/>
                <a:ea typeface="Times New Roman" panose="02020603050405020304" pitchFamily="18" charset="0"/>
              </a:rPr>
              <a:t>Guide</a:t>
            </a:r>
            <a:r>
              <a:rPr lang="en-US" sz="1800" dirty="0">
                <a:effectLst/>
                <a:latin typeface="Times New Roman" panose="02020603050405020304" pitchFamily="18" charset="0"/>
                <a:ea typeface="Times New Roman" panose="02020603050405020304" pitchFamily="18" charset="0"/>
              </a:rPr>
              <a:t> to Python 3 Programming, John Hunt, 4</a:t>
            </a:r>
            <a:r>
              <a:rPr lang="en-US" sz="1800" baseline="30000" dirty="0">
                <a:effectLst/>
                <a:latin typeface="Times New Roman" panose="02020603050405020304" pitchFamily="18" charset="0"/>
                <a:ea typeface="Times New Roman" panose="02020603050405020304" pitchFamily="18" charset="0"/>
              </a:rPr>
              <a:t>th</a:t>
            </a:r>
            <a:r>
              <a:rPr lang="en-US" sz="1800" dirty="0">
                <a:effectLst/>
                <a:latin typeface="Times New Roman" panose="02020603050405020304" pitchFamily="18" charset="0"/>
                <a:ea typeface="Times New Roman" panose="02020603050405020304" pitchFamily="18" charset="0"/>
              </a:rPr>
              <a:t> Edition, Springer Nature Switzerland AG 2019.</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      Python Basics: A Practice Introduction to Python 3, David Amos, Dan Bader, Joanna Jablonski, Fletcher Heisler, 4</a:t>
            </a:r>
            <a:r>
              <a:rPr lang="en-US" sz="18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800" dirty="0">
                <a:effectLst/>
                <a:latin typeface="Calibri" panose="020F0502020204030204" pitchFamily="34" charset="0"/>
                <a:ea typeface="Calibri" panose="020F0502020204030204" pitchFamily="34" charset="0"/>
                <a:cs typeface="Times New Roman" panose="02020603050405020304" pitchFamily="18" charset="0"/>
              </a:rPr>
              <a:t> edition, Real Python</a:t>
            </a:r>
          </a:p>
          <a:p>
            <a:r>
              <a:rPr lang="en-US" sz="1800" dirty="0">
                <a:effectLst/>
                <a:latin typeface="Calibri" panose="020F0502020204030204" pitchFamily="34" charset="0"/>
                <a:ea typeface="Calibri" panose="020F0502020204030204" pitchFamily="34" charset="0"/>
                <a:cs typeface="Times New Roman" panose="02020603050405020304" pitchFamily="18" charset="0"/>
              </a:rPr>
              <a:t>.</a:t>
            </a:r>
            <a:r>
              <a:rPr lang="en-US" sz="2400" b="1" dirty="0">
                <a:latin typeface="Times New Roman"/>
                <a:cs typeface="Times New Roman"/>
              </a:rPr>
              <a:t>Sites and Web links:</a:t>
            </a:r>
          </a:p>
          <a:p>
            <a:pPr marL="342900" lvl="0" indent="-342900" algn="just">
              <a:spcBef>
                <a:spcPts val="80"/>
              </a:spcBef>
              <a:buSzPts val="1100"/>
              <a:buFont typeface="+mj-lt"/>
              <a:buAutoNum type="arabicPeriod"/>
            </a:pPr>
            <a:r>
              <a:rPr lang="en-US" u="sng" spc="-10" dirty="0">
                <a:solidFill>
                  <a:srgbClr val="0000FF"/>
                </a:solidFill>
                <a:effectLst/>
                <a:latin typeface="Times New Roman" panose="02020603050405020304" pitchFamily="18" charset="0"/>
                <a:ea typeface="Times New Roman" panose="02020603050405020304" pitchFamily="18" charset="0"/>
                <a:hlinkClick r:id="rId2"/>
              </a:rPr>
              <a:t>https://docs.python.org/3/tutorial/datastructures.html</a:t>
            </a:r>
            <a:endParaRPr lang="en-IN" dirty="0">
              <a:effectLst/>
              <a:latin typeface="Times New Roman" panose="02020603050405020304" pitchFamily="18" charset="0"/>
              <a:ea typeface="Times New Roman" panose="02020603050405020304" pitchFamily="18" charset="0"/>
            </a:endParaRPr>
          </a:p>
          <a:p>
            <a:pPr marL="342900" lvl="0" indent="-342900" algn="just">
              <a:spcBef>
                <a:spcPts val="80"/>
              </a:spcBef>
              <a:buSzPts val="1100"/>
              <a:buFont typeface="+mj-lt"/>
              <a:buAutoNum type="arabicPeriod"/>
            </a:pPr>
            <a:r>
              <a:rPr lang="en-US" u="sng" dirty="0">
                <a:solidFill>
                  <a:srgbClr val="0000FF"/>
                </a:solidFill>
                <a:effectLst/>
                <a:latin typeface="Times New Roman" panose="02020603050405020304" pitchFamily="18" charset="0"/>
                <a:ea typeface="Times New Roman" panose="02020603050405020304" pitchFamily="18" charset="0"/>
                <a:hlinkClick r:id="rId3"/>
              </a:rPr>
              <a:t>https://www.w3schools.com/dsa/dsa_intro.php</a:t>
            </a:r>
            <a:endParaRPr lang="en-IN" dirty="0">
              <a:effectLst/>
              <a:latin typeface="Times New Roman" panose="02020603050405020304" pitchFamily="18" charset="0"/>
              <a:ea typeface="Times New Roman" panose="02020603050405020304" pitchFamily="18" charset="0"/>
            </a:endParaRPr>
          </a:p>
          <a:p>
            <a:r>
              <a:rPr lang="en-US"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4"/>
              </a:rPr>
              <a:t>3.    https://www.geeksforgeeks.org/python-data-structures/</a:t>
            </a:r>
            <a:endParaRPr lang="en-US" dirty="0">
              <a:latin typeface="Times New Roman"/>
              <a:cs typeface="Times New Roman"/>
            </a:endParaRPr>
          </a:p>
        </p:txBody>
      </p:sp>
      <p:pic>
        <p:nvPicPr>
          <p:cNvPr id="5" name="Picture 2" descr="KL Deemed to be University Logo"/>
          <p:cNvPicPr>
            <a:picLocks noChangeAspect="1" noChangeArrowheads="1"/>
          </p:cNvPicPr>
          <p:nvPr/>
        </p:nvPicPr>
        <p:blipFill>
          <a:blip r:embed="rId5"/>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405743" y="1436914"/>
            <a:ext cx="8116891" cy="330389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Times New Roman"/>
              <a:cs typeface="Times New Roman"/>
            </a:endParaRPr>
          </a:p>
          <a:p>
            <a:pPr algn="ctr"/>
            <a:endParaRPr lang="en-US" sz="2400" b="1" dirty="0">
              <a:latin typeface="Times New Roman"/>
              <a:cs typeface="Times New Roman"/>
            </a:endParaRPr>
          </a:p>
          <a:p>
            <a:pPr algn="ctr"/>
            <a:r>
              <a:rPr lang="en-US" sz="3200" b="1" dirty="0">
                <a:latin typeface="Times New Roman"/>
                <a:cs typeface="Times New Roman"/>
              </a:rPr>
              <a:t>THANK YOU</a:t>
            </a: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endParaRPr lang="en-US" sz="2400" dirty="0">
              <a:latin typeface="Times New Roman"/>
              <a:cs typeface="Times New Roman"/>
            </a:endParaRPr>
          </a:p>
          <a:p>
            <a:pPr algn="ctr"/>
            <a:r>
              <a:rPr lang="en-US" sz="3600" b="1" dirty="0">
                <a:latin typeface="Times New Roman"/>
                <a:cs typeface="Times New Roman"/>
              </a:rPr>
              <a:t>Team – </a:t>
            </a:r>
            <a:r>
              <a:rPr lang="en-US" sz="3600" dirty="0">
                <a:solidFill>
                  <a:schemeClr val="bg1"/>
                </a:solidFill>
                <a:effectLst/>
                <a:ea typeface="Calibri" panose="020F0502020204030204" pitchFamily="34" charset="0"/>
                <a:cs typeface="Times New Roman" panose="02020603050405020304" pitchFamily="18" charset="0"/>
              </a:rPr>
              <a:t>Data Structures using Python</a:t>
            </a:r>
            <a:endParaRPr lang="en-US" sz="3600" b="1" cap="all" dirty="0">
              <a:solidFill>
                <a:schemeClr val="bg1"/>
              </a:solidFill>
              <a:cs typeface="Poppins" panose="00000500000000000000" pitchFamily="2" charset="0"/>
              <a:sym typeface="BioRhyme ExtraBold"/>
            </a:endParaRPr>
          </a:p>
          <a:p>
            <a:pPr algn="ctr"/>
            <a:endParaRPr lang="en-US" sz="3600" b="1" dirty="0">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a:p>
            <a:pPr algn="ctr"/>
            <a:endParaRPr lang="en-US" sz="2400" dirty="0">
              <a:solidFill>
                <a:schemeClr val="bg1"/>
              </a:solidFill>
              <a:latin typeface="Times New Roman"/>
              <a:cs typeface="Times New Roman"/>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188029"/>
            <a:ext cx="3235570" cy="103414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BD0A98-E68B-4DAA-8964-2F739D6D4075}">
  <ds:schemaRefs/>
</ds:datastoreItem>
</file>

<file path=customXml/itemProps2.xml><?xml version="1.0" encoding="utf-8"?>
<ds:datastoreItem xmlns:ds="http://schemas.openxmlformats.org/officeDocument/2006/customXml" ds:itemID="{3DA00F5F-5366-4B1C-9406-30DECA796ABB}">
  <ds:schemaRefs/>
</ds:datastoreItem>
</file>

<file path=customXml/itemProps3.xml><?xml version="1.0" encoding="utf-8"?>
<ds:datastoreItem xmlns:ds="http://schemas.openxmlformats.org/officeDocument/2006/customXml" ds:itemID="{C89A6ECA-0C1B-4F00-836D-A696F073E5C2}">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1524</Words>
  <Application>Microsoft Office PowerPoint</Application>
  <PresentationFormat>Widescreen</PresentationFormat>
  <Paragraphs>136</Paragraphs>
  <Slides>14</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Arial,Sans-Serif</vt:lpstr>
      <vt:lpstr>BioRhyme ExtraBold</vt:lpstr>
      <vt:lpstr>Calibri</vt:lpstr>
      <vt:lpstr>Calibri Light</vt:lpstr>
      <vt:lpstr>Poppins</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Ravi Pallapati</cp:lastModifiedBy>
  <cp:revision>1</cp:revision>
  <dcterms:created xsi:type="dcterms:W3CDTF">2020-02-08T09:57:00Z</dcterms:created>
  <dcterms:modified xsi:type="dcterms:W3CDTF">2024-12-16T07:37:29Z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y fmtid="{D5CDD505-2E9C-101B-9397-08002B2CF9AE}" pid="3" name="ICV">
    <vt:lpwstr>E142E93F4A0446668DE3F70915B4FBB6_13</vt:lpwstr>
  </property>
  <property fmtid="{D5CDD505-2E9C-101B-9397-08002B2CF9AE}" pid="4" name="KSOProductBuildVer">
    <vt:lpwstr>1033-12.2.0.13359</vt:lpwstr>
  </property>
</Properties>
</file>