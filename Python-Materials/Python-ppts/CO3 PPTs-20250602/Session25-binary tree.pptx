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271" r:id="rId5"/>
    <p:sldId id="300" r:id="rId6"/>
    <p:sldId id="258" r:id="rId7"/>
    <p:sldId id="315" r:id="rId8"/>
    <p:sldId id="316" r:id="rId9"/>
    <p:sldId id="317" r:id="rId10"/>
    <p:sldId id="288" r:id="rId11"/>
    <p:sldId id="290" r:id="rId12"/>
    <p:sldId id="305" r:id="rId13"/>
    <p:sldId id="306" r:id="rId14"/>
    <p:sldId id="311" r:id="rId15"/>
    <p:sldId id="309" r:id="rId16"/>
    <p:sldId id="307" r:id="rId17"/>
    <p:sldId id="312" r:id="rId18"/>
    <p:sldId id="313" r:id="rId19"/>
    <p:sldId id="299" r:id="rId20"/>
    <p:sldId id="318" r:id="rId21"/>
    <p:sldId id="287" r:id="rId22"/>
    <p:sldId id="301" r:id="rId23"/>
    <p:sldId id="302" r:id="rId24"/>
    <p:sldId id="320" r:id="rId25"/>
    <p:sldId id="3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26A71E-A0FA-4F18-AE49-2B8F64A81564}" v="2" dt="2024-12-14T05:12:36.21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9"/>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i Pallapati" userId="405e64382e001c53" providerId="LiveId" clId="{D026A71E-A0FA-4F18-AE49-2B8F64A81564}"/>
    <pc:docChg chg="addSld delSld modSld">
      <pc:chgData name="Ravi Pallapati" userId="405e64382e001c53" providerId="LiveId" clId="{D026A71E-A0FA-4F18-AE49-2B8F64A81564}" dt="2024-12-14T05:14:16.523" v="28" actId="47"/>
      <pc:docMkLst>
        <pc:docMk/>
      </pc:docMkLst>
      <pc:sldChg chg="modSp mod">
        <pc:chgData name="Ravi Pallapati" userId="405e64382e001c53" providerId="LiveId" clId="{D026A71E-A0FA-4F18-AE49-2B8F64A81564}" dt="2024-12-14T05:06:19.149" v="24" actId="14100"/>
        <pc:sldMkLst>
          <pc:docMk/>
          <pc:sldMk cId="0" sldId="271"/>
        </pc:sldMkLst>
        <pc:spChg chg="mod">
          <ac:chgData name="Ravi Pallapati" userId="405e64382e001c53" providerId="LiveId" clId="{D026A71E-A0FA-4F18-AE49-2B8F64A81564}" dt="2024-12-14T05:06:19.149" v="24" actId="14100"/>
          <ac:spMkLst>
            <pc:docMk/>
            <pc:sldMk cId="0" sldId="271"/>
            <ac:spMk id="8" creationId="{7153E61F-4441-DBE3-3DFF-6E9EF6C48D23}"/>
          </ac:spMkLst>
        </pc:spChg>
        <pc:spChg chg="mod">
          <ac:chgData name="Ravi Pallapati" userId="405e64382e001c53" providerId="LiveId" clId="{D026A71E-A0FA-4F18-AE49-2B8F64A81564}" dt="2024-12-14T05:03:30.754" v="1"/>
          <ac:spMkLst>
            <pc:docMk/>
            <pc:sldMk cId="0" sldId="271"/>
            <ac:spMk id="476" creationId="{00000000-0000-0000-0000-000000000000}"/>
          </ac:spMkLst>
        </pc:spChg>
      </pc:sldChg>
      <pc:sldChg chg="del">
        <pc:chgData name="Ravi Pallapati" userId="405e64382e001c53" providerId="LiveId" clId="{D026A71E-A0FA-4F18-AE49-2B8F64A81564}" dt="2024-12-14T05:12:45.873" v="27" actId="47"/>
        <pc:sldMkLst>
          <pc:docMk/>
          <pc:sldMk cId="2602073769" sldId="303"/>
        </pc:sldMkLst>
      </pc:sldChg>
      <pc:sldChg chg="modSp mod">
        <pc:chgData name="Ravi Pallapati" userId="405e64382e001c53" providerId="LiveId" clId="{D026A71E-A0FA-4F18-AE49-2B8F64A81564}" dt="2024-12-14T05:05:10.804" v="20" actId="14100"/>
        <pc:sldMkLst>
          <pc:docMk/>
          <pc:sldMk cId="0" sldId="304"/>
        </pc:sldMkLst>
        <pc:spChg chg="mod">
          <ac:chgData name="Ravi Pallapati" userId="405e64382e001c53" providerId="LiveId" clId="{D026A71E-A0FA-4F18-AE49-2B8F64A81564}" dt="2024-12-14T05:04:54.263" v="18" actId="14100"/>
          <ac:spMkLst>
            <pc:docMk/>
            <pc:sldMk cId="0" sldId="304"/>
            <ac:spMk id="4" creationId="{E792BE84-3448-2348-B352-CD5BC083E5FD}"/>
          </ac:spMkLst>
        </pc:spChg>
        <pc:picChg chg="mod">
          <ac:chgData name="Ravi Pallapati" userId="405e64382e001c53" providerId="LiveId" clId="{D026A71E-A0FA-4F18-AE49-2B8F64A81564}" dt="2024-12-14T05:05:10.804" v="20" actId="14100"/>
          <ac:picMkLst>
            <pc:docMk/>
            <pc:sldMk cId="0" sldId="304"/>
            <ac:picMk id="6" creationId="{00000000-0000-0000-0000-000000000000}"/>
          </ac:picMkLst>
        </pc:picChg>
      </pc:sldChg>
      <pc:sldChg chg="add del">
        <pc:chgData name="Ravi Pallapati" userId="405e64382e001c53" providerId="LiveId" clId="{D026A71E-A0FA-4F18-AE49-2B8F64A81564}" dt="2024-12-14T05:14:16.523" v="28" actId="47"/>
        <pc:sldMkLst>
          <pc:docMk/>
          <pc:sldMk cId="0" sldId="319"/>
        </pc:sldMkLst>
      </pc:sldChg>
      <pc:sldChg chg="add">
        <pc:chgData name="Ravi Pallapati" userId="405e64382e001c53" providerId="LiveId" clId="{D026A71E-A0FA-4F18-AE49-2B8F64A81564}" dt="2024-12-14T05:12:36.210" v="26"/>
        <pc:sldMkLst>
          <pc:docMk/>
          <pc:sldMk cId="0" sldId="320"/>
        </pc:sldMkLst>
      </pc:sldChg>
    </pc:docChg>
  </pc:docChgLst>
  <pc:docChgLst>
    <pc:chgData name="Guest User" userId="S::urn:spo:anon#041d050716007d72e933769838f51bced52d97ace154e39de1e0ee92a489812d::" providerId="AD" clId="Web-{A6BC9644-7FB5-0075-1373-2C013E56CD16}"/>
    <pc:docChg chg="addSld modSld">
      <pc:chgData name="Guest User" userId="S::urn:spo:anon#041d050716007d72e933769838f51bced52d97ace154e39de1e0ee92a489812d::" providerId="AD" clId="Web-{A6BC9644-7FB5-0075-1373-2C013E56CD16}" dt="2023-12-28T13:22:13.933" v="163"/>
      <pc:docMkLst>
        <pc:docMk/>
      </pc:docMkLst>
      <pc:sldChg chg="modSp">
        <pc:chgData name="Guest User" userId="S::urn:spo:anon#041d050716007d72e933769838f51bced52d97ace154e39de1e0ee92a489812d::" providerId="AD" clId="Web-{A6BC9644-7FB5-0075-1373-2C013E56CD16}" dt="2023-12-28T13:04:25.833" v="11"/>
        <pc:sldMkLst>
          <pc:docMk/>
          <pc:sldMk cId="4069052342" sldId="258"/>
        </pc:sldMkLst>
        <pc:spChg chg="mod">
          <ac:chgData name="Guest User" userId="S::urn:spo:anon#041d050716007d72e933769838f51bced52d97ace154e39de1e0ee92a489812d::" providerId="AD" clId="Web-{A6BC9644-7FB5-0075-1373-2C013E56CD16}" dt="2023-12-28T13:04:25.802" v="10"/>
          <ac:spMkLst>
            <pc:docMk/>
            <pc:sldMk cId="4069052342" sldId="258"/>
            <ac:spMk id="23" creationId="{9EB8A4A0-26E8-41C7-BE65-3B55B361B40D}"/>
          </ac:spMkLst>
        </pc:spChg>
        <pc:spChg chg="mod">
          <ac:chgData name="Guest User" userId="S::urn:spo:anon#041d050716007d72e933769838f51bced52d97ace154e39de1e0ee92a489812d::" providerId="AD" clId="Web-{A6BC9644-7FB5-0075-1373-2C013E56CD16}" dt="2023-12-28T13:04:25.833" v="11"/>
          <ac:spMkLst>
            <pc:docMk/>
            <pc:sldMk cId="4069052342" sldId="258"/>
            <ac:spMk id="53" creationId="{00000000-0000-0000-0000-000000000000}"/>
          </ac:spMkLst>
        </pc:spChg>
      </pc:sldChg>
      <pc:sldChg chg="modSp">
        <pc:chgData name="Guest User" userId="S::urn:spo:anon#041d050716007d72e933769838f51bced52d97ace154e39de1e0ee92a489812d::" providerId="AD" clId="Web-{A6BC9644-7FB5-0075-1373-2C013E56CD16}" dt="2023-12-28T13:19:45.365" v="143" actId="1076"/>
        <pc:sldMkLst>
          <pc:docMk/>
          <pc:sldMk cId="4254978408" sldId="287"/>
        </pc:sldMkLst>
        <pc:spChg chg="mod">
          <ac:chgData name="Guest User" userId="S::urn:spo:anon#041d050716007d72e933769838f51bced52d97ace154e39de1e0ee92a489812d::" providerId="AD" clId="Web-{A6BC9644-7FB5-0075-1373-2C013E56CD16}" dt="2023-12-28T13:19:45.365" v="143" actId="1076"/>
          <ac:spMkLst>
            <pc:docMk/>
            <pc:sldMk cId="4254978408" sldId="287"/>
            <ac:spMk id="4" creationId="{01FA19A5-9588-483E-843E-C76873B71790}"/>
          </ac:spMkLst>
        </pc:spChg>
        <pc:spChg chg="mod">
          <ac:chgData name="Guest User" userId="S::urn:spo:anon#041d050716007d72e933769838f51bced52d97ace154e39de1e0ee92a489812d::" providerId="AD" clId="Web-{A6BC9644-7FB5-0075-1373-2C013E56CD16}" dt="2023-12-28T13:19:31.537" v="142" actId="14100"/>
          <ac:spMkLst>
            <pc:docMk/>
            <pc:sldMk cId="4254978408" sldId="287"/>
            <ac:spMk id="18" creationId="{00000000-0000-0000-0000-000000000000}"/>
          </ac:spMkLst>
        </pc:spChg>
        <pc:picChg chg="mod">
          <ac:chgData name="Guest User" userId="S::urn:spo:anon#041d050716007d72e933769838f51bced52d97ace154e39de1e0ee92a489812d::" providerId="AD" clId="Web-{A6BC9644-7FB5-0075-1373-2C013E56CD16}" dt="2023-12-28T13:19:31.506" v="141" actId="14100"/>
          <ac:picMkLst>
            <pc:docMk/>
            <pc:sldMk cId="4254978408" sldId="287"/>
            <ac:picMk id="17" creationId="{00000000-0000-0000-0000-000000000000}"/>
          </ac:picMkLst>
        </pc:picChg>
      </pc:sldChg>
      <pc:sldChg chg="modSp">
        <pc:chgData name="Guest User" userId="S::urn:spo:anon#041d050716007d72e933769838f51bced52d97ace154e39de1e0ee92a489812d::" providerId="AD" clId="Web-{A6BC9644-7FB5-0075-1373-2C013E56CD16}" dt="2023-12-28T13:06:20.665" v="27"/>
        <pc:sldMkLst>
          <pc:docMk/>
          <pc:sldMk cId="680355262" sldId="288"/>
        </pc:sldMkLst>
        <pc:spChg chg="mod">
          <ac:chgData name="Guest User" userId="S::urn:spo:anon#041d050716007d72e933769838f51bced52d97ace154e39de1e0ee92a489812d::" providerId="AD" clId="Web-{A6BC9644-7FB5-0075-1373-2C013E56CD16}" dt="2023-12-28T13:06:20.650" v="26"/>
          <ac:spMkLst>
            <pc:docMk/>
            <pc:sldMk cId="680355262" sldId="288"/>
            <ac:spMk id="2" creationId="{00000000-0000-0000-0000-000000000000}"/>
          </ac:spMkLst>
        </pc:spChg>
        <pc:spChg chg="mod">
          <ac:chgData name="Guest User" userId="S::urn:spo:anon#041d050716007d72e933769838f51bced52d97ace154e39de1e0ee92a489812d::" providerId="AD" clId="Web-{A6BC9644-7FB5-0075-1373-2C013E56CD16}" dt="2023-12-28T13:06:20.634" v="25"/>
          <ac:spMkLst>
            <pc:docMk/>
            <pc:sldMk cId="680355262" sldId="288"/>
            <ac:spMk id="4" creationId="{39DC903D-9003-4F3D-87E9-EE7D5BEB5D03}"/>
          </ac:spMkLst>
        </pc:spChg>
        <pc:spChg chg="mod">
          <ac:chgData name="Guest User" userId="S::urn:spo:anon#041d050716007d72e933769838f51bced52d97ace154e39de1e0ee92a489812d::" providerId="AD" clId="Web-{A6BC9644-7FB5-0075-1373-2C013E56CD16}" dt="2023-12-28T13:06:20.665" v="27"/>
          <ac:spMkLst>
            <pc:docMk/>
            <pc:sldMk cId="680355262" sldId="288"/>
            <ac:spMk id="7" creationId="{39DC903D-9003-4F3D-87E9-EE7D5BEB5D03}"/>
          </ac:spMkLst>
        </pc:spChg>
      </pc:sldChg>
      <pc:sldChg chg="modSp">
        <pc:chgData name="Guest User" userId="S::urn:spo:anon#041d050716007d72e933769838f51bced52d97ace154e39de1e0ee92a489812d::" providerId="AD" clId="Web-{A6BC9644-7FB5-0075-1373-2C013E56CD16}" dt="2023-12-28T13:07:16.152" v="36" actId="20577"/>
        <pc:sldMkLst>
          <pc:docMk/>
          <pc:sldMk cId="3385424300" sldId="290"/>
        </pc:sldMkLst>
        <pc:spChg chg="mod">
          <ac:chgData name="Guest User" userId="S::urn:spo:anon#041d050716007d72e933769838f51bced52d97ace154e39de1e0ee92a489812d::" providerId="AD" clId="Web-{A6BC9644-7FB5-0075-1373-2C013E56CD16}" dt="2023-12-28T13:07:16.152" v="36" actId="20577"/>
          <ac:spMkLst>
            <pc:docMk/>
            <pc:sldMk cId="3385424300" sldId="290"/>
            <ac:spMk id="6" creationId="{0F2E30D4-6F86-49D1-9276-85CE0E9B3E3E}"/>
          </ac:spMkLst>
        </pc:spChg>
        <pc:spChg chg="mod">
          <ac:chgData name="Guest User" userId="S::urn:spo:anon#041d050716007d72e933769838f51bced52d97ace154e39de1e0ee92a489812d::" providerId="AD" clId="Web-{A6BC9644-7FB5-0075-1373-2C013E56CD16}" dt="2023-12-28T13:06:36.838" v="29"/>
          <ac:spMkLst>
            <pc:docMk/>
            <pc:sldMk cId="3385424300" sldId="290"/>
            <ac:spMk id="13" creationId="{00000000-0000-0000-0000-000000000000}"/>
          </ac:spMkLst>
        </pc:spChg>
      </pc:sldChg>
      <pc:sldChg chg="modSp">
        <pc:chgData name="Guest User" userId="S::urn:spo:anon#041d050716007d72e933769838f51bced52d97ace154e39de1e0ee92a489812d::" providerId="AD" clId="Web-{A6BC9644-7FB5-0075-1373-2C013E56CD16}" dt="2023-12-28T13:21:10.478" v="153" actId="1076"/>
        <pc:sldMkLst>
          <pc:docMk/>
          <pc:sldMk cId="1300146341" sldId="299"/>
        </pc:sldMkLst>
        <pc:spChg chg="mod">
          <ac:chgData name="Guest User" userId="S::urn:spo:anon#041d050716007d72e933769838f51bced52d97ace154e39de1e0ee92a489812d::" providerId="AD" clId="Web-{A6BC9644-7FB5-0075-1373-2C013E56CD16}" dt="2023-12-28T13:21:10.478" v="153" actId="1076"/>
          <ac:spMkLst>
            <pc:docMk/>
            <pc:sldMk cId="1300146341" sldId="299"/>
            <ac:spMk id="4" creationId="{18B84F3E-0BAB-4FEE-A20F-074E440ADCC6}"/>
          </ac:spMkLst>
        </pc:spChg>
        <pc:spChg chg="mod">
          <ac:chgData name="Guest User" userId="S::urn:spo:anon#041d050716007d72e933769838f51bced52d97ace154e39de1e0ee92a489812d::" providerId="AD" clId="Web-{A6BC9644-7FB5-0075-1373-2C013E56CD16}" dt="2023-12-28T13:21:05.821" v="152" actId="14100"/>
          <ac:spMkLst>
            <pc:docMk/>
            <pc:sldMk cId="1300146341" sldId="299"/>
            <ac:spMk id="17" creationId="{00000000-0000-0000-0000-000000000000}"/>
          </ac:spMkLst>
        </pc:spChg>
      </pc:sldChg>
      <pc:sldChg chg="modSp">
        <pc:chgData name="Guest User" userId="S::urn:spo:anon#041d050716007d72e933769838f51bced52d97ace154e39de1e0ee92a489812d::" providerId="AD" clId="Web-{A6BC9644-7FB5-0075-1373-2C013E56CD16}" dt="2023-12-28T13:03:45.738" v="9" actId="20577"/>
        <pc:sldMkLst>
          <pc:docMk/>
          <pc:sldMk cId="1388607984" sldId="300"/>
        </pc:sldMkLst>
        <pc:spChg chg="mod">
          <ac:chgData name="Guest User" userId="S::urn:spo:anon#041d050716007d72e933769838f51bced52d97ace154e39de1e0ee92a489812d::" providerId="AD" clId="Web-{A6BC9644-7FB5-0075-1373-2C013E56CD16}" dt="2023-12-28T13:03:45.738" v="9" actId="20577"/>
          <ac:spMkLst>
            <pc:docMk/>
            <pc:sldMk cId="1388607984" sldId="300"/>
            <ac:spMk id="4" creationId="{D530E72E-233E-E443-1A84-D3CD02ECB889}"/>
          </ac:spMkLst>
        </pc:spChg>
        <pc:spChg chg="mod">
          <ac:chgData name="Guest User" userId="S::urn:spo:anon#041d050716007d72e933769838f51bced52d97ace154e39de1e0ee92a489812d::" providerId="AD" clId="Web-{A6BC9644-7FB5-0075-1373-2C013E56CD16}" dt="2023-12-28T13:03:14.049" v="2"/>
          <ac:spMkLst>
            <pc:docMk/>
            <pc:sldMk cId="1388607984" sldId="300"/>
            <ac:spMk id="5" creationId="{D7C61438-200D-827A-D4DD-5B5127AFA187}"/>
          </ac:spMkLst>
        </pc:spChg>
        <pc:spChg chg="mod">
          <ac:chgData name="Guest User" userId="S::urn:spo:anon#041d050716007d72e933769838f51bced52d97ace154e39de1e0ee92a489812d::" providerId="AD" clId="Web-{A6BC9644-7FB5-0075-1373-2C013E56CD16}" dt="2023-12-28T13:03:25.331" v="7" actId="20577"/>
          <ac:spMkLst>
            <pc:docMk/>
            <pc:sldMk cId="1388607984" sldId="300"/>
            <ac:spMk id="7" creationId="{7F3AABB0-F8BA-C900-B6BF-45F4B58E9490}"/>
          </ac:spMkLst>
        </pc:spChg>
        <pc:spChg chg="mod">
          <ac:chgData name="Guest User" userId="S::urn:spo:anon#041d050716007d72e933769838f51bced52d97ace154e39de1e0ee92a489812d::" providerId="AD" clId="Web-{A6BC9644-7FB5-0075-1373-2C013E56CD16}" dt="2023-12-28T13:03:14.096" v="4"/>
          <ac:spMkLst>
            <pc:docMk/>
            <pc:sldMk cId="1388607984" sldId="300"/>
            <ac:spMk id="9" creationId="{2B5EAD4E-C007-9DE7-A40A-12802D3C9611}"/>
          </ac:spMkLst>
        </pc:spChg>
        <pc:spChg chg="mod">
          <ac:chgData name="Guest User" userId="S::urn:spo:anon#041d050716007d72e933769838f51bced52d97ace154e39de1e0ee92a489812d::" providerId="AD" clId="Web-{A6BC9644-7FB5-0075-1373-2C013E56CD16}" dt="2023-12-28T13:03:34.409" v="8" actId="20577"/>
          <ac:spMkLst>
            <pc:docMk/>
            <pc:sldMk cId="1388607984" sldId="300"/>
            <ac:spMk id="29" creationId="{6652A33D-9A9E-3EAC-0CAE-113901ECA179}"/>
          </ac:spMkLst>
        </pc:spChg>
        <pc:spChg chg="mod">
          <ac:chgData name="Guest User" userId="S::urn:spo:anon#041d050716007d72e933769838f51bced52d97ace154e39de1e0ee92a489812d::" providerId="AD" clId="Web-{A6BC9644-7FB5-0075-1373-2C013E56CD16}" dt="2023-12-28T13:03:14.143" v="6"/>
          <ac:spMkLst>
            <pc:docMk/>
            <pc:sldMk cId="1388607984" sldId="300"/>
            <ac:spMk id="37" creationId="{B0BB8E68-8B73-12DE-615E-1091F19A9A9A}"/>
          </ac:spMkLst>
        </pc:spChg>
      </pc:sldChg>
      <pc:sldChg chg="modSp">
        <pc:chgData name="Guest User" userId="S::urn:spo:anon#041d050716007d72e933769838f51bced52d97ace154e39de1e0ee92a489812d::" providerId="AD" clId="Web-{A6BC9644-7FB5-0075-1373-2C013E56CD16}" dt="2023-12-28T13:21:29.979" v="158"/>
        <pc:sldMkLst>
          <pc:docMk/>
          <pc:sldMk cId="4192766172" sldId="301"/>
        </pc:sldMkLst>
        <pc:spChg chg="mod">
          <ac:chgData name="Guest User" userId="S::urn:spo:anon#041d050716007d72e933769838f51bced52d97ace154e39de1e0ee92a489812d::" providerId="AD" clId="Web-{A6BC9644-7FB5-0075-1373-2C013E56CD16}" dt="2023-12-28T13:21:29.900" v="154"/>
          <ac:spMkLst>
            <pc:docMk/>
            <pc:sldMk cId="4192766172" sldId="301"/>
            <ac:spMk id="4" creationId="{ED7FD29D-BBDE-078E-D487-E57247CDB50D}"/>
          </ac:spMkLst>
        </pc:spChg>
        <pc:spChg chg="mod">
          <ac:chgData name="Guest User" userId="S::urn:spo:anon#041d050716007d72e933769838f51bced52d97ace154e39de1e0ee92a489812d::" providerId="AD" clId="Web-{A6BC9644-7FB5-0075-1373-2C013E56CD16}" dt="2023-12-28T13:21:29.916" v="155"/>
          <ac:spMkLst>
            <pc:docMk/>
            <pc:sldMk cId="4192766172" sldId="301"/>
            <ac:spMk id="7" creationId="{AE3D0AA7-0A5F-7BD6-7BC7-1D38F326B8B4}"/>
          </ac:spMkLst>
        </pc:spChg>
        <pc:spChg chg="mod">
          <ac:chgData name="Guest User" userId="S::urn:spo:anon#041d050716007d72e933769838f51bced52d97ace154e39de1e0ee92a489812d::" providerId="AD" clId="Web-{A6BC9644-7FB5-0075-1373-2C013E56CD16}" dt="2023-12-28T13:21:29.947" v="156"/>
          <ac:spMkLst>
            <pc:docMk/>
            <pc:sldMk cId="4192766172" sldId="301"/>
            <ac:spMk id="11" creationId="{5D8B791C-9B35-CF16-C192-D202E0DB9A60}"/>
          </ac:spMkLst>
        </pc:spChg>
        <pc:spChg chg="mod">
          <ac:chgData name="Guest User" userId="S::urn:spo:anon#041d050716007d72e933769838f51bced52d97ace154e39de1e0ee92a489812d::" providerId="AD" clId="Web-{A6BC9644-7FB5-0075-1373-2C013E56CD16}" dt="2023-12-28T13:21:29.963" v="157"/>
          <ac:spMkLst>
            <pc:docMk/>
            <pc:sldMk cId="4192766172" sldId="301"/>
            <ac:spMk id="13" creationId="{BB41B87C-BE5F-4BF2-531D-57DC21D1A451}"/>
          </ac:spMkLst>
        </pc:spChg>
        <pc:spChg chg="mod">
          <ac:chgData name="Guest User" userId="S::urn:spo:anon#041d050716007d72e933769838f51bced52d97ace154e39de1e0ee92a489812d::" providerId="AD" clId="Web-{A6BC9644-7FB5-0075-1373-2C013E56CD16}" dt="2023-12-28T13:21:29.979" v="158"/>
          <ac:spMkLst>
            <pc:docMk/>
            <pc:sldMk cId="4192766172" sldId="301"/>
            <ac:spMk id="14" creationId="{7E00138C-2256-5D01-E821-A57ADA3BBCB0}"/>
          </ac:spMkLst>
        </pc:spChg>
      </pc:sldChg>
      <pc:sldChg chg="modSp">
        <pc:chgData name="Guest User" userId="S::urn:spo:anon#041d050716007d72e933769838f51bced52d97ace154e39de1e0ee92a489812d::" providerId="AD" clId="Web-{A6BC9644-7FB5-0075-1373-2C013E56CD16}" dt="2023-12-28T13:21:45.323" v="160"/>
        <pc:sldMkLst>
          <pc:docMk/>
          <pc:sldMk cId="2602073769" sldId="302"/>
        </pc:sldMkLst>
        <pc:spChg chg="mod">
          <ac:chgData name="Guest User" userId="S::urn:spo:anon#041d050716007d72e933769838f51bced52d97ace154e39de1e0ee92a489812d::" providerId="AD" clId="Web-{A6BC9644-7FB5-0075-1373-2C013E56CD16}" dt="2023-12-28T13:21:45.323" v="159"/>
          <ac:spMkLst>
            <pc:docMk/>
            <pc:sldMk cId="2602073769" sldId="302"/>
            <ac:spMk id="4" creationId="{045E056E-10BD-0B9E-4ACE-A3F54C31FD9F}"/>
          </ac:spMkLst>
        </pc:spChg>
        <pc:spChg chg="mod">
          <ac:chgData name="Guest User" userId="S::urn:spo:anon#041d050716007d72e933769838f51bced52d97ace154e39de1e0ee92a489812d::" providerId="AD" clId="Web-{A6BC9644-7FB5-0075-1373-2C013E56CD16}" dt="2023-12-28T13:21:45.323" v="160"/>
          <ac:spMkLst>
            <pc:docMk/>
            <pc:sldMk cId="2602073769" sldId="302"/>
            <ac:spMk id="9" creationId="{00000000-0000-0000-0000-000000000000}"/>
          </ac:spMkLst>
        </pc:spChg>
      </pc:sldChg>
      <pc:sldChg chg="modSp">
        <pc:chgData name="Guest User" userId="S::urn:spo:anon#041d050716007d72e933769838f51bced52d97ace154e39de1e0ee92a489812d::" providerId="AD" clId="Web-{A6BC9644-7FB5-0075-1373-2C013E56CD16}" dt="2023-12-28T13:21:59.058" v="162"/>
        <pc:sldMkLst>
          <pc:docMk/>
          <pc:sldMk cId="2602073769" sldId="303"/>
        </pc:sldMkLst>
        <pc:spChg chg="mod">
          <ac:chgData name="Guest User" userId="S::urn:spo:anon#041d050716007d72e933769838f51bced52d97ace154e39de1e0ee92a489812d::" providerId="AD" clId="Web-{A6BC9644-7FB5-0075-1373-2C013E56CD16}" dt="2023-12-28T13:21:59.026" v="161"/>
          <ac:spMkLst>
            <pc:docMk/>
            <pc:sldMk cId="2602073769" sldId="303"/>
            <ac:spMk id="4" creationId="{045E056E-10BD-0B9E-4ACE-A3F54C31FD9F}"/>
          </ac:spMkLst>
        </pc:spChg>
        <pc:spChg chg="mod">
          <ac:chgData name="Guest User" userId="S::urn:spo:anon#041d050716007d72e933769838f51bced52d97ace154e39de1e0ee92a489812d::" providerId="AD" clId="Web-{A6BC9644-7FB5-0075-1373-2C013E56CD16}" dt="2023-12-28T13:21:59.058" v="162"/>
          <ac:spMkLst>
            <pc:docMk/>
            <pc:sldMk cId="2602073769" sldId="303"/>
            <ac:spMk id="9" creationId="{00000000-0000-0000-0000-000000000000}"/>
          </ac:spMkLst>
        </pc:spChg>
      </pc:sldChg>
      <pc:sldChg chg="modSp">
        <pc:chgData name="Guest User" userId="S::urn:spo:anon#041d050716007d72e933769838f51bced52d97ace154e39de1e0ee92a489812d::" providerId="AD" clId="Web-{A6BC9644-7FB5-0075-1373-2C013E56CD16}" dt="2023-12-28T13:22:13.933" v="163"/>
        <pc:sldMkLst>
          <pc:docMk/>
          <pc:sldMk cId="0" sldId="304"/>
        </pc:sldMkLst>
        <pc:spChg chg="mod">
          <ac:chgData name="Guest User" userId="S::urn:spo:anon#041d050716007d72e933769838f51bced52d97ace154e39de1e0ee92a489812d::" providerId="AD" clId="Web-{A6BC9644-7FB5-0075-1373-2C013E56CD16}" dt="2023-12-28T13:22:13.933" v="163"/>
          <ac:spMkLst>
            <pc:docMk/>
            <pc:sldMk cId="0" sldId="304"/>
            <ac:spMk id="4" creationId="{E792BE84-3448-2348-B352-CD5BC083E5FD}"/>
          </ac:spMkLst>
        </pc:spChg>
      </pc:sldChg>
      <pc:sldChg chg="modSp">
        <pc:chgData name="Guest User" userId="S::urn:spo:anon#041d050716007d72e933769838f51bced52d97ace154e39de1e0ee92a489812d::" providerId="AD" clId="Web-{A6BC9644-7FB5-0075-1373-2C013E56CD16}" dt="2023-12-28T13:08:44.358" v="53" actId="20577"/>
        <pc:sldMkLst>
          <pc:docMk/>
          <pc:sldMk cId="3385424300" sldId="305"/>
        </pc:sldMkLst>
        <pc:spChg chg="mod">
          <ac:chgData name="Guest User" userId="S::urn:spo:anon#041d050716007d72e933769838f51bced52d97ace154e39de1e0ee92a489812d::" providerId="AD" clId="Web-{A6BC9644-7FB5-0075-1373-2C013E56CD16}" dt="2023-12-28T13:08:44.358" v="53" actId="20577"/>
          <ac:spMkLst>
            <pc:docMk/>
            <pc:sldMk cId="3385424300" sldId="305"/>
            <ac:spMk id="2" creationId="{00000000-0000-0000-0000-000000000000}"/>
          </ac:spMkLst>
        </pc:spChg>
        <pc:spChg chg="mod">
          <ac:chgData name="Guest User" userId="S::urn:spo:anon#041d050716007d72e933769838f51bced52d97ace154e39de1e0ee92a489812d::" providerId="AD" clId="Web-{A6BC9644-7FB5-0075-1373-2C013E56CD16}" dt="2023-12-28T13:07:30.683" v="39"/>
          <ac:spMkLst>
            <pc:docMk/>
            <pc:sldMk cId="3385424300" sldId="305"/>
            <ac:spMk id="3" creationId="{D894DDE0-3FF1-5533-97E5-6DA0EB6EEA30}"/>
          </ac:spMkLst>
        </pc:spChg>
        <pc:spChg chg="mod">
          <ac:chgData name="Guest User" userId="S::urn:spo:anon#041d050716007d72e933769838f51bced52d97ace154e39de1e0ee92a489812d::" providerId="AD" clId="Web-{A6BC9644-7FB5-0075-1373-2C013E56CD16}" dt="2023-12-28T13:08:16.451" v="51" actId="14100"/>
          <ac:spMkLst>
            <pc:docMk/>
            <pc:sldMk cId="3385424300" sldId="305"/>
            <ac:spMk id="6" creationId="{0F2E30D4-6F86-49D1-9276-85CE0E9B3E3E}"/>
          </ac:spMkLst>
        </pc:spChg>
      </pc:sldChg>
      <pc:sldChg chg="modSp">
        <pc:chgData name="Guest User" userId="S::urn:spo:anon#041d050716007d72e933769838f51bced52d97ace154e39de1e0ee92a489812d::" providerId="AD" clId="Web-{A6BC9644-7FB5-0075-1373-2C013E56CD16}" dt="2023-12-28T13:09:15.281" v="57" actId="20577"/>
        <pc:sldMkLst>
          <pc:docMk/>
          <pc:sldMk cId="3142842744" sldId="306"/>
        </pc:sldMkLst>
        <pc:spChg chg="mod">
          <ac:chgData name="Guest User" userId="S::urn:spo:anon#041d050716007d72e933769838f51bced52d97ace154e39de1e0ee92a489812d::" providerId="AD" clId="Web-{A6BC9644-7FB5-0075-1373-2C013E56CD16}" dt="2023-12-28T13:09:15.281" v="57" actId="20577"/>
          <ac:spMkLst>
            <pc:docMk/>
            <pc:sldMk cId="3142842744" sldId="306"/>
            <ac:spMk id="2" creationId="{00000000-0000-0000-0000-000000000000}"/>
          </ac:spMkLst>
        </pc:spChg>
        <pc:spChg chg="mod">
          <ac:chgData name="Guest User" userId="S::urn:spo:anon#041d050716007d72e933769838f51bced52d97ace154e39de1e0ee92a489812d::" providerId="AD" clId="Web-{A6BC9644-7FB5-0075-1373-2C013E56CD16}" dt="2023-12-28T13:09:01.749" v="54"/>
          <ac:spMkLst>
            <pc:docMk/>
            <pc:sldMk cId="3142842744" sldId="306"/>
            <ac:spMk id="6" creationId="{0F2E30D4-6F86-49D1-9276-85CE0E9B3E3E}"/>
          </ac:spMkLst>
        </pc:spChg>
      </pc:sldChg>
      <pc:sldChg chg="modSp">
        <pc:chgData name="Guest User" userId="S::urn:spo:anon#041d050716007d72e933769838f51bced52d97ace154e39de1e0ee92a489812d::" providerId="AD" clId="Web-{A6BC9644-7FB5-0075-1373-2C013E56CD16}" dt="2023-12-28T13:12:13.287" v="73"/>
        <pc:sldMkLst>
          <pc:docMk/>
          <pc:sldMk cId="2148906171" sldId="307"/>
        </pc:sldMkLst>
        <pc:spChg chg="mod">
          <ac:chgData name="Guest User" userId="S::urn:spo:anon#041d050716007d72e933769838f51bced52d97ace154e39de1e0ee92a489812d::" providerId="AD" clId="Web-{A6BC9644-7FB5-0075-1373-2C013E56CD16}" dt="2023-12-28T13:12:13.287" v="73"/>
          <ac:spMkLst>
            <pc:docMk/>
            <pc:sldMk cId="2148906171" sldId="307"/>
            <ac:spMk id="2" creationId="{00000000-0000-0000-0000-000000000000}"/>
          </ac:spMkLst>
        </pc:spChg>
        <pc:spChg chg="mod">
          <ac:chgData name="Guest User" userId="S::urn:spo:anon#041d050716007d72e933769838f51bced52d97ace154e39de1e0ee92a489812d::" providerId="AD" clId="Web-{A6BC9644-7FB5-0075-1373-2C013E56CD16}" dt="2023-12-28T13:12:13.287" v="72"/>
          <ac:spMkLst>
            <pc:docMk/>
            <pc:sldMk cId="2148906171" sldId="307"/>
            <ac:spMk id="6" creationId="{0F2E30D4-6F86-49D1-9276-85CE0E9B3E3E}"/>
          </ac:spMkLst>
        </pc:spChg>
      </pc:sldChg>
      <pc:sldChg chg="modSp">
        <pc:chgData name="Guest User" userId="S::urn:spo:anon#041d050716007d72e933769838f51bced52d97ace154e39de1e0ee92a489812d::" providerId="AD" clId="Web-{A6BC9644-7FB5-0075-1373-2C013E56CD16}" dt="2023-12-28T13:12:54.882" v="77" actId="20577"/>
        <pc:sldMkLst>
          <pc:docMk/>
          <pc:sldMk cId="3892933827" sldId="309"/>
        </pc:sldMkLst>
        <pc:spChg chg="mod">
          <ac:chgData name="Guest User" userId="S::urn:spo:anon#041d050716007d72e933769838f51bced52d97ace154e39de1e0ee92a489812d::" providerId="AD" clId="Web-{A6BC9644-7FB5-0075-1373-2C013E56CD16}" dt="2023-12-28T13:12:54.882" v="77" actId="20577"/>
          <ac:spMkLst>
            <pc:docMk/>
            <pc:sldMk cId="3892933827" sldId="309"/>
            <ac:spMk id="2" creationId="{00000000-0000-0000-0000-000000000000}"/>
          </ac:spMkLst>
        </pc:spChg>
        <pc:spChg chg="mod">
          <ac:chgData name="Guest User" userId="S::urn:spo:anon#041d050716007d72e933769838f51bced52d97ace154e39de1e0ee92a489812d::" providerId="AD" clId="Web-{A6BC9644-7FB5-0075-1373-2C013E56CD16}" dt="2023-12-28T13:12:35.100" v="74"/>
          <ac:spMkLst>
            <pc:docMk/>
            <pc:sldMk cId="3892933827" sldId="309"/>
            <ac:spMk id="6" creationId="{0F2E30D4-6F86-49D1-9276-85CE0E9B3E3E}"/>
          </ac:spMkLst>
        </pc:spChg>
      </pc:sldChg>
      <pc:sldChg chg="modSp">
        <pc:chgData name="Guest User" userId="S::urn:spo:anon#041d050716007d72e933769838f51bced52d97ace154e39de1e0ee92a489812d::" providerId="AD" clId="Web-{A6BC9644-7FB5-0075-1373-2C013E56CD16}" dt="2023-12-28T13:11:51.146" v="71" actId="20577"/>
        <pc:sldMkLst>
          <pc:docMk/>
          <pc:sldMk cId="1021365630" sldId="311"/>
        </pc:sldMkLst>
        <pc:spChg chg="mod">
          <ac:chgData name="Guest User" userId="S::urn:spo:anon#041d050716007d72e933769838f51bced52d97ace154e39de1e0ee92a489812d::" providerId="AD" clId="Web-{A6BC9644-7FB5-0075-1373-2C013E56CD16}" dt="2023-12-28T13:11:51.146" v="71" actId="20577"/>
          <ac:spMkLst>
            <pc:docMk/>
            <pc:sldMk cId="1021365630" sldId="311"/>
            <ac:spMk id="2" creationId="{2704523A-7E4C-DE5A-212E-C427D140B3DD}"/>
          </ac:spMkLst>
        </pc:spChg>
        <pc:spChg chg="mod">
          <ac:chgData name="Guest User" userId="S::urn:spo:anon#041d050716007d72e933769838f51bced52d97ace154e39de1e0ee92a489812d::" providerId="AD" clId="Web-{A6BC9644-7FB5-0075-1373-2C013E56CD16}" dt="2023-12-28T13:09:32.422" v="58"/>
          <ac:spMkLst>
            <pc:docMk/>
            <pc:sldMk cId="1021365630" sldId="311"/>
            <ac:spMk id="6" creationId="{0F2E30D4-6F86-49D1-9276-85CE0E9B3E3E}"/>
          </ac:spMkLst>
        </pc:spChg>
        <pc:picChg chg="mod">
          <ac:chgData name="Guest User" userId="S::urn:spo:anon#041d050716007d72e933769838f51bced52d97ace154e39de1e0ee92a489812d::" providerId="AD" clId="Web-{A6BC9644-7FB5-0075-1373-2C013E56CD16}" dt="2023-12-28T13:10:42.862" v="66" actId="14100"/>
          <ac:picMkLst>
            <pc:docMk/>
            <pc:sldMk cId="1021365630" sldId="311"/>
            <ac:picMk id="3" creationId="{C67BC0BE-AA04-650E-5936-188F5FB5C9CA}"/>
          </ac:picMkLst>
        </pc:picChg>
      </pc:sldChg>
      <pc:sldChg chg="modSp">
        <pc:chgData name="Guest User" userId="S::urn:spo:anon#041d050716007d72e933769838f51bced52d97ace154e39de1e0ee92a489812d::" providerId="AD" clId="Web-{A6BC9644-7FB5-0075-1373-2C013E56CD16}" dt="2023-12-28T13:13:17.649" v="82" actId="1076"/>
        <pc:sldMkLst>
          <pc:docMk/>
          <pc:sldMk cId="6245963" sldId="312"/>
        </pc:sldMkLst>
        <pc:spChg chg="mod">
          <ac:chgData name="Guest User" userId="S::urn:spo:anon#041d050716007d72e933769838f51bced52d97ace154e39de1e0ee92a489812d::" providerId="AD" clId="Web-{A6BC9644-7FB5-0075-1373-2C013E56CD16}" dt="2023-12-28T13:13:15.399" v="81" actId="20577"/>
          <ac:spMkLst>
            <pc:docMk/>
            <pc:sldMk cId="6245963" sldId="312"/>
            <ac:spMk id="2" creationId="{F2FAAA40-F4B9-787C-5D02-C1232CC4C1B6}"/>
          </ac:spMkLst>
        </pc:spChg>
        <pc:spChg chg="mod">
          <ac:chgData name="Guest User" userId="S::urn:spo:anon#041d050716007d72e933769838f51bced52d97ace154e39de1e0ee92a489812d::" providerId="AD" clId="Web-{A6BC9644-7FB5-0075-1373-2C013E56CD16}" dt="2023-12-28T13:13:03.273" v="78"/>
          <ac:spMkLst>
            <pc:docMk/>
            <pc:sldMk cId="6245963" sldId="312"/>
            <ac:spMk id="6" creationId="{0F2E30D4-6F86-49D1-9276-85CE0E9B3E3E}"/>
          </ac:spMkLst>
        </pc:spChg>
        <pc:picChg chg="mod">
          <ac:chgData name="Guest User" userId="S::urn:spo:anon#041d050716007d72e933769838f51bced52d97ace154e39de1e0ee92a489812d::" providerId="AD" clId="Web-{A6BC9644-7FB5-0075-1373-2C013E56CD16}" dt="2023-12-28T13:13:17.649" v="82" actId="1076"/>
          <ac:picMkLst>
            <pc:docMk/>
            <pc:sldMk cId="6245963" sldId="312"/>
            <ac:picMk id="7170" creationId="{3BCA892C-ECC8-BA42-FA4F-33A816ED8679}"/>
          </ac:picMkLst>
        </pc:picChg>
      </pc:sldChg>
      <pc:sldChg chg="addSp delSp modSp mod setBg modClrScheme chgLayout">
        <pc:chgData name="Guest User" userId="S::urn:spo:anon#041d050716007d72e933769838f51bced52d97ace154e39de1e0ee92a489812d::" providerId="AD" clId="Web-{A6BC9644-7FB5-0075-1373-2C013E56CD16}" dt="2023-12-28T13:15:17.590" v="97"/>
        <pc:sldMkLst>
          <pc:docMk/>
          <pc:sldMk cId="559767460" sldId="313"/>
        </pc:sldMkLst>
        <pc:spChg chg="add del mod ord replId">
          <ac:chgData name="Guest User" userId="S::urn:spo:anon#041d050716007d72e933769838f51bced52d97ace154e39de1e0ee92a489812d::" providerId="AD" clId="Web-{A6BC9644-7FB5-0075-1373-2C013E56CD16}" dt="2023-12-28T13:15:17.590" v="97"/>
          <ac:spMkLst>
            <pc:docMk/>
            <pc:sldMk cId="559767460" sldId="313"/>
            <ac:spMk id="2" creationId="{00000000-0000-0000-0000-000000000000}"/>
          </ac:spMkLst>
        </pc:spChg>
        <pc:spChg chg="mod">
          <ac:chgData name="Guest User" userId="S::urn:spo:anon#041d050716007d72e933769838f51bced52d97ace154e39de1e0ee92a489812d::" providerId="AD" clId="Web-{A6BC9644-7FB5-0075-1373-2C013E56CD16}" dt="2023-12-28T13:13:35.102" v="89"/>
          <ac:spMkLst>
            <pc:docMk/>
            <pc:sldMk cId="559767460" sldId="313"/>
            <ac:spMk id="3" creationId="{00000000-0000-0000-0000-000000000000}"/>
          </ac:spMkLst>
        </pc:spChg>
        <pc:spChg chg="add del mod ord">
          <ac:chgData name="Guest User" userId="S::urn:spo:anon#041d050716007d72e933769838f51bced52d97ace154e39de1e0ee92a489812d::" providerId="AD" clId="Web-{A6BC9644-7FB5-0075-1373-2C013E56CD16}" dt="2023-12-28T13:15:17.590" v="97"/>
          <ac:spMkLst>
            <pc:docMk/>
            <pc:sldMk cId="559767460" sldId="313"/>
            <ac:spMk id="4" creationId="{E701FAC1-B9BD-8A88-87CB-8C7732E2BF21}"/>
          </ac:spMkLst>
        </pc:spChg>
        <pc:spChg chg="mod">
          <ac:chgData name="Guest User" userId="S::urn:spo:anon#041d050716007d72e933769838f51bced52d97ace154e39de1e0ee92a489812d::" providerId="AD" clId="Web-{A6BC9644-7FB5-0075-1373-2C013E56CD16}" dt="2023-12-28T13:15:16.028" v="95"/>
          <ac:spMkLst>
            <pc:docMk/>
            <pc:sldMk cId="559767460" sldId="313"/>
            <ac:spMk id="17" creationId="{9C3FE262-A2C3-3AC0-C035-5271244BF434}"/>
          </ac:spMkLst>
        </pc:spChg>
        <pc:picChg chg="mod ord">
          <ac:chgData name="Guest User" userId="S::urn:spo:anon#041d050716007d72e933769838f51bced52d97ace154e39de1e0ee92a489812d::" providerId="AD" clId="Web-{A6BC9644-7FB5-0075-1373-2C013E56CD16}" dt="2023-12-28T13:15:16.028" v="95"/>
          <ac:picMkLst>
            <pc:docMk/>
            <pc:sldMk cId="559767460" sldId="313"/>
            <ac:picMk id="12" creationId="{00000000-0000-0000-0000-000000000000}"/>
          </ac:picMkLst>
        </pc:picChg>
        <pc:picChg chg="mod">
          <ac:chgData name="Guest User" userId="S::urn:spo:anon#041d050716007d72e933769838f51bced52d97ace154e39de1e0ee92a489812d::" providerId="AD" clId="Web-{A6BC9644-7FB5-0075-1373-2C013E56CD16}" dt="2023-12-28T13:15:16.028" v="95"/>
          <ac:picMkLst>
            <pc:docMk/>
            <pc:sldMk cId="559767460" sldId="313"/>
            <ac:picMk id="8194" creationId="{A256A291-6439-0C20-A7E4-E77258CA2CE1}"/>
          </ac:picMkLst>
        </pc:picChg>
        <pc:picChg chg="mod ord">
          <ac:chgData name="Guest User" userId="S::urn:spo:anon#041d050716007d72e933769838f51bced52d97ace154e39de1e0ee92a489812d::" providerId="AD" clId="Web-{A6BC9644-7FB5-0075-1373-2C013E56CD16}" dt="2023-12-28T13:15:17.590" v="97"/>
          <ac:picMkLst>
            <pc:docMk/>
            <pc:sldMk cId="559767460" sldId="313"/>
            <ac:picMk id="8200" creationId="{54EDC452-9075-EB5C-0A56-ED5AA67E0B68}"/>
          </ac:picMkLst>
        </pc:picChg>
        <pc:picChg chg="mod">
          <ac:chgData name="Guest User" userId="S::urn:spo:anon#041d050716007d72e933769838f51bced52d97ace154e39de1e0ee92a489812d::" providerId="AD" clId="Web-{A6BC9644-7FB5-0075-1373-2C013E56CD16}" dt="2023-12-28T13:15:16.028" v="95"/>
          <ac:picMkLst>
            <pc:docMk/>
            <pc:sldMk cId="559767460" sldId="313"/>
            <ac:picMk id="8204" creationId="{62AD3155-C840-0F67-F71F-AD56C9E33538}"/>
          </ac:picMkLst>
        </pc:picChg>
      </pc:sldChg>
      <pc:sldChg chg="modSp">
        <pc:chgData name="Guest User" userId="S::urn:spo:anon#041d050716007d72e933769838f51bced52d97ace154e39de1e0ee92a489812d::" providerId="AD" clId="Web-{A6BC9644-7FB5-0075-1373-2C013E56CD16}" dt="2023-12-28T13:04:47.678" v="14"/>
        <pc:sldMkLst>
          <pc:docMk/>
          <pc:sldMk cId="3260032056" sldId="315"/>
        </pc:sldMkLst>
        <pc:spChg chg="mod">
          <ac:chgData name="Guest User" userId="S::urn:spo:anon#041d050716007d72e933769838f51bced52d97ace154e39de1e0ee92a489812d::" providerId="AD" clId="Web-{A6BC9644-7FB5-0075-1373-2C013E56CD16}" dt="2023-12-28T13:04:47.646" v="12"/>
          <ac:spMkLst>
            <pc:docMk/>
            <pc:sldMk cId="3260032056" sldId="315"/>
            <ac:spMk id="3" creationId="{D61907CA-79A3-BB12-C201-EA0B3A78065E}"/>
          </ac:spMkLst>
        </pc:spChg>
        <pc:spChg chg="mod">
          <ac:chgData name="Guest User" userId="S::urn:spo:anon#041d050716007d72e933769838f51bced52d97ace154e39de1e0ee92a489812d::" providerId="AD" clId="Web-{A6BC9644-7FB5-0075-1373-2C013E56CD16}" dt="2023-12-28T13:04:47.662" v="13"/>
          <ac:spMkLst>
            <pc:docMk/>
            <pc:sldMk cId="3260032056" sldId="315"/>
            <ac:spMk id="4" creationId="{D408D36F-D194-9B80-37C0-D6315D91796A}"/>
          </ac:spMkLst>
        </pc:spChg>
        <pc:spChg chg="mod">
          <ac:chgData name="Guest User" userId="S::urn:spo:anon#041d050716007d72e933769838f51bced52d97ace154e39de1e0ee92a489812d::" providerId="AD" clId="Web-{A6BC9644-7FB5-0075-1373-2C013E56CD16}" dt="2023-12-28T13:04:47.678" v="14"/>
          <ac:spMkLst>
            <pc:docMk/>
            <pc:sldMk cId="3260032056" sldId="315"/>
            <ac:spMk id="9" creationId="{784AFD1C-7F26-6AAA-828E-8F902F148C95}"/>
          </ac:spMkLst>
        </pc:spChg>
      </pc:sldChg>
      <pc:sldChg chg="modSp">
        <pc:chgData name="Guest User" userId="S::urn:spo:anon#041d050716007d72e933769838f51bced52d97ace154e39de1e0ee92a489812d::" providerId="AD" clId="Web-{A6BC9644-7FB5-0075-1373-2C013E56CD16}" dt="2023-12-28T13:05:52.883" v="24" actId="20577"/>
        <pc:sldMkLst>
          <pc:docMk/>
          <pc:sldMk cId="2414417637" sldId="316"/>
        </pc:sldMkLst>
        <pc:spChg chg="mod">
          <ac:chgData name="Guest User" userId="S::urn:spo:anon#041d050716007d72e933769838f51bced52d97ace154e39de1e0ee92a489812d::" providerId="AD" clId="Web-{A6BC9644-7FB5-0075-1373-2C013E56CD16}" dt="2023-12-28T13:05:42.836" v="22" actId="20577"/>
          <ac:spMkLst>
            <pc:docMk/>
            <pc:sldMk cId="2414417637" sldId="316"/>
            <ac:spMk id="3" creationId="{D61907CA-79A3-BB12-C201-EA0B3A78065E}"/>
          </ac:spMkLst>
        </pc:spChg>
        <pc:spChg chg="mod">
          <ac:chgData name="Guest User" userId="S::urn:spo:anon#041d050716007d72e933769838f51bced52d97ace154e39de1e0ee92a489812d::" providerId="AD" clId="Web-{A6BC9644-7FB5-0075-1373-2C013E56CD16}" dt="2023-12-28T13:05:12.335" v="16"/>
          <ac:spMkLst>
            <pc:docMk/>
            <pc:sldMk cId="2414417637" sldId="316"/>
            <ac:spMk id="4" creationId="{D408D36F-D194-9B80-37C0-D6315D91796A}"/>
          </ac:spMkLst>
        </pc:spChg>
        <pc:spChg chg="mod">
          <ac:chgData name="Guest User" userId="S::urn:spo:anon#041d050716007d72e933769838f51bced52d97ace154e39de1e0ee92a489812d::" providerId="AD" clId="Web-{A6BC9644-7FB5-0075-1373-2C013E56CD16}" dt="2023-12-28T13:05:52.883" v="24" actId="20577"/>
          <ac:spMkLst>
            <pc:docMk/>
            <pc:sldMk cId="2414417637" sldId="316"/>
            <ac:spMk id="9" creationId="{784AFD1C-7F26-6AAA-828E-8F902F148C95}"/>
          </ac:spMkLst>
        </pc:spChg>
        <pc:spChg chg="mod">
          <ac:chgData name="Guest User" userId="S::urn:spo:anon#041d050716007d72e933769838f51bced52d97ace154e39de1e0ee92a489812d::" providerId="AD" clId="Web-{A6BC9644-7FB5-0075-1373-2C013E56CD16}" dt="2023-12-28T13:05:12.350" v="18"/>
          <ac:spMkLst>
            <pc:docMk/>
            <pc:sldMk cId="2414417637" sldId="316"/>
            <ac:spMk id="12" creationId="{420A1B9A-DE2D-A256-2F79-A6FCD68BC444}"/>
          </ac:spMkLst>
        </pc:spChg>
        <pc:spChg chg="mod">
          <ac:chgData name="Guest User" userId="S::urn:spo:anon#041d050716007d72e933769838f51bced52d97ace154e39de1e0ee92a489812d::" providerId="AD" clId="Web-{A6BC9644-7FB5-0075-1373-2C013E56CD16}" dt="2023-12-28T13:05:12.350" v="19"/>
          <ac:spMkLst>
            <pc:docMk/>
            <pc:sldMk cId="2414417637" sldId="316"/>
            <ac:spMk id="17" creationId="{7A122118-3BCA-F8AC-19CA-E4BB636B6CAC}"/>
          </ac:spMkLst>
        </pc:spChg>
        <pc:picChg chg="mod">
          <ac:chgData name="Guest User" userId="S::urn:spo:anon#041d050716007d72e933769838f51bced52d97ace154e39de1e0ee92a489812d::" providerId="AD" clId="Web-{A6BC9644-7FB5-0075-1373-2C013E56CD16}" dt="2023-12-28T13:05:28.304" v="20" actId="14100"/>
          <ac:picMkLst>
            <pc:docMk/>
            <pc:sldMk cId="2414417637" sldId="316"/>
            <ac:picMk id="6" creationId="{177EA3E7-E312-987C-D20E-701F95258E83}"/>
          </ac:picMkLst>
        </pc:picChg>
      </pc:sldChg>
      <pc:sldChg chg="addSp delSp modSp new">
        <pc:chgData name="Guest User" userId="S::urn:spo:anon#041d050716007d72e933769838f51bced52d97ace154e39de1e0ee92a489812d::" providerId="AD" clId="Web-{A6BC9644-7FB5-0075-1373-2C013E56CD16}" dt="2023-12-28T13:20:39.680" v="149" actId="1076"/>
        <pc:sldMkLst>
          <pc:docMk/>
          <pc:sldMk cId="3431534059" sldId="318"/>
        </pc:sldMkLst>
        <pc:spChg chg="del">
          <ac:chgData name="Guest User" userId="S::urn:spo:anon#041d050716007d72e933769838f51bced52d97ace154e39de1e0ee92a489812d::" providerId="AD" clId="Web-{A6BC9644-7FB5-0075-1373-2C013E56CD16}" dt="2023-12-28T13:16:27.734" v="102"/>
          <ac:spMkLst>
            <pc:docMk/>
            <pc:sldMk cId="3431534059" sldId="318"/>
            <ac:spMk id="2" creationId="{0AC2D39A-FE54-4FC1-3A32-64E4268A205C}"/>
          </ac:spMkLst>
        </pc:spChg>
        <pc:spChg chg="del">
          <ac:chgData name="Guest User" userId="S::urn:spo:anon#041d050716007d72e933769838f51bced52d97ace154e39de1e0ee92a489812d::" providerId="AD" clId="Web-{A6BC9644-7FB5-0075-1373-2C013E56CD16}" dt="2023-12-28T13:16:10.639" v="99"/>
          <ac:spMkLst>
            <pc:docMk/>
            <pc:sldMk cId="3431534059" sldId="318"/>
            <ac:spMk id="3" creationId="{88A21ED3-55C6-A286-88C3-41ABFFD2AE98}"/>
          </ac:spMkLst>
        </pc:spChg>
        <pc:spChg chg="add del mod">
          <ac:chgData name="Guest User" userId="S::urn:spo:anon#041d050716007d72e933769838f51bced52d97ace154e39de1e0ee92a489812d::" providerId="AD" clId="Web-{A6BC9644-7FB5-0075-1373-2C013E56CD16}" dt="2023-12-28T13:17:45.221" v="108"/>
          <ac:spMkLst>
            <pc:docMk/>
            <pc:sldMk cId="3431534059" sldId="318"/>
            <ac:spMk id="7" creationId="{89077351-DA96-C70F-5C76-FE337CB22BE4}"/>
          </ac:spMkLst>
        </pc:spChg>
        <pc:spChg chg="add del mod">
          <ac:chgData name="Guest User" userId="S::urn:spo:anon#041d050716007d72e933769838f51bced52d97ace154e39de1e0ee92a489812d::" providerId="AD" clId="Web-{A6BC9644-7FB5-0075-1373-2C013E56CD16}" dt="2023-12-28T13:18:03.503" v="115"/>
          <ac:spMkLst>
            <pc:docMk/>
            <pc:sldMk cId="3431534059" sldId="318"/>
            <ac:spMk id="8" creationId="{9E89CD03-286D-8462-92C9-BC344F80D3E2}"/>
          </ac:spMkLst>
        </pc:spChg>
        <pc:spChg chg="add mod">
          <ac:chgData name="Guest User" userId="S::urn:spo:anon#041d050716007d72e933769838f51bced52d97ace154e39de1e0ee92a489812d::" providerId="AD" clId="Web-{A6BC9644-7FB5-0075-1373-2C013E56CD16}" dt="2023-12-28T13:18:50.864" v="133" actId="20577"/>
          <ac:spMkLst>
            <pc:docMk/>
            <pc:sldMk cId="3431534059" sldId="318"/>
            <ac:spMk id="9" creationId="{C4DC6DAF-87D3-FD71-42C8-5BFAAA783D41}"/>
          </ac:spMkLst>
        </pc:spChg>
        <pc:picChg chg="add mod ord">
          <ac:chgData name="Guest User" userId="S::urn:spo:anon#041d050716007d72e933769838f51bced52d97ace154e39de1e0ee92a489812d::" providerId="AD" clId="Web-{A6BC9644-7FB5-0075-1373-2C013E56CD16}" dt="2023-12-28T13:20:39.680" v="149" actId="1076"/>
          <ac:picMkLst>
            <pc:docMk/>
            <pc:sldMk cId="3431534059" sldId="318"/>
            <ac:picMk id="4" creationId="{CA17E13A-F3B1-EF22-4A98-206E5B5EEC40}"/>
          </ac:picMkLst>
        </pc:picChg>
        <pc:picChg chg="add">
          <ac:chgData name="Guest User" userId="S::urn:spo:anon#041d050716007d72e933769838f51bced52d97ace154e39de1e0ee92a489812d::" providerId="AD" clId="Web-{A6BC9644-7FB5-0075-1373-2C013E56CD16}" dt="2023-12-28T13:17:02.079" v="103"/>
          <ac:picMkLst>
            <pc:docMk/>
            <pc:sldMk cId="3431534059" sldId="318"/>
            <ac:picMk id="6" creationId="{75EC9A78-EA8E-B027-7CBB-84DA821CFDB7}"/>
          </ac:picMkLst>
        </pc:picChg>
        <pc:picChg chg="add mod">
          <ac:chgData name="Guest User" userId="S::urn:spo:anon#041d050716007d72e933769838f51bced52d97ace154e39de1e0ee92a489812d::" providerId="AD" clId="Web-{A6BC9644-7FB5-0075-1373-2C013E56CD16}" dt="2023-12-28T13:18:53.473" v="134" actId="1076"/>
          <ac:picMkLst>
            <pc:docMk/>
            <pc:sldMk cId="3431534059" sldId="318"/>
            <ac:picMk id="10" creationId="{194DB055-3232-D425-1D44-72ADBC1022DE}"/>
          </ac:picMkLst>
        </pc:picChg>
      </pc:sldChg>
    </pc:docChg>
  </pc:docChgLst>
  <pc:docChgLst>
    <pc:chgData name="M ANUSHA" userId="S::anushaaa9@kluniversity.in::31576902-587f-4416-b184-62b5dd11a3e8" providerId="AD" clId="Web-{4DBB5E06-16D9-7F71-CF20-9F13700252C3}"/>
    <pc:docChg chg="sldOrd">
      <pc:chgData name="M ANUSHA" userId="S::anushaaa9@kluniversity.in::31576902-587f-4416-b184-62b5dd11a3e8" providerId="AD" clId="Web-{4DBB5E06-16D9-7F71-CF20-9F13700252C3}" dt="2023-12-30T03:33:25.413" v="1"/>
      <pc:docMkLst>
        <pc:docMk/>
      </pc:docMkLst>
      <pc:sldChg chg="ord">
        <pc:chgData name="M ANUSHA" userId="S::anushaaa9@kluniversity.in::31576902-587f-4416-b184-62b5dd11a3e8" providerId="AD" clId="Web-{4DBB5E06-16D9-7F71-CF20-9F13700252C3}" dt="2023-12-30T03:33:21.553" v="0"/>
        <pc:sldMkLst>
          <pc:docMk/>
          <pc:sldMk cId="2148906171" sldId="307"/>
        </pc:sldMkLst>
      </pc:sldChg>
      <pc:sldChg chg="ord">
        <pc:chgData name="M ANUSHA" userId="S::anushaaa9@kluniversity.in::31576902-587f-4416-b184-62b5dd11a3e8" providerId="AD" clId="Web-{4DBB5E06-16D9-7F71-CF20-9F13700252C3}" dt="2023-12-30T03:33:25.413" v="1"/>
        <pc:sldMkLst>
          <pc:docMk/>
          <pc:sldMk cId="3431534059" sldId="318"/>
        </pc:sldMkLst>
      </pc:sldChg>
    </pc:docChg>
  </pc:docChgLst>
  <pc:docChgLst>
    <pc:chgData name="M ANUSHA" userId="S::anushaaa9@kluniversity.in::31576902-587f-4416-b184-62b5dd11a3e8" providerId="AD" clId="Web-{A24E02EE-5E3C-3F38-A9F5-D78C76B40F04}"/>
    <pc:docChg chg="delSld modSld">
      <pc:chgData name="M ANUSHA" userId="S::anushaaa9@kluniversity.in::31576902-587f-4416-b184-62b5dd11a3e8" providerId="AD" clId="Web-{A24E02EE-5E3C-3F38-A9F5-D78C76B40F04}" dt="2023-12-28T07:21:56.726" v="5"/>
      <pc:docMkLst>
        <pc:docMk/>
      </pc:docMkLst>
      <pc:sldChg chg="addSp delSp modSp addAnim delAnim">
        <pc:chgData name="M ANUSHA" userId="S::anushaaa9@kluniversity.in::31576902-587f-4416-b184-62b5dd11a3e8" providerId="AD" clId="Web-{A24E02EE-5E3C-3F38-A9F5-D78C76B40F04}" dt="2023-12-28T07:21:29.350" v="3" actId="20577"/>
        <pc:sldMkLst>
          <pc:docMk/>
          <pc:sldMk cId="3385424300" sldId="305"/>
        </pc:sldMkLst>
        <pc:spChg chg="add del mod">
          <ac:chgData name="M ANUSHA" userId="S::anushaaa9@kluniversity.in::31576902-587f-4416-b184-62b5dd11a3e8" providerId="AD" clId="Web-{A24E02EE-5E3C-3F38-A9F5-D78C76B40F04}" dt="2023-12-28T07:21:29.350" v="3" actId="20577"/>
          <ac:spMkLst>
            <pc:docMk/>
            <pc:sldMk cId="3385424300" sldId="305"/>
            <ac:spMk id="6" creationId="{0F2E30D4-6F86-49D1-9276-85CE0E9B3E3E}"/>
          </ac:spMkLst>
        </pc:spChg>
      </pc:sldChg>
      <pc:sldChg chg="del">
        <pc:chgData name="M ANUSHA" userId="S::anushaaa9@kluniversity.in::31576902-587f-4416-b184-62b5dd11a3e8" providerId="AD" clId="Web-{A24E02EE-5E3C-3F38-A9F5-D78C76B40F04}" dt="2023-12-28T07:21:53.522" v="4"/>
        <pc:sldMkLst>
          <pc:docMk/>
          <pc:sldMk cId="1460568374" sldId="310"/>
        </pc:sldMkLst>
      </pc:sldChg>
      <pc:sldChg chg="del">
        <pc:chgData name="M ANUSHA" userId="S::anushaaa9@kluniversity.in::31576902-587f-4416-b184-62b5dd11a3e8" providerId="AD" clId="Web-{A24E02EE-5E3C-3F38-A9F5-D78C76B40F04}" dt="2023-12-28T07:21:56.726" v="5"/>
        <pc:sldMkLst>
          <pc:docMk/>
          <pc:sldMk cId="4211664840" sldId="314"/>
        </pc:sldMkLst>
      </pc:sldChg>
    </pc:docChg>
  </pc:docChgLst>
  <pc:docChgLst>
    <pc:chgData name="Guest User" userId="S::urn:spo:anon#041d050716007d72e933769838f51bced52d97ace154e39de1e0ee92a489812d::" providerId="AD" clId="Web-{85CEC081-5B1D-F909-83D7-0ABF3F801717}"/>
    <pc:docChg chg="modSld">
      <pc:chgData name="Guest User" userId="S::urn:spo:anon#041d050716007d72e933769838f51bced52d97ace154e39de1e0ee92a489812d::" providerId="AD" clId="Web-{85CEC081-5B1D-F909-83D7-0ABF3F801717}" dt="2023-12-28T13:23:14.746" v="6"/>
      <pc:docMkLst>
        <pc:docMk/>
      </pc:docMkLst>
      <pc:sldChg chg="modSp">
        <pc:chgData name="Guest User" userId="S::urn:spo:anon#041d050716007d72e933769838f51bced52d97ace154e39de1e0ee92a489812d::" providerId="AD" clId="Web-{85CEC081-5B1D-F909-83D7-0ABF3F801717}" dt="2023-12-28T13:23:14.746" v="6"/>
        <pc:sldMkLst>
          <pc:docMk/>
          <pc:sldMk cId="0" sldId="271"/>
        </pc:sldMkLst>
        <pc:spChg chg="mod">
          <ac:chgData name="Guest User" userId="S::urn:spo:anon#041d050716007d72e933769838f51bced52d97ace154e39de1e0ee92a489812d::" providerId="AD" clId="Web-{85CEC081-5B1D-F909-83D7-0ABF3F801717}" dt="2023-12-28T13:23:14.699" v="0"/>
          <ac:spMkLst>
            <pc:docMk/>
            <pc:sldMk cId="0" sldId="271"/>
            <ac:spMk id="2" creationId="{6398423B-5803-30F8-31C4-BF716BD7197E}"/>
          </ac:spMkLst>
        </pc:spChg>
        <pc:spChg chg="mod">
          <ac:chgData name="Guest User" userId="S::urn:spo:anon#041d050716007d72e933769838f51bced52d97ace154e39de1e0ee92a489812d::" providerId="AD" clId="Web-{85CEC081-5B1D-F909-83D7-0ABF3F801717}" dt="2023-12-28T13:23:14.746" v="4"/>
          <ac:spMkLst>
            <pc:docMk/>
            <pc:sldMk cId="0" sldId="271"/>
            <ac:spMk id="8" creationId="{7153E61F-4441-DBE3-3DFF-6E9EF6C48D23}"/>
          </ac:spMkLst>
        </pc:spChg>
        <pc:spChg chg="mod">
          <ac:chgData name="Guest User" userId="S::urn:spo:anon#041d050716007d72e933769838f51bced52d97ace154e39de1e0ee92a489812d::" providerId="AD" clId="Web-{85CEC081-5B1D-F909-83D7-0ABF3F801717}" dt="2023-12-28T13:23:14.730" v="2"/>
          <ac:spMkLst>
            <pc:docMk/>
            <pc:sldMk cId="0" sldId="271"/>
            <ac:spMk id="19" creationId="{B9F0C376-F4D3-1950-3474-EFF28411BDC6}"/>
          </ac:spMkLst>
        </pc:spChg>
        <pc:spChg chg="mod">
          <ac:chgData name="Guest User" userId="S::urn:spo:anon#041d050716007d72e933769838f51bced52d97ace154e39de1e0ee92a489812d::" providerId="AD" clId="Web-{85CEC081-5B1D-F909-83D7-0ABF3F801717}" dt="2023-12-28T13:23:14.746" v="5"/>
          <ac:spMkLst>
            <pc:docMk/>
            <pc:sldMk cId="0" sldId="271"/>
            <ac:spMk id="33" creationId="{A2BDCC77-0491-FC57-401C-380586D8ED1D}"/>
          </ac:spMkLst>
        </pc:spChg>
        <pc:spChg chg="mod">
          <ac:chgData name="Guest User" userId="S::urn:spo:anon#041d050716007d72e933769838f51bced52d97ace154e39de1e0ee92a489812d::" providerId="AD" clId="Web-{85CEC081-5B1D-F909-83D7-0ABF3F801717}" dt="2023-12-28T13:23:14.746" v="6"/>
          <ac:spMkLst>
            <pc:docMk/>
            <pc:sldMk cId="0" sldId="271"/>
            <ac:spMk id="35" creationId="{38D9C68F-2EE2-5410-B640-4F43BF92A6C1}"/>
          </ac:spMkLst>
        </pc:spChg>
        <pc:spChg chg="mod">
          <ac:chgData name="Guest User" userId="S::urn:spo:anon#041d050716007d72e933769838f51bced52d97ace154e39de1e0ee92a489812d::" providerId="AD" clId="Web-{85CEC081-5B1D-F909-83D7-0ABF3F801717}" dt="2023-12-28T13:23:14.730" v="3"/>
          <ac:spMkLst>
            <pc:docMk/>
            <pc:sldMk cId="0" sldId="271"/>
            <ac:spMk id="475" creationId="{00000000-0000-0000-0000-000000000000}"/>
          </ac:spMkLst>
        </pc:spChg>
        <pc:spChg chg="mod">
          <ac:chgData name="Guest User" userId="S::urn:spo:anon#041d050716007d72e933769838f51bced52d97ace154e39de1e0ee92a489812d::" providerId="AD" clId="Web-{85CEC081-5B1D-F909-83D7-0ABF3F801717}" dt="2023-12-28T13:23:14.715" v="1"/>
          <ac:spMkLst>
            <pc:docMk/>
            <pc:sldMk cId="0" sldId="271"/>
            <ac:spMk id="47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w3schools.com/dsa/dsa_intro.php" TargetMode="External"/><Relationship Id="rId2" Type="http://schemas.openxmlformats.org/officeDocument/2006/relationships/hyperlink" Target="https://docs.python.org/3/tutorial/datastructures.html"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www.geeksforgeeks.org/python-data-structures/"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atin typeface="Times New Roman"/>
              <a:cs typeface="Times New Roman"/>
            </a:endParaRPr>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908722"/>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latin typeface="Times New Roman"/>
                <a:cs typeface="Times New Roman"/>
                <a:sym typeface="BioRhyme ExtraBold"/>
              </a:rPr>
              <a:t>COURSE: </a:t>
            </a:r>
            <a:r>
              <a:rPr lang="en-US" sz="3200" dirty="0">
                <a:solidFill>
                  <a:schemeClr val="accent1"/>
                </a:solidFill>
                <a:effectLst/>
                <a:ea typeface="Calibri" panose="020F0502020204030204" pitchFamily="34" charset="0"/>
                <a:cs typeface="Times New Roman" panose="02020603050405020304" pitchFamily="18" charset="0"/>
              </a:rPr>
              <a:t>Data Structures using Python</a:t>
            </a:r>
            <a:endParaRPr lang="en-US" sz="3200" b="1" cap="all" dirty="0">
              <a:solidFill>
                <a:schemeClr val="accent1"/>
              </a:solidFill>
              <a:cs typeface="Poppins" panose="00000500000000000000" pitchFamily="2" charset="0"/>
              <a:sym typeface="BioRhyme ExtraBold"/>
            </a:endParaRPr>
          </a:p>
          <a:p>
            <a:pPr marR="0" lvl="0" indent="0" algn="ctr">
              <a:spcBef>
                <a:spcPts val="0"/>
              </a:spcBef>
              <a:spcAft>
                <a:spcPts val="0"/>
              </a:spcAft>
              <a:buNone/>
            </a:pPr>
            <a:endParaRPr lang="en-US" sz="3200" b="1" cap="all" dirty="0">
              <a:ln/>
              <a:solidFill>
                <a:srgbClr val="C00000"/>
              </a:solidFill>
              <a:latin typeface="Times New Roman"/>
              <a:cs typeface="Times New Roman"/>
              <a:sym typeface="BioRhyme ExtraBold"/>
            </a:endParaRPr>
          </a:p>
          <a:p>
            <a:pPr algn="ctr"/>
            <a:r>
              <a:rPr lang="en-US" sz="3200" b="1" cap="all" dirty="0">
                <a:ln/>
                <a:solidFill>
                  <a:srgbClr val="C00000"/>
                </a:solidFill>
                <a:latin typeface="Times New Roman"/>
                <a:cs typeface="Times New Roman"/>
                <a:sym typeface="BioRhyme ExtraBold"/>
              </a:rPr>
              <a:t>COURSE CODE: </a:t>
            </a:r>
            <a:r>
              <a:rPr lang="en-US" sz="3200" b="1" dirty="0">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latin typeface="Times New Roman"/>
              <a:ea typeface="BioRhyme ExtraBold"/>
              <a:cs typeface="Times New Roman"/>
              <a:sym typeface="BioRhyme ExtraBold"/>
            </a:endParaRPr>
          </a:p>
          <a:p>
            <a:pPr marR="0" lvl="0" indent="0" algn="ctr">
              <a:spcBef>
                <a:spcPts val="0"/>
              </a:spcBef>
              <a:spcAft>
                <a:spcPts val="0"/>
              </a:spcAft>
              <a:buNone/>
            </a:pPr>
            <a:r>
              <a:rPr lang="en-US" sz="2000" b="1" dirty="0">
                <a:solidFill>
                  <a:schemeClr val="bg1">
                    <a:lumMod val="50000"/>
                  </a:schemeClr>
                </a:solidFill>
                <a:latin typeface="Times New Roman"/>
                <a:ea typeface="BioRhyme ExtraBold"/>
                <a:cs typeface="Times New Roman"/>
                <a:sym typeface="BioRhyme ExtraBold"/>
              </a:rPr>
              <a:t>Topic: </a:t>
            </a:r>
          </a:p>
          <a:p>
            <a:pPr marR="0" lvl="0" indent="0" algn="ctr">
              <a:spcBef>
                <a:spcPts val="0"/>
              </a:spcBef>
              <a:spcAft>
                <a:spcPts val="0"/>
              </a:spcAft>
              <a:buNone/>
            </a:pPr>
            <a:r>
              <a:rPr lang="en-US" sz="4000" b="1" cap="all" dirty="0">
                <a:ln/>
                <a:solidFill>
                  <a:srgbClr val="C00000"/>
                </a:solidFill>
                <a:effectLst/>
                <a:latin typeface="Times New Roman"/>
                <a:cs typeface="Times New Roman"/>
              </a:rPr>
              <a:t>Name of the topic: </a:t>
            </a:r>
          </a:p>
          <a:p>
            <a:pPr marR="0" lvl="0" indent="0" algn="ctr">
              <a:spcBef>
                <a:spcPts val="0"/>
              </a:spcBef>
              <a:spcAft>
                <a:spcPts val="0"/>
              </a:spcAft>
              <a:buNone/>
            </a:pPr>
            <a:r>
              <a:rPr lang="en-US" sz="4000" b="1" dirty="0">
                <a:solidFill>
                  <a:srgbClr val="00B0F0"/>
                </a:solidFill>
                <a:latin typeface="Times New Roman"/>
                <a:cs typeface="Times New Roman"/>
              </a:rPr>
              <a:t>Binary trees</a:t>
            </a:r>
            <a:endParaRPr lang="en-US" sz="4000" b="1" dirty="0">
              <a:solidFill>
                <a:srgbClr val="C00000"/>
              </a:solidFill>
              <a:effectLst/>
              <a:latin typeface="Times New Roman"/>
              <a:cs typeface="Times New Roman"/>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latin typeface="Times New Roman"/>
                <a:cs typeface="Times New Roman"/>
              </a:rPr>
              <a:t>Department of </a:t>
            </a:r>
            <a:r>
              <a:rPr lang="en-US" sz="4000" dirty="0">
                <a:solidFill>
                  <a:srgbClr val="FF0000"/>
                </a:solidFill>
                <a:latin typeface="Times New Roman"/>
                <a:cs typeface="Times New Roman"/>
              </a:rPr>
              <a:t>BES-I</a:t>
            </a:r>
          </a:p>
        </p:txBody>
      </p:sp>
      <p:sp>
        <p:nvSpPr>
          <p:cNvPr id="8" name="Google Shape;502;p17">
            <a:extLst>
              <a:ext uri="{FF2B5EF4-FFF2-40B4-BE49-F238E27FC236}">
                <a16:creationId xmlns:a16="http://schemas.microsoft.com/office/drawing/2014/main" id="{7153E61F-4441-DBE3-3DFF-6E9EF6C48D23}"/>
              </a:ext>
            </a:extLst>
          </p:cNvPr>
          <p:cNvSpPr/>
          <p:nvPr/>
        </p:nvSpPr>
        <p:spPr>
          <a:xfrm>
            <a:off x="6803571" y="5749832"/>
            <a:ext cx="3744686" cy="583478"/>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Times New Roman"/>
                <a:ea typeface="Calibri"/>
                <a:cs typeface="Times New Roman"/>
                <a:sym typeface="Calibri"/>
              </a:rPr>
              <a:t>Session – 23</a:t>
            </a:r>
            <a:endParaRPr sz="2400" dirty="0">
              <a:solidFill>
                <a:schemeClr val="lt1"/>
              </a:solidFill>
              <a:latin typeface="Times New Roman"/>
              <a:ea typeface="Calibri"/>
              <a:cs typeface="Times New Roman"/>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latin typeface="Times New Roman"/>
                <a:cs typeface="Times New Roman"/>
              </a:rPr>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Times New Roman"/>
                <a:cs typeface="Times New Roman"/>
              </a:rPr>
              <a:t>To familiarize students with the basic concept of Binary tree</a:t>
            </a:r>
          </a:p>
          <a:p>
            <a:pPr>
              <a:lnSpc>
                <a:spcPct val="150000"/>
              </a:lnSpc>
            </a:pPr>
            <a:endParaRPr lang="en-US" sz="1600" b="0" i="0" dirty="0">
              <a:effectLst/>
              <a:latin typeface="Times New Roman"/>
              <a:cs typeface="Times New Roman"/>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latin typeface="Times New Roman"/>
                <a:cs typeface="Times New Roman"/>
              </a:rPr>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Times New Roman"/>
                <a:cs typeface="Times New Roman"/>
              </a:rPr>
              <a:t>This</a:t>
            </a:r>
            <a:r>
              <a:rPr lang="en-US" sz="1600" b="0" i="0" dirty="0">
                <a:effectLst/>
                <a:latin typeface="Times New Roman"/>
                <a:cs typeface="Times New Roman"/>
              </a:rPr>
              <a:t> </a:t>
            </a:r>
            <a:r>
              <a:rPr lang="en-US" sz="1600" dirty="0">
                <a:latin typeface="Times New Roman"/>
                <a:cs typeface="Times New Roman"/>
              </a:rPr>
              <a:t>Session</a:t>
            </a:r>
            <a:r>
              <a:rPr lang="en-US" sz="1600" b="0" i="0" dirty="0">
                <a:effectLst/>
                <a:latin typeface="Times New Roman"/>
                <a:cs typeface="Times New Roman"/>
              </a:rPr>
              <a:t> is designed to: </a:t>
            </a:r>
          </a:p>
          <a:p>
            <a:pPr marL="342900" indent="-342900">
              <a:buAutoNum type="arabicPeriod"/>
            </a:pPr>
            <a:r>
              <a:rPr lang="en-US" sz="1600" b="0" i="0" dirty="0">
                <a:effectLst/>
                <a:latin typeface="Times New Roman"/>
                <a:cs typeface="Times New Roman"/>
              </a:rPr>
              <a:t>Demonstrate The </a:t>
            </a:r>
            <a:r>
              <a:rPr lang="en-US" sz="1600" dirty="0">
                <a:latin typeface="Times New Roman"/>
                <a:cs typeface="Times New Roman"/>
              </a:rPr>
              <a:t>Binary tree.</a:t>
            </a:r>
            <a:endParaRPr lang="en-US" sz="1600" b="0" i="0" dirty="0">
              <a:effectLst/>
              <a:latin typeface="Times New Roman"/>
              <a:cs typeface="Times New Roman"/>
            </a:endParaRPr>
          </a:p>
          <a:p>
            <a:pPr marL="342900" indent="-342900">
              <a:buAutoNum type="arabicPeriod"/>
            </a:pPr>
            <a:r>
              <a:rPr lang="en-US" sz="1600" b="0" i="0" dirty="0">
                <a:effectLst/>
                <a:latin typeface="Times New Roman"/>
                <a:cs typeface="Times New Roman"/>
              </a:rPr>
              <a:t>Describe the types of </a:t>
            </a:r>
            <a:r>
              <a:rPr lang="en-US" sz="1600" dirty="0">
                <a:latin typeface="Times New Roman"/>
                <a:cs typeface="Times New Roman"/>
              </a:rPr>
              <a:t>Binary tree traversals.</a:t>
            </a:r>
          </a:p>
          <a:p>
            <a:pPr marL="342900" indent="-342900">
              <a:buAutoNum type="arabicPeriod"/>
            </a:pPr>
            <a:r>
              <a:rPr lang="en-US" sz="1600" dirty="0">
                <a:latin typeface="Times New Roman"/>
                <a:cs typeface="Times New Roman"/>
              </a:rPr>
              <a:t>Constructing</a:t>
            </a:r>
            <a:r>
              <a:rPr lang="en-US" sz="1600" b="0" i="0" dirty="0">
                <a:effectLst/>
                <a:latin typeface="Times New Roman"/>
                <a:cs typeface="Times New Roman"/>
              </a:rPr>
              <a:t> </a:t>
            </a:r>
            <a:r>
              <a:rPr lang="en-US" sz="1600" dirty="0">
                <a:latin typeface="Times New Roman"/>
                <a:cs typeface="Times New Roman"/>
              </a:rPr>
              <a:t>Binary tree and traversals.</a:t>
            </a:r>
          </a:p>
          <a:p>
            <a:pPr marL="342900" indent="-342900">
              <a:buAutoNum type="arabicPeriod"/>
            </a:pPr>
            <a:r>
              <a:rPr lang="en-US" sz="1600" dirty="0">
                <a:latin typeface="Times New Roman"/>
                <a:cs typeface="Times New Roman"/>
              </a:rPr>
              <a:t>Constructing an expression tree.</a:t>
            </a:r>
          </a:p>
          <a:p>
            <a:pPr marL="342900" indent="-342900">
              <a:buAutoNum type="arabicPeriod"/>
            </a:pPr>
            <a:r>
              <a:rPr lang="en-US" sz="1600" dirty="0">
                <a:latin typeface="Times New Roman"/>
                <a:cs typeface="Times New Roman"/>
              </a:rPr>
              <a:t>List out the advantages and applications of Binary tree.</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latin typeface="Times New Roman"/>
                <a:cs typeface="Times New Roman"/>
              </a:rPr>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54217"/>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Times New Roman"/>
                <a:cs typeface="Times New Roman"/>
              </a:rPr>
              <a:t>At the end of this </a:t>
            </a:r>
            <a:r>
              <a:rPr lang="en-US" sz="1600" dirty="0">
                <a:latin typeface="Times New Roman"/>
                <a:cs typeface="Times New Roman"/>
              </a:rPr>
              <a:t>session</a:t>
            </a:r>
            <a:r>
              <a:rPr lang="en-US" sz="1600" b="0" i="0" dirty="0">
                <a:effectLst/>
                <a:latin typeface="Times New Roman"/>
                <a:cs typeface="Times New Roman"/>
              </a:rPr>
              <a:t>, you should be able to:</a:t>
            </a:r>
          </a:p>
          <a:p>
            <a:pPr marL="342900" indent="-342900">
              <a:buAutoNum type="arabicPeriod"/>
            </a:pPr>
            <a:r>
              <a:rPr lang="en-US" sz="1600" b="0" i="0" dirty="0">
                <a:effectLst/>
                <a:latin typeface="Times New Roman"/>
                <a:cs typeface="Times New Roman"/>
              </a:rPr>
              <a:t>Define </a:t>
            </a:r>
            <a:r>
              <a:rPr lang="en-US" sz="1600" dirty="0">
                <a:latin typeface="Times New Roman"/>
                <a:cs typeface="Times New Roman"/>
              </a:rPr>
              <a:t>Binary tree </a:t>
            </a:r>
          </a:p>
          <a:p>
            <a:pPr marL="342900" indent="-342900">
              <a:buAutoNum type="arabicPeriod"/>
            </a:pPr>
            <a:r>
              <a:rPr lang="en-US" sz="1600" b="0" i="0" dirty="0">
                <a:effectLst/>
                <a:latin typeface="Times New Roman"/>
                <a:cs typeface="Times New Roman"/>
              </a:rPr>
              <a:t>Describe </a:t>
            </a:r>
            <a:r>
              <a:rPr lang="en-US" sz="1600" dirty="0">
                <a:latin typeface="Times New Roman"/>
                <a:cs typeface="Times New Roman"/>
              </a:rPr>
              <a:t>the various</a:t>
            </a:r>
            <a:r>
              <a:rPr lang="en-US" sz="1600" b="0" i="0" dirty="0">
                <a:effectLst/>
                <a:latin typeface="Times New Roman"/>
                <a:cs typeface="Times New Roman"/>
              </a:rPr>
              <a:t> traversals in </a:t>
            </a:r>
            <a:r>
              <a:rPr lang="en-US" sz="1600" dirty="0">
                <a:latin typeface="Times New Roman"/>
                <a:cs typeface="Times New Roman"/>
              </a:rPr>
              <a:t>Binary tree </a:t>
            </a:r>
            <a:r>
              <a:rPr lang="en-US" dirty="0">
                <a:latin typeface="Times New Roman"/>
                <a:cs typeface="Times New Roman"/>
              </a:rPr>
              <a:t>Expression tree construction</a:t>
            </a:r>
            <a:endParaRPr lang="en-US" sz="1600" b="0" i="0" dirty="0">
              <a:effectLst/>
              <a:latin typeface="Times New Roman"/>
              <a:cs typeface="Times New Roman"/>
            </a:endParaRPr>
          </a:p>
          <a:p>
            <a:pPr marL="342900" indent="-342900">
              <a:buFontTx/>
              <a:buAutoNum type="arabicPeriod"/>
            </a:pPr>
            <a:r>
              <a:rPr lang="en-US" sz="1600" dirty="0">
                <a:latin typeface="Times New Roman"/>
                <a:cs typeface="Times New Roman"/>
              </a:rPr>
              <a:t>Summarize definition, types and operations of Binary tree and its applications</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0" i="0" dirty="0">
                <a:effectLst/>
                <a:latin typeface="Times New Roman"/>
                <a:cs typeface="Times New Roman"/>
              </a:rPr>
              <a:t>Binary tree</a:t>
            </a:r>
            <a:endParaRPr lang="en-US" sz="3600" dirty="0">
              <a:latin typeface="Times New Roman"/>
              <a:cs typeface="Times New Roman"/>
            </a:endParaRPr>
          </a:p>
          <a:p>
            <a:pPr algn="ctr"/>
            <a:r>
              <a:rPr lang="en-US" sz="2400" dirty="0">
                <a:latin typeface="Times New Roman"/>
                <a:cs typeface="Times New Roman"/>
              </a:rPr>
              <a:t>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336055" cy="5016758"/>
          </a:xfrm>
          <a:prstGeom prst="rect">
            <a:avLst/>
          </a:prstGeom>
          <a:noFill/>
        </p:spPr>
        <p:txBody>
          <a:bodyPr wrap="square" rtlCol="0">
            <a:spAutoFit/>
          </a:bodyPr>
          <a:lstStyle/>
          <a:p>
            <a:pPr algn="just">
              <a:buFont typeface="Wingdings" pitchFamily="2" charset="2"/>
              <a:buChar char="Ø"/>
            </a:pPr>
            <a:r>
              <a:rPr lang="en-IN" sz="3200" dirty="0">
                <a:latin typeface="Times New Roman"/>
                <a:cs typeface="Times New Roman"/>
              </a:rPr>
              <a:t> </a:t>
            </a:r>
            <a:r>
              <a:rPr lang="en-IN" sz="3200" b="0" i="0" dirty="0">
                <a:solidFill>
                  <a:srgbClr val="333333"/>
                </a:solidFill>
                <a:effectLst/>
                <a:latin typeface="Times New Roman"/>
                <a:cs typeface="Times New Roman"/>
              </a:rPr>
              <a:t>A binary tree is a special type of tree data structure in which every node can have a </a:t>
            </a:r>
            <a:r>
              <a:rPr lang="en-IN" sz="3200" b="1" i="0" dirty="0">
                <a:solidFill>
                  <a:srgbClr val="333333"/>
                </a:solidFill>
                <a:effectLst/>
                <a:latin typeface="Times New Roman"/>
                <a:cs typeface="Times New Roman"/>
              </a:rPr>
              <a:t>maximum of 2 children</a:t>
            </a:r>
            <a:r>
              <a:rPr lang="en-IN" sz="3200" b="0" i="0" dirty="0">
                <a:solidFill>
                  <a:srgbClr val="333333"/>
                </a:solidFill>
                <a:effectLst/>
                <a:latin typeface="Times New Roman"/>
                <a:cs typeface="Times New Roman"/>
              </a:rPr>
              <a:t>. One is known as a left child and the other is known as right child.</a:t>
            </a:r>
          </a:p>
          <a:p>
            <a:pPr algn="just"/>
            <a:r>
              <a:rPr lang="en-IN" sz="3200" b="1" i="0" dirty="0">
                <a:solidFill>
                  <a:srgbClr val="162F59"/>
                </a:solidFill>
                <a:effectLst/>
                <a:latin typeface="Times New Roman"/>
                <a:cs typeface="Times New Roman"/>
              </a:rPr>
              <a:t>Example</a:t>
            </a:r>
          </a:p>
          <a:p>
            <a:pPr algn="just"/>
            <a:endParaRPr lang="en-IN" sz="3200" dirty="0">
              <a:latin typeface="Times New Roman"/>
              <a:cs typeface="Times New Roman"/>
            </a:endParaRPr>
          </a:p>
          <a:p>
            <a:pPr algn="just"/>
            <a:endParaRPr lang="en-IN" sz="3200" dirty="0">
              <a:latin typeface="Times New Roman"/>
              <a:cs typeface="Times New Roman"/>
            </a:endParaRPr>
          </a:p>
          <a:p>
            <a:pPr algn="just"/>
            <a:endParaRPr lang="en-IN" sz="3200" dirty="0">
              <a:latin typeface="Times New Roman"/>
              <a:cs typeface="Times New Roman"/>
            </a:endParaRPr>
          </a:p>
          <a:p>
            <a:pPr algn="just"/>
            <a:endParaRPr lang="en-IN" sz="3200" dirty="0">
              <a:latin typeface="Times New Roman"/>
              <a:cs typeface="Times New Roman"/>
            </a:endParaRPr>
          </a:p>
          <a:p>
            <a:pPr algn="just"/>
            <a:endParaRPr lang="en-IN" sz="3200" dirty="0">
              <a:latin typeface="Times New Roman"/>
              <a:cs typeface="Times New Roman"/>
            </a:endParaRPr>
          </a:p>
          <a:p>
            <a:pPr algn="just"/>
            <a:endParaRPr lang="en-US" sz="3200" dirty="0">
              <a:latin typeface="Times New Roman"/>
              <a:cs typeface="Times New Roman"/>
            </a:endParaRPr>
          </a:p>
        </p:txBody>
      </p:sp>
      <p:pic>
        <p:nvPicPr>
          <p:cNvPr id="2" name="Picture 1">
            <a:extLst>
              <a:ext uri="{FF2B5EF4-FFF2-40B4-BE49-F238E27FC236}">
                <a16:creationId xmlns:a16="http://schemas.microsoft.com/office/drawing/2014/main" id="{A58BDBF3-AD92-8126-EF3E-CA1174B4A4E6}"/>
              </a:ext>
            </a:extLst>
          </p:cNvPr>
          <p:cNvPicPr>
            <a:picLocks noChangeAspect="1"/>
          </p:cNvPicPr>
          <p:nvPr/>
        </p:nvPicPr>
        <p:blipFill>
          <a:blip r:embed="rId4"/>
          <a:stretch>
            <a:fillRect/>
          </a:stretch>
        </p:blipFill>
        <p:spPr>
          <a:xfrm>
            <a:off x="1990725" y="4000500"/>
            <a:ext cx="6667500" cy="2857500"/>
          </a:xfrm>
          <a:prstGeom prst="rect">
            <a:avLst/>
          </a:prstGeom>
        </p:spPr>
      </p:pic>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1907CA-79A3-BB12-C201-EA0B3A78065E}"/>
              </a:ext>
            </a:extLst>
          </p:cNvPr>
          <p:cNvSpPr>
            <a:spLocks noGrp="1"/>
          </p:cNvSpPr>
          <p:nvPr>
            <p:ph idx="1"/>
          </p:nvPr>
        </p:nvSpPr>
        <p:spPr>
          <a:xfrm>
            <a:off x="838200" y="1825625"/>
            <a:ext cx="5628701" cy="4351338"/>
          </a:xfrm>
        </p:spPr>
        <p:txBody>
          <a:bodyPr/>
          <a:lstStyle/>
          <a:p>
            <a:pPr marL="0" indent="0" algn="just">
              <a:buNone/>
            </a:pPr>
            <a:r>
              <a:rPr lang="en-IN" b="1" i="0" dirty="0">
                <a:effectLst/>
                <a:latin typeface="Times New Roman"/>
                <a:cs typeface="Times New Roman"/>
              </a:rPr>
              <a:t>1. Root</a:t>
            </a:r>
          </a:p>
          <a:p>
            <a:pPr marL="0" indent="0" algn="just">
              <a:buNone/>
            </a:pPr>
            <a:r>
              <a:rPr lang="en-IN" sz="1600" b="0" i="0" dirty="0">
                <a:solidFill>
                  <a:srgbClr val="333333"/>
                </a:solidFill>
                <a:effectLst/>
                <a:latin typeface="Times New Roman"/>
                <a:cs typeface="Times New Roman"/>
              </a:rPr>
              <a:t>In a tree data structure, the first node is called as </a:t>
            </a:r>
            <a:r>
              <a:rPr lang="en-IN" sz="1600" b="1" i="0" dirty="0">
                <a:solidFill>
                  <a:srgbClr val="333333"/>
                </a:solidFill>
                <a:effectLst/>
                <a:latin typeface="Times New Roman"/>
                <a:cs typeface="Times New Roman"/>
              </a:rPr>
              <a:t>Root Node</a:t>
            </a:r>
            <a:r>
              <a:rPr lang="en-IN" sz="1600" b="0" i="0" dirty="0">
                <a:solidFill>
                  <a:srgbClr val="333333"/>
                </a:solidFill>
                <a:effectLst/>
                <a:latin typeface="Times New Roman"/>
                <a:cs typeface="Times New Roman"/>
              </a:rPr>
              <a:t>. </a:t>
            </a:r>
          </a:p>
          <a:p>
            <a:pPr marL="0" indent="0">
              <a:buNone/>
            </a:pPr>
            <a:endParaRPr lang="en-IN" dirty="0">
              <a:latin typeface="Times New Roman"/>
              <a:cs typeface="Times New Roman"/>
            </a:endParaRPr>
          </a:p>
        </p:txBody>
      </p:sp>
      <p:sp>
        <p:nvSpPr>
          <p:cNvPr id="4" name="Rounded Rectangle 17">
            <a:extLst>
              <a:ext uri="{FF2B5EF4-FFF2-40B4-BE49-F238E27FC236}">
                <a16:creationId xmlns:a16="http://schemas.microsoft.com/office/drawing/2014/main" id="{D408D36F-D194-9B80-37C0-D6315D91796A}"/>
              </a:ext>
            </a:extLst>
          </p:cNvPr>
          <p:cNvSpPr/>
          <p:nvPr/>
        </p:nvSpPr>
        <p:spPr>
          <a:xfrm>
            <a:off x="1546367" y="319049"/>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i="0" dirty="0">
                <a:solidFill>
                  <a:schemeClr val="bg1"/>
                </a:solidFill>
                <a:effectLst/>
                <a:latin typeface="Times New Roman"/>
                <a:cs typeface="Times New Roman"/>
              </a:rPr>
              <a:t>Tree - Terminology</a:t>
            </a:r>
          </a:p>
        </p:txBody>
      </p:sp>
      <p:pic>
        <p:nvPicPr>
          <p:cNvPr id="5" name="Picture 4">
            <a:extLst>
              <a:ext uri="{FF2B5EF4-FFF2-40B4-BE49-F238E27FC236}">
                <a16:creationId xmlns:a16="http://schemas.microsoft.com/office/drawing/2014/main" id="{103F31A0-9670-C33A-8DC9-FE24F1C735C0}"/>
              </a:ext>
            </a:extLst>
          </p:cNvPr>
          <p:cNvPicPr>
            <a:picLocks noChangeAspect="1"/>
          </p:cNvPicPr>
          <p:nvPr/>
        </p:nvPicPr>
        <p:blipFill>
          <a:blip r:embed="rId2"/>
          <a:stretch>
            <a:fillRect/>
          </a:stretch>
        </p:blipFill>
        <p:spPr>
          <a:xfrm>
            <a:off x="739048" y="3531595"/>
            <a:ext cx="5628701" cy="2857500"/>
          </a:xfrm>
          <a:prstGeom prst="rect">
            <a:avLst/>
          </a:prstGeom>
        </p:spPr>
      </p:pic>
      <p:sp>
        <p:nvSpPr>
          <p:cNvPr id="9" name="TextBox 8">
            <a:extLst>
              <a:ext uri="{FF2B5EF4-FFF2-40B4-BE49-F238E27FC236}">
                <a16:creationId xmlns:a16="http://schemas.microsoft.com/office/drawing/2014/main" id="{784AFD1C-7F26-6AAA-828E-8F902F148C95}"/>
              </a:ext>
            </a:extLst>
          </p:cNvPr>
          <p:cNvSpPr txBox="1"/>
          <p:nvPr/>
        </p:nvSpPr>
        <p:spPr>
          <a:xfrm>
            <a:off x="6367749" y="1807109"/>
            <a:ext cx="6097836" cy="1415772"/>
          </a:xfrm>
          <a:prstGeom prst="rect">
            <a:avLst/>
          </a:prstGeom>
          <a:noFill/>
        </p:spPr>
        <p:txBody>
          <a:bodyPr wrap="square" lIns="91440" tIns="45720" rIns="91440" bIns="45720" anchor="t">
            <a:spAutoFit/>
          </a:bodyPr>
          <a:lstStyle/>
          <a:p>
            <a:r>
              <a:rPr lang="en-IN" sz="3200" b="1" dirty="0">
                <a:latin typeface="Times New Roman"/>
                <a:cs typeface="Times New Roman"/>
              </a:rPr>
              <a:t>2. Edge</a:t>
            </a:r>
          </a:p>
          <a:p>
            <a:r>
              <a:rPr lang="en-IN" dirty="0">
                <a:latin typeface="Times New Roman"/>
                <a:cs typeface="Times New Roman"/>
              </a:rPr>
              <a:t>In a tree data structure, the connecting link between any two nodes is called as EDGE. In a tree with 'N' number of nodes there will be a maximum of 'N-1' number of edges.</a:t>
            </a:r>
          </a:p>
        </p:txBody>
      </p:sp>
      <p:pic>
        <p:nvPicPr>
          <p:cNvPr id="10244" name="Picture 4" descr="tree data structure">
            <a:extLst>
              <a:ext uri="{FF2B5EF4-FFF2-40B4-BE49-F238E27FC236}">
                <a16:creationId xmlns:a16="http://schemas.microsoft.com/office/drawing/2014/main" id="{07D0E71A-EDD7-C600-7D38-3DB1631ADF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7749" y="3531594"/>
            <a:ext cx="5824251" cy="2780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032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1907CA-79A3-BB12-C201-EA0B3A78065E}"/>
              </a:ext>
            </a:extLst>
          </p:cNvPr>
          <p:cNvSpPr>
            <a:spLocks noGrp="1"/>
          </p:cNvSpPr>
          <p:nvPr>
            <p:ph idx="1"/>
          </p:nvPr>
        </p:nvSpPr>
        <p:spPr>
          <a:xfrm>
            <a:off x="838200" y="1213859"/>
            <a:ext cx="5628701" cy="3643891"/>
          </a:xfrm>
        </p:spPr>
        <p:txBody>
          <a:bodyPr lIns="91440" tIns="45720" rIns="91440" bIns="45720" anchor="t"/>
          <a:lstStyle/>
          <a:p>
            <a:pPr algn="just"/>
            <a:r>
              <a:rPr lang="en-IN" sz="2400" b="1" i="0" dirty="0">
                <a:solidFill>
                  <a:srgbClr val="E00D50"/>
                </a:solidFill>
                <a:effectLst/>
                <a:latin typeface="Times New Roman"/>
                <a:cs typeface="Times New Roman"/>
              </a:rPr>
              <a:t>3. Parent</a:t>
            </a:r>
            <a:endParaRPr lang="en-IN" sz="2400" b="0" i="0" dirty="0">
              <a:solidFill>
                <a:srgbClr val="333333"/>
              </a:solidFill>
              <a:effectLst/>
              <a:latin typeface="Times New Roman"/>
              <a:cs typeface="Times New Roman"/>
            </a:endParaRPr>
          </a:p>
          <a:p>
            <a:pPr marL="0" indent="0">
              <a:buNone/>
            </a:pPr>
            <a:endParaRPr lang="en-IN" dirty="0">
              <a:latin typeface="Times New Roman"/>
              <a:cs typeface="Times New Roman"/>
            </a:endParaRPr>
          </a:p>
        </p:txBody>
      </p:sp>
      <p:sp>
        <p:nvSpPr>
          <p:cNvPr id="4" name="Rounded Rectangle 17">
            <a:extLst>
              <a:ext uri="{FF2B5EF4-FFF2-40B4-BE49-F238E27FC236}">
                <a16:creationId xmlns:a16="http://schemas.microsoft.com/office/drawing/2014/main" id="{D408D36F-D194-9B80-37C0-D6315D91796A}"/>
              </a:ext>
            </a:extLst>
          </p:cNvPr>
          <p:cNvSpPr/>
          <p:nvPr/>
        </p:nvSpPr>
        <p:spPr>
          <a:xfrm>
            <a:off x="1546367" y="319049"/>
            <a:ext cx="8324237" cy="82972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i="0" dirty="0">
                <a:solidFill>
                  <a:schemeClr val="bg1"/>
                </a:solidFill>
                <a:effectLst/>
                <a:latin typeface="Times New Roman"/>
                <a:cs typeface="Times New Roman"/>
              </a:rPr>
              <a:t>Tree - Terminology</a:t>
            </a:r>
          </a:p>
        </p:txBody>
      </p:sp>
      <p:sp>
        <p:nvSpPr>
          <p:cNvPr id="9" name="TextBox 8">
            <a:extLst>
              <a:ext uri="{FF2B5EF4-FFF2-40B4-BE49-F238E27FC236}">
                <a16:creationId xmlns:a16="http://schemas.microsoft.com/office/drawing/2014/main" id="{784AFD1C-7F26-6AAA-828E-8F902F148C95}"/>
              </a:ext>
            </a:extLst>
          </p:cNvPr>
          <p:cNvSpPr txBox="1"/>
          <p:nvPr/>
        </p:nvSpPr>
        <p:spPr>
          <a:xfrm>
            <a:off x="6237037" y="1268255"/>
            <a:ext cx="5824251" cy="461665"/>
          </a:xfrm>
          <a:prstGeom prst="rect">
            <a:avLst/>
          </a:prstGeom>
          <a:noFill/>
        </p:spPr>
        <p:txBody>
          <a:bodyPr wrap="square" lIns="91440" tIns="45720" rIns="91440" bIns="45720" anchor="t">
            <a:spAutoFit/>
          </a:bodyPr>
          <a:lstStyle/>
          <a:p>
            <a:pPr algn="just"/>
            <a:r>
              <a:rPr lang="en-IN" sz="2400" b="1" i="0" dirty="0">
                <a:solidFill>
                  <a:srgbClr val="E00D50"/>
                </a:solidFill>
                <a:effectLst/>
                <a:latin typeface="Times New Roman"/>
                <a:cs typeface="Times New Roman"/>
              </a:rPr>
              <a:t>4. Child</a:t>
            </a:r>
          </a:p>
        </p:txBody>
      </p:sp>
      <p:pic>
        <p:nvPicPr>
          <p:cNvPr id="6" name="Picture 5">
            <a:extLst>
              <a:ext uri="{FF2B5EF4-FFF2-40B4-BE49-F238E27FC236}">
                <a16:creationId xmlns:a16="http://schemas.microsoft.com/office/drawing/2014/main" id="{177EA3E7-E312-987C-D20E-701F95258E83}"/>
              </a:ext>
            </a:extLst>
          </p:cNvPr>
          <p:cNvPicPr>
            <a:picLocks noChangeAspect="1"/>
          </p:cNvPicPr>
          <p:nvPr/>
        </p:nvPicPr>
        <p:blipFill>
          <a:blip r:embed="rId2"/>
          <a:stretch>
            <a:fillRect/>
          </a:stretch>
        </p:blipFill>
        <p:spPr>
          <a:xfrm>
            <a:off x="629568" y="1485670"/>
            <a:ext cx="5466432" cy="2677583"/>
          </a:xfrm>
          <a:prstGeom prst="rect">
            <a:avLst/>
          </a:prstGeom>
        </p:spPr>
      </p:pic>
      <p:pic>
        <p:nvPicPr>
          <p:cNvPr id="7" name="Picture 6">
            <a:extLst>
              <a:ext uri="{FF2B5EF4-FFF2-40B4-BE49-F238E27FC236}">
                <a16:creationId xmlns:a16="http://schemas.microsoft.com/office/drawing/2014/main" id="{5240E089-ED63-A9D2-1DA9-46788A5EC022}"/>
              </a:ext>
            </a:extLst>
          </p:cNvPr>
          <p:cNvPicPr>
            <a:picLocks noChangeAspect="1"/>
          </p:cNvPicPr>
          <p:nvPr/>
        </p:nvPicPr>
        <p:blipFill>
          <a:blip r:embed="rId3"/>
          <a:stretch>
            <a:fillRect/>
          </a:stretch>
        </p:blipFill>
        <p:spPr>
          <a:xfrm>
            <a:off x="6237037" y="1668365"/>
            <a:ext cx="5562829" cy="2462822"/>
          </a:xfrm>
          <a:prstGeom prst="rect">
            <a:avLst/>
          </a:prstGeom>
        </p:spPr>
      </p:pic>
      <p:sp>
        <p:nvSpPr>
          <p:cNvPr id="12" name="TextBox 11">
            <a:extLst>
              <a:ext uri="{FF2B5EF4-FFF2-40B4-BE49-F238E27FC236}">
                <a16:creationId xmlns:a16="http://schemas.microsoft.com/office/drawing/2014/main" id="{420A1B9A-DE2D-A256-2F79-A6FCD68BC444}"/>
              </a:ext>
            </a:extLst>
          </p:cNvPr>
          <p:cNvSpPr txBox="1"/>
          <p:nvPr/>
        </p:nvSpPr>
        <p:spPr>
          <a:xfrm>
            <a:off x="838200" y="3922171"/>
            <a:ext cx="6097836" cy="461665"/>
          </a:xfrm>
          <a:prstGeom prst="rect">
            <a:avLst/>
          </a:prstGeom>
          <a:noFill/>
        </p:spPr>
        <p:txBody>
          <a:bodyPr wrap="square">
            <a:spAutoFit/>
          </a:bodyPr>
          <a:lstStyle/>
          <a:p>
            <a:r>
              <a:rPr lang="en-IN" sz="2400" b="1" dirty="0">
                <a:solidFill>
                  <a:srgbClr val="FF0000"/>
                </a:solidFill>
                <a:latin typeface="Times New Roman"/>
                <a:cs typeface="Times New Roman"/>
              </a:rPr>
              <a:t>5. Siblings</a:t>
            </a:r>
          </a:p>
        </p:txBody>
      </p:sp>
      <p:pic>
        <p:nvPicPr>
          <p:cNvPr id="13" name="Picture 12">
            <a:extLst>
              <a:ext uri="{FF2B5EF4-FFF2-40B4-BE49-F238E27FC236}">
                <a16:creationId xmlns:a16="http://schemas.microsoft.com/office/drawing/2014/main" id="{8209BBFF-5E97-9D3C-2206-194C6CCBD389}"/>
              </a:ext>
            </a:extLst>
          </p:cNvPr>
          <p:cNvPicPr>
            <a:picLocks noChangeAspect="1"/>
          </p:cNvPicPr>
          <p:nvPr/>
        </p:nvPicPr>
        <p:blipFill>
          <a:blip r:embed="rId4"/>
          <a:stretch>
            <a:fillRect/>
          </a:stretch>
        </p:blipFill>
        <p:spPr>
          <a:xfrm>
            <a:off x="536842" y="4477806"/>
            <a:ext cx="5324131" cy="2462822"/>
          </a:xfrm>
          <a:prstGeom prst="rect">
            <a:avLst/>
          </a:prstGeom>
        </p:spPr>
      </p:pic>
      <p:sp>
        <p:nvSpPr>
          <p:cNvPr id="17" name="TextBox 16">
            <a:extLst>
              <a:ext uri="{FF2B5EF4-FFF2-40B4-BE49-F238E27FC236}">
                <a16:creationId xmlns:a16="http://schemas.microsoft.com/office/drawing/2014/main" id="{7A122118-3BCA-F8AC-19CA-E4BB636B6CAC}"/>
              </a:ext>
            </a:extLst>
          </p:cNvPr>
          <p:cNvSpPr txBox="1"/>
          <p:nvPr/>
        </p:nvSpPr>
        <p:spPr>
          <a:xfrm>
            <a:off x="6319033" y="4091514"/>
            <a:ext cx="6097836" cy="461665"/>
          </a:xfrm>
          <a:prstGeom prst="rect">
            <a:avLst/>
          </a:prstGeom>
          <a:noFill/>
        </p:spPr>
        <p:txBody>
          <a:bodyPr wrap="square">
            <a:spAutoFit/>
          </a:bodyPr>
          <a:lstStyle/>
          <a:p>
            <a:r>
              <a:rPr lang="en-IN" sz="2400" b="1" dirty="0">
                <a:solidFill>
                  <a:srgbClr val="FF0000"/>
                </a:solidFill>
                <a:latin typeface="Times New Roman"/>
                <a:cs typeface="Times New Roman"/>
              </a:rPr>
              <a:t>6. Leaf</a:t>
            </a:r>
          </a:p>
        </p:txBody>
      </p:sp>
      <p:pic>
        <p:nvPicPr>
          <p:cNvPr id="18" name="Picture 17">
            <a:extLst>
              <a:ext uri="{FF2B5EF4-FFF2-40B4-BE49-F238E27FC236}">
                <a16:creationId xmlns:a16="http://schemas.microsoft.com/office/drawing/2014/main" id="{2DF3E85C-C647-0F87-7355-544F15A38379}"/>
              </a:ext>
            </a:extLst>
          </p:cNvPr>
          <p:cNvPicPr>
            <a:picLocks noChangeAspect="1"/>
          </p:cNvPicPr>
          <p:nvPr/>
        </p:nvPicPr>
        <p:blipFill>
          <a:blip r:embed="rId5"/>
          <a:stretch>
            <a:fillRect/>
          </a:stretch>
        </p:blipFill>
        <p:spPr>
          <a:xfrm>
            <a:off x="5937920" y="4160995"/>
            <a:ext cx="6097836" cy="2857500"/>
          </a:xfrm>
          <a:prstGeom prst="rect">
            <a:avLst/>
          </a:prstGeom>
        </p:spPr>
      </p:pic>
    </p:spTree>
    <p:extLst>
      <p:ext uri="{BB962C8B-B14F-4D97-AF65-F5344CB8AC3E}">
        <p14:creationId xmlns:p14="http://schemas.microsoft.com/office/powerpoint/2010/main" val="2414417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7B1A01-BF79-8288-0E9A-DBE524A91366}"/>
              </a:ext>
            </a:extLst>
          </p:cNvPr>
          <p:cNvSpPr>
            <a:spLocks noGrp="1"/>
          </p:cNvSpPr>
          <p:nvPr>
            <p:ph idx="1"/>
          </p:nvPr>
        </p:nvSpPr>
        <p:spPr>
          <a:xfrm>
            <a:off x="838200" y="1277957"/>
            <a:ext cx="10515600" cy="4899006"/>
          </a:xfrm>
        </p:spPr>
        <p:txBody>
          <a:bodyPr/>
          <a:lstStyle/>
          <a:p>
            <a:pPr marL="0" indent="0">
              <a:buNone/>
            </a:pPr>
            <a:r>
              <a:rPr lang="en-IN" b="1" i="0" dirty="0">
                <a:solidFill>
                  <a:srgbClr val="E00D50"/>
                </a:solidFill>
                <a:effectLst/>
                <a:latin typeface="Open Sans" panose="020B0606030504020204" pitchFamily="34" charset="0"/>
              </a:rPr>
              <a:t>7. Degree</a:t>
            </a:r>
          </a:p>
          <a:p>
            <a:pPr marL="0" indent="0">
              <a:buNone/>
            </a:pPr>
            <a:endParaRPr lang="en-IN" dirty="0"/>
          </a:p>
        </p:txBody>
      </p:sp>
      <p:sp>
        <p:nvSpPr>
          <p:cNvPr id="4" name="Rounded Rectangle 17">
            <a:extLst>
              <a:ext uri="{FF2B5EF4-FFF2-40B4-BE49-F238E27FC236}">
                <a16:creationId xmlns:a16="http://schemas.microsoft.com/office/drawing/2014/main" id="{B1A6A48B-84C9-685D-BE31-060175DF8D36}"/>
              </a:ext>
            </a:extLst>
          </p:cNvPr>
          <p:cNvSpPr/>
          <p:nvPr/>
        </p:nvSpPr>
        <p:spPr>
          <a:xfrm>
            <a:off x="1546367" y="319049"/>
            <a:ext cx="9316264" cy="82972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i="0" dirty="0">
                <a:solidFill>
                  <a:schemeClr val="bg1"/>
                </a:solidFill>
                <a:effectLst/>
                <a:latin typeface="Comfortaa"/>
              </a:rPr>
              <a:t>Tree - Terminology</a:t>
            </a:r>
          </a:p>
        </p:txBody>
      </p:sp>
      <p:pic>
        <p:nvPicPr>
          <p:cNvPr id="5" name="Picture 4">
            <a:extLst>
              <a:ext uri="{FF2B5EF4-FFF2-40B4-BE49-F238E27FC236}">
                <a16:creationId xmlns:a16="http://schemas.microsoft.com/office/drawing/2014/main" id="{D20912F5-3992-2168-8255-51014557E90E}"/>
              </a:ext>
            </a:extLst>
          </p:cNvPr>
          <p:cNvPicPr>
            <a:picLocks noChangeAspect="1"/>
          </p:cNvPicPr>
          <p:nvPr/>
        </p:nvPicPr>
        <p:blipFill>
          <a:blip r:embed="rId2"/>
          <a:stretch>
            <a:fillRect/>
          </a:stretch>
        </p:blipFill>
        <p:spPr>
          <a:xfrm>
            <a:off x="217354" y="1658727"/>
            <a:ext cx="5764805" cy="2252261"/>
          </a:xfrm>
          <a:prstGeom prst="rect">
            <a:avLst/>
          </a:prstGeom>
        </p:spPr>
      </p:pic>
      <p:sp>
        <p:nvSpPr>
          <p:cNvPr id="7" name="TextBox 6">
            <a:extLst>
              <a:ext uri="{FF2B5EF4-FFF2-40B4-BE49-F238E27FC236}">
                <a16:creationId xmlns:a16="http://schemas.microsoft.com/office/drawing/2014/main" id="{D1887D6B-5453-D731-D7D1-81465A701662}"/>
              </a:ext>
            </a:extLst>
          </p:cNvPr>
          <p:cNvSpPr txBox="1"/>
          <p:nvPr/>
        </p:nvSpPr>
        <p:spPr>
          <a:xfrm>
            <a:off x="6094164" y="1277957"/>
            <a:ext cx="6097836" cy="461665"/>
          </a:xfrm>
          <a:prstGeom prst="rect">
            <a:avLst/>
          </a:prstGeom>
          <a:noFill/>
        </p:spPr>
        <p:txBody>
          <a:bodyPr wrap="square">
            <a:spAutoFit/>
          </a:bodyPr>
          <a:lstStyle/>
          <a:p>
            <a:pPr algn="just"/>
            <a:r>
              <a:rPr lang="en-IN" sz="2400" b="1" i="0" dirty="0">
                <a:solidFill>
                  <a:srgbClr val="E00D50"/>
                </a:solidFill>
                <a:effectLst/>
                <a:latin typeface="Open Sans" panose="020B0606030504020204" pitchFamily="34" charset="0"/>
              </a:rPr>
              <a:t>8. Level</a:t>
            </a:r>
          </a:p>
        </p:txBody>
      </p:sp>
      <p:pic>
        <p:nvPicPr>
          <p:cNvPr id="8" name="Picture 7">
            <a:extLst>
              <a:ext uri="{FF2B5EF4-FFF2-40B4-BE49-F238E27FC236}">
                <a16:creationId xmlns:a16="http://schemas.microsoft.com/office/drawing/2014/main" id="{F5BCD3BF-F2CF-2594-982A-4F3727A43397}"/>
              </a:ext>
            </a:extLst>
          </p:cNvPr>
          <p:cNvPicPr>
            <a:picLocks noChangeAspect="1"/>
          </p:cNvPicPr>
          <p:nvPr/>
        </p:nvPicPr>
        <p:blipFill>
          <a:blip r:embed="rId3"/>
          <a:stretch>
            <a:fillRect/>
          </a:stretch>
        </p:blipFill>
        <p:spPr>
          <a:xfrm>
            <a:off x="6209843" y="1670225"/>
            <a:ext cx="5870152" cy="2369949"/>
          </a:xfrm>
          <a:prstGeom prst="rect">
            <a:avLst/>
          </a:prstGeom>
        </p:spPr>
      </p:pic>
      <p:sp>
        <p:nvSpPr>
          <p:cNvPr id="10" name="TextBox 9">
            <a:extLst>
              <a:ext uri="{FF2B5EF4-FFF2-40B4-BE49-F238E27FC236}">
                <a16:creationId xmlns:a16="http://schemas.microsoft.com/office/drawing/2014/main" id="{E4430853-6C84-D62C-8201-AEBFA997268C}"/>
              </a:ext>
            </a:extLst>
          </p:cNvPr>
          <p:cNvSpPr txBox="1"/>
          <p:nvPr/>
        </p:nvSpPr>
        <p:spPr>
          <a:xfrm>
            <a:off x="320868" y="3871469"/>
            <a:ext cx="6406308" cy="461665"/>
          </a:xfrm>
          <a:prstGeom prst="rect">
            <a:avLst/>
          </a:prstGeom>
          <a:noFill/>
        </p:spPr>
        <p:txBody>
          <a:bodyPr wrap="square">
            <a:spAutoFit/>
          </a:bodyPr>
          <a:lstStyle/>
          <a:p>
            <a:pPr algn="just"/>
            <a:r>
              <a:rPr lang="en-IN" sz="2400" b="1" dirty="0">
                <a:solidFill>
                  <a:srgbClr val="E00D50"/>
                </a:solidFill>
                <a:latin typeface="Open Sans" panose="020B0606030504020204" pitchFamily="34" charset="0"/>
              </a:rPr>
              <a:t>9. </a:t>
            </a:r>
            <a:r>
              <a:rPr lang="en-IN" sz="2400" b="1" i="0" dirty="0">
                <a:solidFill>
                  <a:srgbClr val="E00D50"/>
                </a:solidFill>
                <a:effectLst/>
                <a:latin typeface="Open Sans" panose="020B0606030504020204" pitchFamily="34" charset="0"/>
              </a:rPr>
              <a:t>Height</a:t>
            </a:r>
          </a:p>
        </p:txBody>
      </p:sp>
      <p:pic>
        <p:nvPicPr>
          <p:cNvPr id="11" name="Picture 10">
            <a:extLst>
              <a:ext uri="{FF2B5EF4-FFF2-40B4-BE49-F238E27FC236}">
                <a16:creationId xmlns:a16="http://schemas.microsoft.com/office/drawing/2014/main" id="{29667189-3589-936E-F717-CD4A139B19EC}"/>
              </a:ext>
            </a:extLst>
          </p:cNvPr>
          <p:cNvPicPr>
            <a:picLocks noChangeAspect="1"/>
          </p:cNvPicPr>
          <p:nvPr/>
        </p:nvPicPr>
        <p:blipFill>
          <a:blip r:embed="rId4"/>
          <a:stretch>
            <a:fillRect/>
          </a:stretch>
        </p:blipFill>
        <p:spPr>
          <a:xfrm>
            <a:off x="438844" y="4303255"/>
            <a:ext cx="5870152" cy="2626677"/>
          </a:xfrm>
          <a:prstGeom prst="rect">
            <a:avLst/>
          </a:prstGeom>
        </p:spPr>
      </p:pic>
      <p:sp>
        <p:nvSpPr>
          <p:cNvPr id="13" name="TextBox 12">
            <a:extLst>
              <a:ext uri="{FF2B5EF4-FFF2-40B4-BE49-F238E27FC236}">
                <a16:creationId xmlns:a16="http://schemas.microsoft.com/office/drawing/2014/main" id="{386EA68A-F188-BC13-E629-C23F9C2265B3}"/>
              </a:ext>
            </a:extLst>
          </p:cNvPr>
          <p:cNvSpPr txBox="1"/>
          <p:nvPr/>
        </p:nvSpPr>
        <p:spPr>
          <a:xfrm>
            <a:off x="6089573" y="4063109"/>
            <a:ext cx="6097836" cy="461665"/>
          </a:xfrm>
          <a:prstGeom prst="rect">
            <a:avLst/>
          </a:prstGeom>
          <a:noFill/>
        </p:spPr>
        <p:txBody>
          <a:bodyPr wrap="square">
            <a:spAutoFit/>
          </a:bodyPr>
          <a:lstStyle/>
          <a:p>
            <a:pPr algn="just"/>
            <a:r>
              <a:rPr lang="en-IN" sz="2400" b="1" i="0" dirty="0">
                <a:solidFill>
                  <a:srgbClr val="E00D50"/>
                </a:solidFill>
                <a:effectLst/>
                <a:latin typeface="Open Sans" panose="020B0606030504020204" pitchFamily="34" charset="0"/>
              </a:rPr>
              <a:t>10. Sub Tree</a:t>
            </a:r>
          </a:p>
        </p:txBody>
      </p:sp>
      <p:pic>
        <p:nvPicPr>
          <p:cNvPr id="14" name="Picture 13">
            <a:extLst>
              <a:ext uri="{FF2B5EF4-FFF2-40B4-BE49-F238E27FC236}">
                <a16:creationId xmlns:a16="http://schemas.microsoft.com/office/drawing/2014/main" id="{D65AC50A-657E-1396-039B-D7FF97664407}"/>
              </a:ext>
            </a:extLst>
          </p:cNvPr>
          <p:cNvPicPr>
            <a:picLocks noChangeAspect="1"/>
          </p:cNvPicPr>
          <p:nvPr/>
        </p:nvPicPr>
        <p:blipFill>
          <a:blip r:embed="rId5"/>
          <a:stretch>
            <a:fillRect/>
          </a:stretch>
        </p:blipFill>
        <p:spPr>
          <a:xfrm>
            <a:off x="5970683" y="3952364"/>
            <a:ext cx="6667500" cy="2857500"/>
          </a:xfrm>
          <a:prstGeom prst="rect">
            <a:avLst/>
          </a:prstGeom>
        </p:spPr>
      </p:pic>
    </p:spTree>
    <p:extLst>
      <p:ext uri="{BB962C8B-B14F-4D97-AF65-F5344CB8AC3E}">
        <p14:creationId xmlns:p14="http://schemas.microsoft.com/office/powerpoint/2010/main" val="798906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800" b="1" dirty="0">
                <a:solidFill>
                  <a:schemeClr val="bg1"/>
                </a:solidFill>
                <a:latin typeface="Times New Roman"/>
                <a:cs typeface="Times New Roman"/>
              </a:rPr>
              <a:t>Example of Binary Tree with  nodes</a:t>
            </a:r>
            <a:endParaRPr lang="en-US" sz="2800" dirty="0">
              <a:solidFill>
                <a:schemeClr val="bg1"/>
              </a:solidFill>
              <a:latin typeface="Times New Roman"/>
              <a:cs typeface="Times New Roman"/>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751682" y="4353824"/>
            <a:ext cx="8053330" cy="1446550"/>
          </a:xfrm>
          <a:prstGeom prst="rect">
            <a:avLst/>
          </a:prstGeom>
        </p:spPr>
        <p:txBody>
          <a:bodyPr wrap="square">
            <a:spAutoFit/>
          </a:bodyPr>
          <a:lstStyle/>
          <a:p>
            <a:pPr lvl="1"/>
            <a:endParaRPr lang="en-IN" sz="3200" b="1" dirty="0">
              <a:solidFill>
                <a:srgbClr val="0070C0"/>
              </a:solidFill>
              <a:latin typeface="Times New Roman"/>
              <a:cs typeface="Times New Roman"/>
            </a:endParaRPr>
          </a:p>
          <a:p>
            <a:pPr lvl="1"/>
            <a:r>
              <a:rPr lang="en-IN" sz="3200" b="1" dirty="0">
                <a:latin typeface="Times New Roman"/>
                <a:cs typeface="Times New Roman"/>
              </a:rPr>
              <a:t>1. </a:t>
            </a:r>
            <a:r>
              <a:rPr lang="en-IN" sz="2400" b="1" i="0" dirty="0">
                <a:effectLst/>
                <a:latin typeface="Times New Roman"/>
                <a:cs typeface="Times New Roman"/>
              </a:rPr>
              <a:t>Array Representation of Binary Tree</a:t>
            </a:r>
          </a:p>
          <a:p>
            <a:pPr algn="just"/>
            <a:r>
              <a:rPr lang="en-IN" sz="2400" b="1" i="0" dirty="0">
                <a:effectLst/>
                <a:latin typeface="Times New Roman"/>
                <a:cs typeface="Times New Roman"/>
              </a:rPr>
              <a:t>      2. Linked List Representation of  Binary Tree</a:t>
            </a:r>
          </a:p>
        </p:txBody>
      </p:sp>
      <p:sp>
        <p:nvSpPr>
          <p:cNvPr id="7" name="Rounded Rectangle 17">
            <a:extLst>
              <a:ext uri="{FF2B5EF4-FFF2-40B4-BE49-F238E27FC236}">
                <a16:creationId xmlns:a16="http://schemas.microsoft.com/office/drawing/2014/main" id="{39DC903D-9003-4F3D-87E9-EE7D5BEB5D03}"/>
              </a:ext>
            </a:extLst>
          </p:cNvPr>
          <p:cNvSpPr/>
          <p:nvPr/>
        </p:nvSpPr>
        <p:spPr>
          <a:xfrm>
            <a:off x="1411158" y="4182550"/>
            <a:ext cx="8316736" cy="60007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latin typeface="Times New Roman"/>
                <a:cs typeface="Times New Roman"/>
              </a:rPr>
              <a:t>Types of </a:t>
            </a:r>
            <a:r>
              <a:rPr lang="en-IN" sz="2400" b="1" dirty="0">
                <a:solidFill>
                  <a:schemeClr val="bg1"/>
                </a:solidFill>
                <a:latin typeface="Times New Roman"/>
                <a:cs typeface="Times New Roman"/>
              </a:rPr>
              <a:t>Binary Tree Representations</a:t>
            </a:r>
            <a:endParaRPr lang="en-US" sz="2400" b="1" dirty="0">
              <a:ln w="0"/>
              <a:solidFill>
                <a:schemeClr val="bg1"/>
              </a:solidFill>
              <a:effectLst>
                <a:outerShdw blurRad="38100" dist="19050" dir="2700000" algn="tl" rotWithShape="0">
                  <a:schemeClr val="dk1">
                    <a:alpha val="40000"/>
                  </a:schemeClr>
                </a:outerShdw>
              </a:effectLst>
              <a:latin typeface="Times New Roman"/>
              <a:cs typeface="Times New Roman"/>
            </a:endParaRPr>
          </a:p>
        </p:txBody>
      </p:sp>
      <p:pic>
        <p:nvPicPr>
          <p:cNvPr id="1026" name="Picture 2" descr="binary tree">
            <a:extLst>
              <a:ext uri="{FF2B5EF4-FFF2-40B4-BE49-F238E27FC236}">
                <a16:creationId xmlns:a16="http://schemas.microsoft.com/office/drawing/2014/main" id="{40A55478-C36C-70EA-F59B-9FAB13A379A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62782" y="854482"/>
            <a:ext cx="5074452" cy="3299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7"/>
                                        </p:tgtEl>
                                      </p:cBhvr>
                                    </p:animEffect>
                                    <p:animScale>
                                      <p:cBhvr>
                                        <p:cTn id="12"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latin typeface="Times New Roman"/>
                <a:cs typeface="Times New Roman"/>
              </a:rPr>
              <a:t>             Types of Binary Tree               </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289253" y="1086772"/>
            <a:ext cx="11866715" cy="4154984"/>
          </a:xfrm>
          <a:prstGeom prst="rect">
            <a:avLst/>
          </a:prstGeom>
          <a:noFill/>
        </p:spPr>
        <p:txBody>
          <a:bodyPr wrap="square" rtlCol="0">
            <a:spAutoFit/>
          </a:bodyPr>
          <a:lstStyle/>
          <a:p>
            <a:r>
              <a:rPr lang="en-IN" sz="2400" b="1" dirty="0">
                <a:latin typeface="Times New Roman"/>
                <a:cs typeface="Times New Roman"/>
              </a:rPr>
              <a:t> </a:t>
            </a:r>
            <a:r>
              <a:rPr lang="en-IN" sz="2800" b="1" i="0" dirty="0">
                <a:effectLst/>
                <a:latin typeface="Times New Roman"/>
                <a:cs typeface="Times New Roman"/>
              </a:rPr>
              <a:t>1. Array Representation of Binary Tree</a:t>
            </a:r>
          </a:p>
          <a:p>
            <a:r>
              <a:rPr lang="en-IN" sz="2000" b="0" i="0" dirty="0">
                <a:solidFill>
                  <a:srgbClr val="333333"/>
                </a:solidFill>
                <a:effectLst/>
                <a:latin typeface="Times New Roman"/>
                <a:cs typeface="Times New Roman"/>
              </a:rPr>
              <a:t>In array representation of a binary tree, we use one-dimensional array (1-D Array) to represent a binary tree.</a:t>
            </a:r>
            <a:br>
              <a:rPr lang="en-IN" sz="2000" dirty="0">
                <a:latin typeface="Times New Roman"/>
                <a:cs typeface="Times New Roman"/>
              </a:rPr>
            </a:br>
            <a:r>
              <a:rPr lang="en-IN" sz="2000" b="0" i="0" dirty="0">
                <a:solidFill>
                  <a:srgbClr val="333333"/>
                </a:solidFill>
                <a:effectLst/>
                <a:latin typeface="Times New Roman"/>
                <a:cs typeface="Times New Roman"/>
              </a:rPr>
              <a:t>Consider the above example of a binary tree and it is represented as follows...</a:t>
            </a:r>
            <a:endParaRPr lang="en-IN" sz="2000" b="1" i="0" dirty="0">
              <a:effectLst/>
              <a:latin typeface="Times New Roman"/>
              <a:cs typeface="Times New Roman"/>
            </a:endParaRPr>
          </a:p>
          <a:p>
            <a:endParaRPr lang="en-IN" sz="2800" dirty="0">
              <a:latin typeface="Times New Roman"/>
              <a:cs typeface="Times New Roman"/>
            </a:endParaRPr>
          </a:p>
          <a:p>
            <a:endParaRPr lang="en-IN" sz="2800" b="1" dirty="0">
              <a:latin typeface="Times New Roman"/>
              <a:cs typeface="Times New Roman"/>
            </a:endParaRPr>
          </a:p>
          <a:p>
            <a:endParaRPr lang="en-IN" sz="2800" b="1" dirty="0">
              <a:latin typeface="Times New Roman"/>
              <a:cs typeface="Times New Roman"/>
            </a:endParaRPr>
          </a:p>
          <a:p>
            <a:r>
              <a:rPr lang="en-IN" sz="2800" b="1" i="0" dirty="0">
                <a:effectLst/>
                <a:latin typeface="Times New Roman"/>
                <a:cs typeface="Times New Roman"/>
              </a:rPr>
              <a:t>2. Linked List Representation of Binary Tree</a:t>
            </a:r>
          </a:p>
          <a:p>
            <a:endParaRPr lang="en-IN" sz="2800" b="1" i="0" dirty="0">
              <a:effectLst/>
              <a:latin typeface="Times New Roman"/>
              <a:cs typeface="Times New Roman"/>
            </a:endParaRPr>
          </a:p>
          <a:p>
            <a:endParaRPr lang="en-IN" sz="2800" dirty="0">
              <a:latin typeface="Times New Roman"/>
              <a:cs typeface="Times New Roman"/>
            </a:endParaRPr>
          </a:p>
          <a:p>
            <a:r>
              <a:rPr lang="en-IN" sz="2800" b="1" dirty="0">
                <a:latin typeface="Times New Roman"/>
                <a:cs typeface="Times New Roman"/>
              </a:rPr>
              <a:t>			</a:t>
            </a:r>
            <a:r>
              <a:rPr lang="en-IN" sz="2000" b="1" dirty="0">
                <a:latin typeface="Times New Roman"/>
                <a:cs typeface="Times New Roman"/>
              </a:rPr>
              <a:t> </a:t>
            </a:r>
            <a:endParaRPr lang="en-IN" sz="2000" dirty="0">
              <a:latin typeface="Times New Roman"/>
              <a:cs typeface="Times New Roman"/>
            </a:endParaRPr>
          </a:p>
        </p:txBody>
      </p:sp>
      <p:pic>
        <p:nvPicPr>
          <p:cNvPr id="2054" name="Picture 6" descr="binary tree array representation">
            <a:extLst>
              <a:ext uri="{FF2B5EF4-FFF2-40B4-BE49-F238E27FC236}">
                <a16:creationId xmlns:a16="http://schemas.microsoft.com/office/drawing/2014/main" id="{A3AB0EAC-AA3D-1A6E-71C4-DF7ADE904C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181340"/>
            <a:ext cx="11430000" cy="152032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inary Tree Linked List Representation">
            <a:extLst>
              <a:ext uri="{FF2B5EF4-FFF2-40B4-BE49-F238E27FC236}">
                <a16:creationId xmlns:a16="http://schemas.microsoft.com/office/drawing/2014/main" id="{2B18A98C-F243-8647-E177-CB2FE762BA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6250" y="3807333"/>
            <a:ext cx="5354197" cy="2980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656544" y="245393"/>
            <a:ext cx="9454884"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3200" dirty="0">
                <a:latin typeface="Times New Roman"/>
                <a:cs typeface="Times New Roman"/>
              </a:rPr>
              <a:t>             Types of binary tree traversals.</a:t>
            </a:r>
            <a:r>
              <a:rPr lang="en-US" sz="4000" dirty="0">
                <a:latin typeface="Times New Roman"/>
                <a:cs typeface="Times New Roman"/>
              </a:rPr>
              <a:t>  </a:t>
            </a:r>
            <a:r>
              <a:rPr lang="en-US" sz="4400" dirty="0">
                <a:latin typeface="Times New Roman"/>
                <a:cs typeface="Times New Roman"/>
              </a:rPr>
              <a:t>   </a:t>
            </a:r>
            <a:r>
              <a:rPr lang="en-US" sz="3200" dirty="0">
                <a:latin typeface="Times New Roman"/>
                <a:cs typeface="Times New Roman"/>
              </a:rPr>
              <a:t>                     </a:t>
            </a:r>
            <a:endParaRPr lang="en-US" sz="2400" dirty="0">
              <a:latin typeface="Times New Roman"/>
              <a:cs typeface="Times New Roman"/>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56259" y="1320731"/>
            <a:ext cx="11542815" cy="5447645"/>
          </a:xfrm>
          <a:prstGeom prst="rect">
            <a:avLst/>
          </a:prstGeom>
        </p:spPr>
        <p:txBody>
          <a:bodyPr wrap="square" lIns="91440" tIns="45720" rIns="91440" bIns="45720" anchor="t">
            <a:spAutoFit/>
          </a:bodyPr>
          <a:lstStyle/>
          <a:p>
            <a:pPr algn="just"/>
            <a:r>
              <a:rPr lang="en-IN" sz="2400" dirty="0">
                <a:latin typeface="Times New Roman"/>
                <a:cs typeface="Times New Roman"/>
              </a:rPr>
              <a:t> </a:t>
            </a:r>
            <a:r>
              <a:rPr lang="en-IN" sz="2400" b="0" i="0" dirty="0">
                <a:solidFill>
                  <a:srgbClr val="333333"/>
                </a:solidFill>
                <a:effectLst/>
                <a:latin typeface="Times New Roman"/>
                <a:cs typeface="Times New Roman"/>
              </a:rPr>
              <a:t>There are three types of binary tree traversals.</a:t>
            </a:r>
          </a:p>
          <a:p>
            <a:pPr algn="just">
              <a:buFont typeface="+mj-lt"/>
              <a:buAutoNum type="arabicPeriod"/>
            </a:pPr>
            <a:r>
              <a:rPr lang="en-IN" sz="2400" b="1" i="0" dirty="0">
                <a:solidFill>
                  <a:srgbClr val="333333"/>
                </a:solidFill>
                <a:effectLst/>
                <a:latin typeface="Times New Roman"/>
                <a:cs typeface="Times New Roman"/>
              </a:rPr>
              <a:t>In - Order Traversal</a:t>
            </a:r>
          </a:p>
          <a:p>
            <a:pPr algn="just">
              <a:buFont typeface="+mj-lt"/>
              <a:buAutoNum type="arabicPeriod"/>
            </a:pPr>
            <a:r>
              <a:rPr lang="en-IN" sz="2400" b="1" i="0" dirty="0">
                <a:solidFill>
                  <a:srgbClr val="333333"/>
                </a:solidFill>
                <a:effectLst/>
                <a:latin typeface="Times New Roman"/>
                <a:cs typeface="Times New Roman"/>
              </a:rPr>
              <a:t>Pre - Order Traversal</a:t>
            </a:r>
          </a:p>
          <a:p>
            <a:pPr algn="just">
              <a:buFont typeface="+mj-lt"/>
              <a:buAutoNum type="arabicPeriod"/>
            </a:pPr>
            <a:r>
              <a:rPr lang="en-IN" sz="2400" b="1" i="0" dirty="0">
                <a:solidFill>
                  <a:srgbClr val="333333"/>
                </a:solidFill>
                <a:effectLst/>
                <a:latin typeface="Times New Roman"/>
                <a:cs typeface="Times New Roman"/>
              </a:rPr>
              <a:t>Post - Order Traversal</a:t>
            </a:r>
          </a:p>
          <a:p>
            <a:pPr algn="just"/>
            <a:endParaRPr lang="en-IN" sz="2400" b="1" dirty="0">
              <a:solidFill>
                <a:srgbClr val="333333"/>
              </a:solidFill>
              <a:latin typeface="Times New Roman"/>
              <a:cs typeface="Times New Roman"/>
            </a:endParaRPr>
          </a:p>
          <a:p>
            <a:pPr algn="just"/>
            <a:r>
              <a:rPr lang="en-IN" sz="2400" b="1" i="0" dirty="0">
                <a:effectLst/>
                <a:latin typeface="Times New Roman"/>
                <a:cs typeface="Times New Roman"/>
              </a:rPr>
              <a:t>1.In - Order Traversal ( </a:t>
            </a:r>
            <a:r>
              <a:rPr lang="en-IN" sz="2400" b="1" i="0" dirty="0" err="1">
                <a:effectLst/>
                <a:latin typeface="Times New Roman"/>
                <a:cs typeface="Times New Roman"/>
              </a:rPr>
              <a:t>leftChild</a:t>
            </a:r>
            <a:r>
              <a:rPr lang="en-IN" sz="2400" b="1" i="0" dirty="0">
                <a:effectLst/>
                <a:latin typeface="Times New Roman"/>
                <a:cs typeface="Times New Roman"/>
              </a:rPr>
              <a:t> - root - </a:t>
            </a:r>
            <a:r>
              <a:rPr lang="en-IN" sz="2400" b="1" i="0" dirty="0" err="1">
                <a:effectLst/>
                <a:latin typeface="Times New Roman"/>
                <a:cs typeface="Times New Roman"/>
              </a:rPr>
              <a:t>rightChild</a:t>
            </a:r>
            <a:r>
              <a:rPr lang="en-IN" sz="2400" b="1" i="0" dirty="0">
                <a:effectLst/>
                <a:latin typeface="Times New Roman"/>
                <a:cs typeface="Times New Roman"/>
              </a:rPr>
              <a:t> )</a:t>
            </a:r>
          </a:p>
          <a:p>
            <a:pPr>
              <a:lnSpc>
                <a:spcPct val="150000"/>
              </a:lnSpc>
            </a:pPr>
            <a:r>
              <a:rPr lang="en-IN" sz="2400" b="0" i="0" dirty="0">
                <a:solidFill>
                  <a:srgbClr val="333333"/>
                </a:solidFill>
                <a:effectLst/>
                <a:latin typeface="Times New Roman"/>
                <a:cs typeface="Times New Roman"/>
              </a:rPr>
              <a:t>In In-Order traversal, the root node is visited between the left child and right child. In this traversal, the left child node is visited first, then the root node is visited and later we go for visiting the right child node. This in-order traversal is applicable for every root node of all subtrees in the tree. This is performed recursively for all nodes in the tree.</a:t>
            </a:r>
            <a:endParaRPr lang="en-IN" sz="2400" b="1" i="0" dirty="0">
              <a:solidFill>
                <a:srgbClr val="E00D50"/>
              </a:solidFill>
              <a:effectLst/>
              <a:latin typeface="Times New Roman"/>
              <a:cs typeface="Times New Roman"/>
            </a:endParaRPr>
          </a:p>
          <a:p>
            <a:pPr>
              <a:lnSpc>
                <a:spcPct val="150000"/>
              </a:lnSpc>
            </a:pPr>
            <a:endParaRPr lang="en-IN" sz="2400" dirty="0">
              <a:latin typeface="Times New Roman"/>
              <a:cs typeface="Times New Roman"/>
            </a:endParaRPr>
          </a:p>
          <a:p>
            <a:pPr lvl="1">
              <a:buFont typeface="Wingdings" pitchFamily="2" charset="2"/>
              <a:buChar char="v"/>
            </a:pPr>
            <a:endParaRPr lang="en-IN" sz="2400" dirty="0">
              <a:latin typeface="Times New Roman"/>
              <a:cs typeface="Times New Roman"/>
            </a:endParaRPr>
          </a:p>
        </p:txBody>
      </p:sp>
      <p:sp>
        <p:nvSpPr>
          <p:cNvPr id="3" name="AutoShape 2">
            <a:extLst>
              <a:ext uri="{FF2B5EF4-FFF2-40B4-BE49-F238E27FC236}">
                <a16:creationId xmlns:a16="http://schemas.microsoft.com/office/drawing/2014/main" id="{D894DDE0-3FF1-5533-97E5-6DA0EB6EEA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a:cs typeface="Times New Roman"/>
            </a:endParaRP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990477"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latin typeface="Times New Roman"/>
                <a:cs typeface="Times New Roman"/>
              </a:rPr>
              <a:t>Example </a:t>
            </a:r>
            <a:r>
              <a:rPr lang="en-US" sz="2400" b="1" dirty="0">
                <a:latin typeface="Times New Roman"/>
                <a:cs typeface="Times New Roman"/>
              </a:rPr>
              <a:t>of </a:t>
            </a:r>
            <a:r>
              <a:rPr lang="en-IN" sz="2400" b="1" dirty="0">
                <a:latin typeface="Times New Roman"/>
                <a:cs typeface="Times New Roman"/>
              </a:rPr>
              <a:t>In-Order Traversal</a:t>
            </a:r>
            <a:r>
              <a:rPr lang="en-US" sz="2400" b="1" dirty="0">
                <a:latin typeface="Times New Roman"/>
                <a:cs typeface="Times New Roman"/>
              </a:rPr>
              <a:t>                     </a:t>
            </a:r>
            <a:r>
              <a:rPr lang="en-US" sz="2400" dirty="0">
                <a:latin typeface="Times New Roman"/>
                <a:cs typeface="Times New Roman"/>
              </a:rPr>
              <a:t>(Cont..)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24592" y="1331748"/>
            <a:ext cx="11542815" cy="5539978"/>
          </a:xfrm>
          <a:prstGeom prst="rect">
            <a:avLst/>
          </a:prstGeom>
        </p:spPr>
        <p:txBody>
          <a:bodyPr wrap="square" lIns="91440" tIns="45720" rIns="91440" bIns="45720" anchor="t">
            <a:spAutoFit/>
          </a:bodyPr>
          <a:lstStyle/>
          <a:p>
            <a:r>
              <a:rPr lang="en-IN" sz="2400" b="1" i="0" dirty="0">
                <a:effectLst/>
                <a:latin typeface="Times New Roman"/>
                <a:cs typeface="Times New Roman"/>
              </a:rPr>
              <a:t>In-Order Traversal for </a:t>
            </a:r>
            <a:r>
              <a:rPr lang="en-IN" sz="2400" b="1" i="0" dirty="0" err="1">
                <a:effectLst/>
                <a:latin typeface="Times New Roman"/>
                <a:cs typeface="Times New Roman"/>
              </a:rPr>
              <a:t>belo</a:t>
            </a:r>
            <a:r>
              <a:rPr lang="en-IN" sz="2400" b="1" i="0" dirty="0">
                <a:effectLst/>
                <a:latin typeface="Times New Roman"/>
                <a:cs typeface="Times New Roman"/>
              </a:rPr>
              <a:t> example of binary tree is</a:t>
            </a:r>
            <a:br>
              <a:rPr lang="en-IN" sz="2400" dirty="0">
                <a:latin typeface="Times New Roman"/>
                <a:cs typeface="Times New Roman"/>
              </a:rPr>
            </a:br>
            <a:r>
              <a:rPr lang="en-IN" sz="2400" dirty="0">
                <a:latin typeface="Times New Roman"/>
                <a:cs typeface="Times New Roman"/>
              </a:rPr>
              <a:t>                           </a:t>
            </a:r>
            <a:r>
              <a:rPr lang="en-IN" sz="2400" b="1" i="0" dirty="0">
                <a:solidFill>
                  <a:srgbClr val="333333"/>
                </a:solidFill>
                <a:effectLst/>
                <a:latin typeface="Times New Roman"/>
                <a:cs typeface="Times New Roman"/>
              </a:rPr>
              <a:t>I - D - J - B - F - A - G - K - C - H</a:t>
            </a:r>
          </a:p>
          <a:p>
            <a:endParaRPr lang="en-IN" sz="2400" b="1" dirty="0">
              <a:latin typeface="Times New Roman"/>
              <a:cs typeface="Times New Roman"/>
            </a:endParaRPr>
          </a:p>
          <a:p>
            <a:endParaRPr lang="en-IN" sz="2400" b="1" dirty="0">
              <a:latin typeface="Times New Roman"/>
              <a:cs typeface="Times New Roman"/>
            </a:endParaRPr>
          </a:p>
          <a:p>
            <a:endParaRPr lang="en-IN" sz="2400" b="1" dirty="0">
              <a:latin typeface="Times New Roman"/>
              <a:cs typeface="Times New Roman"/>
            </a:endParaRPr>
          </a:p>
          <a:p>
            <a:endParaRPr lang="en-IN" sz="2400" b="1" dirty="0">
              <a:latin typeface="Times New Roman"/>
              <a:cs typeface="Times New Roman"/>
            </a:endParaRPr>
          </a:p>
          <a:p>
            <a:endParaRPr lang="en-IN" sz="2000" dirty="0">
              <a:latin typeface="Times New Roman"/>
              <a:cs typeface="Times New Roman"/>
            </a:endParaRPr>
          </a:p>
          <a:p>
            <a:endParaRPr lang="en-IN" sz="2000" dirty="0">
              <a:latin typeface="Times New Roman"/>
              <a:cs typeface="Times New Roman"/>
            </a:endParaRPr>
          </a:p>
          <a:p>
            <a:endParaRPr lang="en-IN" sz="2000" dirty="0">
              <a:latin typeface="Times New Roman"/>
              <a:cs typeface="Times New Roman"/>
            </a:endParaRPr>
          </a:p>
          <a:p>
            <a:endParaRPr lang="en-IN" sz="2000" dirty="0">
              <a:latin typeface="Times New Roman"/>
              <a:cs typeface="Times New Roman"/>
            </a:endParaRPr>
          </a:p>
          <a:p>
            <a:pPr algn="just"/>
            <a:r>
              <a:rPr lang="en-IN" sz="2000" b="1" i="0" dirty="0">
                <a:effectLst/>
                <a:latin typeface="Times New Roman"/>
                <a:cs typeface="Times New Roman"/>
              </a:rPr>
              <a:t>2. Pre - Order Traversal ( root - </a:t>
            </a:r>
            <a:r>
              <a:rPr lang="en-IN" sz="2000" b="1" i="0" dirty="0" err="1">
                <a:effectLst/>
                <a:latin typeface="Times New Roman"/>
                <a:cs typeface="Times New Roman"/>
              </a:rPr>
              <a:t>leftChild</a:t>
            </a:r>
            <a:r>
              <a:rPr lang="en-IN" sz="2000" b="1" i="0" dirty="0">
                <a:effectLst/>
                <a:latin typeface="Times New Roman"/>
                <a:cs typeface="Times New Roman"/>
              </a:rPr>
              <a:t> - </a:t>
            </a:r>
            <a:r>
              <a:rPr lang="en-IN" sz="2000" b="1" i="0" dirty="0" err="1">
                <a:effectLst/>
                <a:latin typeface="Times New Roman"/>
                <a:cs typeface="Times New Roman"/>
              </a:rPr>
              <a:t>rightChild</a:t>
            </a:r>
            <a:r>
              <a:rPr lang="en-IN" sz="2000" b="1" i="0" dirty="0">
                <a:effectLst/>
                <a:latin typeface="Times New Roman"/>
                <a:cs typeface="Times New Roman"/>
              </a:rPr>
              <a:t> )</a:t>
            </a:r>
          </a:p>
          <a:p>
            <a:pPr algn="just">
              <a:lnSpc>
                <a:spcPct val="150000"/>
              </a:lnSpc>
            </a:pPr>
            <a:r>
              <a:rPr lang="en-IN" sz="2000" b="0" i="0" dirty="0">
                <a:solidFill>
                  <a:srgbClr val="333333"/>
                </a:solidFill>
                <a:effectLst/>
                <a:latin typeface="Times New Roman"/>
                <a:cs typeface="Times New Roman"/>
              </a:rPr>
              <a:t>In Pre-Order traversal, the root node is visited before the left child and right child nodes. In this traversal, the root node is visited first, then its left child and later its right child. This pre-order traversal is applicable for every root node of all subtrees in the tree.</a:t>
            </a:r>
          </a:p>
          <a:p>
            <a:endParaRPr lang="en-IN" sz="2000" dirty="0">
              <a:latin typeface="Times New Roman"/>
              <a:cs typeface="Times New Roman"/>
            </a:endParaRPr>
          </a:p>
        </p:txBody>
      </p:sp>
      <p:pic>
        <p:nvPicPr>
          <p:cNvPr id="9" name="Picture 8">
            <a:extLst>
              <a:ext uri="{FF2B5EF4-FFF2-40B4-BE49-F238E27FC236}">
                <a16:creationId xmlns:a16="http://schemas.microsoft.com/office/drawing/2014/main" id="{E91D9C50-7588-FC0C-68F8-6721C3629AC8}"/>
              </a:ext>
            </a:extLst>
          </p:cNvPr>
          <p:cNvPicPr>
            <a:picLocks noChangeAspect="1"/>
          </p:cNvPicPr>
          <p:nvPr/>
        </p:nvPicPr>
        <p:blipFill>
          <a:blip r:embed="rId3"/>
          <a:stretch>
            <a:fillRect/>
          </a:stretch>
        </p:blipFill>
        <p:spPr>
          <a:xfrm>
            <a:off x="2266491" y="2000250"/>
            <a:ext cx="6667500" cy="2857500"/>
          </a:xfrm>
          <a:prstGeom prst="rect">
            <a:avLst/>
          </a:prstGeom>
        </p:spPr>
      </p:pic>
    </p:spTree>
    <p:extLst>
      <p:ext uri="{BB962C8B-B14F-4D97-AF65-F5344CB8AC3E}">
        <p14:creationId xmlns:p14="http://schemas.microsoft.com/office/powerpoint/2010/main" val="3142842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90" y="253280"/>
            <a:ext cx="6164540"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latin typeface="Times New Roman"/>
                <a:cs typeface="Times New Roman"/>
              </a:rPr>
              <a:t>Example </a:t>
            </a:r>
            <a:r>
              <a:rPr lang="en-US" sz="2800" b="1" dirty="0">
                <a:latin typeface="Times New Roman"/>
                <a:cs typeface="Times New Roman"/>
              </a:rPr>
              <a:t>of </a:t>
            </a:r>
            <a:r>
              <a:rPr lang="en-IN" sz="2800" b="1" dirty="0">
                <a:latin typeface="Times New Roman"/>
                <a:cs typeface="Times New Roman"/>
              </a:rPr>
              <a:t>Pre -Order Traversal</a:t>
            </a:r>
            <a:endParaRPr lang="en-US" sz="2400" dirty="0">
              <a:solidFill>
                <a:schemeClr val="bg1"/>
              </a:solidFill>
              <a:latin typeface="Times New Roman"/>
              <a:cs typeface="Times New Roman"/>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id="{2704523A-7E4C-DE5A-212E-C427D140B3DD}"/>
              </a:ext>
            </a:extLst>
          </p:cNvPr>
          <p:cNvSpPr>
            <a:spLocks noGrp="1"/>
          </p:cNvSpPr>
          <p:nvPr>
            <p:ph idx="1"/>
          </p:nvPr>
        </p:nvSpPr>
        <p:spPr>
          <a:xfrm>
            <a:off x="838200" y="1156771"/>
            <a:ext cx="10515600" cy="5364602"/>
          </a:xfrm>
        </p:spPr>
        <p:txBody>
          <a:bodyPr lIns="91440" tIns="45720" rIns="91440" bIns="45720" anchor="t"/>
          <a:lstStyle/>
          <a:p>
            <a:pPr marL="0" indent="0">
              <a:buNone/>
            </a:pPr>
            <a:r>
              <a:rPr lang="en-IN" b="1" i="0" dirty="0">
                <a:effectLst/>
                <a:latin typeface="Times New Roman"/>
                <a:cs typeface="Times New Roman"/>
              </a:rPr>
              <a:t>Pre-Order Traversal for </a:t>
            </a:r>
            <a:r>
              <a:rPr lang="en-IN" b="1" dirty="0">
                <a:latin typeface="Times New Roman"/>
                <a:cs typeface="Times New Roman"/>
              </a:rPr>
              <a:t>belo</a:t>
            </a:r>
            <a:r>
              <a:rPr lang="en-IN" b="1" dirty="0">
                <a:latin typeface="Times New Roman"/>
                <a:ea typeface="+mn-lt"/>
                <a:cs typeface="+mn-lt"/>
              </a:rPr>
              <a:t>w</a:t>
            </a:r>
            <a:r>
              <a:rPr lang="en-IN" b="1" dirty="0">
                <a:latin typeface="Times New Roman"/>
                <a:cs typeface="Times New Roman"/>
              </a:rPr>
              <a:t> </a:t>
            </a:r>
            <a:r>
              <a:rPr lang="en-IN" b="1" i="0" dirty="0">
                <a:effectLst/>
                <a:latin typeface="Times New Roman"/>
                <a:cs typeface="Times New Roman"/>
              </a:rPr>
              <a:t>example binary tree is</a:t>
            </a:r>
            <a:br>
              <a:rPr lang="en-IN" dirty="0">
                <a:latin typeface="Times New Roman"/>
                <a:cs typeface="Times New Roman"/>
              </a:rPr>
            </a:br>
            <a:r>
              <a:rPr lang="en-IN" dirty="0">
                <a:latin typeface="Times New Roman"/>
                <a:cs typeface="Times New Roman"/>
              </a:rPr>
              <a:t>                        </a:t>
            </a:r>
            <a:r>
              <a:rPr lang="en-IN" b="1" i="0" dirty="0">
                <a:solidFill>
                  <a:srgbClr val="333333"/>
                </a:solidFill>
                <a:effectLst/>
                <a:latin typeface="Times New Roman"/>
                <a:cs typeface="Times New Roman"/>
              </a:rPr>
              <a:t>A - B - D - I - J - F - C - G - K - H</a:t>
            </a:r>
          </a:p>
          <a:p>
            <a:endParaRPr lang="en-IN" dirty="0">
              <a:latin typeface="Times New Roman"/>
              <a:cs typeface="Times New Roman"/>
            </a:endParaRPr>
          </a:p>
          <a:p>
            <a:endParaRPr lang="en-IN" dirty="0">
              <a:latin typeface="Times New Roman"/>
              <a:cs typeface="Times New Roman"/>
            </a:endParaRPr>
          </a:p>
          <a:p>
            <a:endParaRPr lang="en-IN" dirty="0">
              <a:latin typeface="Times New Roman"/>
              <a:cs typeface="Times New Roman"/>
            </a:endParaRPr>
          </a:p>
          <a:p>
            <a:endParaRPr lang="en-IN" dirty="0">
              <a:latin typeface="Times New Roman"/>
              <a:cs typeface="Times New Roman"/>
            </a:endParaRPr>
          </a:p>
          <a:p>
            <a:r>
              <a:rPr lang="en-IN" sz="2400" b="1" i="0" dirty="0">
                <a:effectLst/>
                <a:latin typeface="Times New Roman"/>
                <a:cs typeface="Times New Roman"/>
              </a:rPr>
              <a:t>3. Post - Order Traversal ( </a:t>
            </a:r>
            <a:r>
              <a:rPr lang="en-IN" sz="2400" b="1" i="0" dirty="0" err="1">
                <a:effectLst/>
                <a:latin typeface="Times New Roman"/>
                <a:cs typeface="Times New Roman"/>
              </a:rPr>
              <a:t>leftChild</a:t>
            </a:r>
            <a:r>
              <a:rPr lang="en-IN" sz="2400" b="1" i="0" dirty="0">
                <a:effectLst/>
                <a:latin typeface="Times New Roman"/>
                <a:cs typeface="Times New Roman"/>
              </a:rPr>
              <a:t> - </a:t>
            </a:r>
            <a:r>
              <a:rPr lang="en-IN" sz="2400" b="1" i="0" dirty="0" err="1">
                <a:effectLst/>
                <a:latin typeface="Times New Roman"/>
                <a:cs typeface="Times New Roman"/>
              </a:rPr>
              <a:t>rightChild</a:t>
            </a:r>
            <a:r>
              <a:rPr lang="en-IN" sz="2400" b="1" i="0" dirty="0">
                <a:effectLst/>
                <a:latin typeface="Times New Roman"/>
                <a:cs typeface="Times New Roman"/>
              </a:rPr>
              <a:t> - root )</a:t>
            </a:r>
            <a:endParaRPr lang="en-IN" i="0" dirty="0">
              <a:effectLst/>
              <a:latin typeface="Times New Roman"/>
              <a:cs typeface="Times New Roman"/>
            </a:endParaRPr>
          </a:p>
          <a:p>
            <a:pPr marL="0" indent="0" algn="just">
              <a:lnSpc>
                <a:spcPct val="150000"/>
              </a:lnSpc>
              <a:buNone/>
            </a:pPr>
            <a:r>
              <a:rPr lang="en-IN" sz="2400" b="0" i="0" dirty="0">
                <a:solidFill>
                  <a:srgbClr val="333333"/>
                </a:solidFill>
                <a:effectLst/>
                <a:latin typeface="Times New Roman"/>
                <a:cs typeface="Times New Roman"/>
              </a:rPr>
              <a:t>In Post-Order traversal, the root node is visited after left child and right child. In this traversal, left child node is visited first, then its right child and then its root node. This is recursively performed until the right most node is visited.</a:t>
            </a:r>
            <a:br>
              <a:rPr lang="en-IN" sz="2400" b="0" i="0" dirty="0">
                <a:effectLst/>
                <a:latin typeface="Times New Roman"/>
                <a:cs typeface="Times New Roman"/>
              </a:rPr>
            </a:br>
            <a:endParaRPr lang="en-IN" b="0" i="0" dirty="0">
              <a:solidFill>
                <a:srgbClr val="333333"/>
              </a:solidFill>
              <a:effectLst/>
              <a:latin typeface="Times New Roman"/>
              <a:cs typeface="Times New Roman"/>
            </a:endParaRPr>
          </a:p>
          <a:p>
            <a:endParaRPr lang="en-IN" dirty="0">
              <a:latin typeface="Times New Roman"/>
              <a:cs typeface="Times New Roman"/>
            </a:endParaRPr>
          </a:p>
        </p:txBody>
      </p:sp>
      <p:pic>
        <p:nvPicPr>
          <p:cNvPr id="3" name="Picture 2">
            <a:extLst>
              <a:ext uri="{FF2B5EF4-FFF2-40B4-BE49-F238E27FC236}">
                <a16:creationId xmlns:a16="http://schemas.microsoft.com/office/drawing/2014/main" id="{C67BC0BE-AA04-650E-5936-188F5FB5C9CA}"/>
              </a:ext>
            </a:extLst>
          </p:cNvPr>
          <p:cNvPicPr>
            <a:picLocks noChangeAspect="1"/>
          </p:cNvPicPr>
          <p:nvPr/>
        </p:nvPicPr>
        <p:blipFill>
          <a:blip r:embed="rId3"/>
          <a:stretch>
            <a:fillRect/>
          </a:stretch>
        </p:blipFill>
        <p:spPr>
          <a:xfrm>
            <a:off x="2397642" y="1801061"/>
            <a:ext cx="5907602" cy="2510022"/>
          </a:xfrm>
          <a:prstGeom prst="rect">
            <a:avLst/>
          </a:prstGeom>
        </p:spPr>
      </p:pic>
    </p:spTree>
    <p:extLst>
      <p:ext uri="{BB962C8B-B14F-4D97-AF65-F5344CB8AC3E}">
        <p14:creationId xmlns:p14="http://schemas.microsoft.com/office/powerpoint/2010/main" val="10213656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90" y="253280"/>
            <a:ext cx="6592052"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600" b="1" dirty="0">
                <a:latin typeface="Times New Roman"/>
                <a:cs typeface="Times New Roman"/>
              </a:rPr>
              <a:t>Expression Tree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p:cNvSpPr>
            <a:spLocks noGrp="1"/>
          </p:cNvSpPr>
          <p:nvPr>
            <p:ph idx="1"/>
          </p:nvPr>
        </p:nvSpPr>
        <p:spPr>
          <a:xfrm>
            <a:off x="838199" y="1175656"/>
            <a:ext cx="11072751" cy="5498275"/>
          </a:xfrm>
        </p:spPr>
        <p:txBody>
          <a:bodyPr lIns="91440" tIns="45720" rIns="91440" bIns="45720" anchor="t"/>
          <a:lstStyle/>
          <a:p>
            <a:pPr marL="0" indent="0">
              <a:buNone/>
            </a:pPr>
            <a:r>
              <a:rPr lang="en-IN" sz="2400" b="0" i="0" dirty="0">
                <a:effectLst/>
                <a:latin typeface="Times New Roman"/>
                <a:cs typeface="Times New Roman"/>
              </a:rPr>
              <a:t>An expression tree is a special type of </a:t>
            </a:r>
            <a:r>
              <a:rPr lang="en-IN" sz="2400" b="1" i="0" dirty="0">
                <a:effectLst/>
                <a:latin typeface="Times New Roman"/>
                <a:cs typeface="Times New Roman"/>
              </a:rPr>
              <a:t> binary tree </a:t>
            </a:r>
            <a:r>
              <a:rPr lang="en-IN" sz="2400" b="0" i="0" dirty="0">
                <a:effectLst/>
                <a:latin typeface="Times New Roman"/>
                <a:cs typeface="Times New Roman"/>
              </a:rPr>
              <a:t> that is used to store algebraic expressions.</a:t>
            </a:r>
            <a:r>
              <a:rPr lang="en-IN" sz="2400" dirty="0">
                <a:latin typeface="Times New Roman"/>
                <a:cs typeface="Times New Roman"/>
              </a:rPr>
              <a:t> </a:t>
            </a:r>
            <a:endParaRPr lang="en-IN" sz="2400" b="0" i="0">
              <a:effectLst/>
              <a:latin typeface="Times New Roman"/>
              <a:cs typeface="Times New Roman"/>
            </a:endParaRPr>
          </a:p>
          <a:p>
            <a:pPr algn="l" rtl="0"/>
            <a:r>
              <a:rPr lang="en-IN" sz="2400" b="0" i="0" dirty="0">
                <a:effectLst/>
                <a:latin typeface="Times New Roman"/>
                <a:cs typeface="Times New Roman"/>
              </a:rPr>
              <a:t>Consider the algebraic expression given as: </a:t>
            </a:r>
            <a:r>
              <a:rPr lang="en-IN" sz="2400" b="0" i="0" dirty="0">
                <a:solidFill>
                  <a:srgbClr val="2F3235"/>
                </a:solidFill>
                <a:effectLst/>
                <a:latin typeface="Times New Roman"/>
                <a:cs typeface="Times New Roman"/>
              </a:rPr>
              <a:t>X = </a:t>
            </a:r>
            <a:r>
              <a:rPr lang="en-IN" sz="2400" b="0" i="0" dirty="0">
                <a:solidFill>
                  <a:srgbClr val="777777"/>
                </a:solidFill>
                <a:effectLst/>
                <a:latin typeface="Times New Roman"/>
                <a:cs typeface="Times New Roman"/>
              </a:rPr>
              <a:t>(</a:t>
            </a:r>
            <a:r>
              <a:rPr lang="en-IN" sz="2400" b="0" i="0" dirty="0">
                <a:solidFill>
                  <a:srgbClr val="2F3235"/>
                </a:solidFill>
                <a:effectLst/>
                <a:latin typeface="Times New Roman"/>
                <a:cs typeface="Times New Roman"/>
              </a:rPr>
              <a:t>a + b</a:t>
            </a:r>
            <a:r>
              <a:rPr lang="en-IN" sz="2400" b="0" i="0" dirty="0">
                <a:solidFill>
                  <a:srgbClr val="777777"/>
                </a:solidFill>
                <a:effectLst/>
                <a:latin typeface="Times New Roman"/>
                <a:cs typeface="Times New Roman"/>
              </a:rPr>
              <a:t>)</a:t>
            </a:r>
            <a:r>
              <a:rPr lang="en-IN" sz="2400" b="0" i="0" dirty="0">
                <a:solidFill>
                  <a:srgbClr val="2F3235"/>
                </a:solidFill>
                <a:effectLst/>
                <a:latin typeface="Times New Roman"/>
                <a:cs typeface="Times New Roman"/>
              </a:rPr>
              <a:t> - </a:t>
            </a:r>
            <a:r>
              <a:rPr lang="en-IN" sz="2400" b="0" i="0" dirty="0">
                <a:solidFill>
                  <a:srgbClr val="777777"/>
                </a:solidFill>
                <a:effectLst/>
                <a:latin typeface="Times New Roman"/>
                <a:cs typeface="Times New Roman"/>
              </a:rPr>
              <a:t>(</a:t>
            </a:r>
            <a:r>
              <a:rPr lang="en-IN" sz="2400" b="0" i="0" dirty="0">
                <a:solidFill>
                  <a:srgbClr val="2F3235"/>
                </a:solidFill>
                <a:effectLst/>
                <a:latin typeface="Times New Roman"/>
                <a:cs typeface="Times New Roman"/>
              </a:rPr>
              <a:t>c </a:t>
            </a:r>
            <a:r>
              <a:rPr lang="en-IN" sz="2400" b="0" i="0" dirty="0">
                <a:solidFill>
                  <a:srgbClr val="777777"/>
                </a:solidFill>
                <a:effectLst/>
                <a:latin typeface="Times New Roman"/>
                <a:cs typeface="Times New Roman"/>
              </a:rPr>
              <a:t>*</a:t>
            </a:r>
            <a:r>
              <a:rPr lang="en-IN" sz="2400" b="0" i="0" dirty="0">
                <a:solidFill>
                  <a:srgbClr val="2F3235"/>
                </a:solidFill>
                <a:effectLst/>
                <a:latin typeface="Times New Roman"/>
                <a:cs typeface="Times New Roman"/>
              </a:rPr>
              <a:t> d</a:t>
            </a:r>
            <a:r>
              <a:rPr lang="en-IN" sz="2400" b="0" i="0" dirty="0">
                <a:solidFill>
                  <a:srgbClr val="777777"/>
                </a:solidFill>
                <a:effectLst/>
                <a:latin typeface="Times New Roman"/>
                <a:cs typeface="Times New Roman"/>
              </a:rPr>
              <a:t>)</a:t>
            </a:r>
            <a:r>
              <a:rPr lang="en-IN" sz="2400" dirty="0">
                <a:solidFill>
                  <a:srgbClr val="333333"/>
                </a:solidFill>
                <a:latin typeface="Times New Roman"/>
                <a:cs typeface="Times New Roman"/>
              </a:rPr>
              <a:t>. </a:t>
            </a:r>
            <a:r>
              <a:rPr lang="en-IN" sz="2400" b="0" i="0" dirty="0">
                <a:effectLst/>
                <a:latin typeface="Times New Roman"/>
                <a:cs typeface="Times New Roman"/>
              </a:rPr>
              <a:t>This can be represented using a binary tree as follows:</a:t>
            </a:r>
          </a:p>
          <a:p>
            <a:pPr algn="l" rtl="0"/>
            <a:endParaRPr lang="en-IN" sz="2400" dirty="0">
              <a:latin typeface="Times New Roman"/>
              <a:cs typeface="Times New Roman"/>
            </a:endParaRPr>
          </a:p>
          <a:p>
            <a:pPr algn="l" rtl="0"/>
            <a:endParaRPr lang="en-IN" sz="2400" dirty="0">
              <a:latin typeface="Times New Roman"/>
              <a:cs typeface="Times New Roman"/>
            </a:endParaRPr>
          </a:p>
          <a:p>
            <a:pPr algn="l" rtl="0"/>
            <a:endParaRPr lang="en-IN" sz="2400" dirty="0">
              <a:latin typeface="Times New Roman"/>
              <a:cs typeface="Times New Roman"/>
            </a:endParaRPr>
          </a:p>
          <a:p>
            <a:pPr marL="0" indent="0" algn="l" rtl="0">
              <a:buNone/>
            </a:pPr>
            <a:endParaRPr lang="en-IN" sz="2400" dirty="0">
              <a:latin typeface="Times New Roman"/>
              <a:cs typeface="Times New Roman"/>
            </a:endParaRPr>
          </a:p>
          <a:p>
            <a:pPr algn="l" rtl="0"/>
            <a:endParaRPr lang="en-IN" sz="2400" dirty="0">
              <a:latin typeface="Times New Roman"/>
              <a:cs typeface="Times New Roman"/>
            </a:endParaRPr>
          </a:p>
          <a:p>
            <a:r>
              <a:rPr lang="en-IN" sz="2400" b="0" i="0" dirty="0">
                <a:effectLst/>
                <a:latin typeface="Times New Roman"/>
                <a:cs typeface="Times New Roman"/>
              </a:rPr>
              <a:t>The </a:t>
            </a:r>
            <a:r>
              <a:rPr lang="en-IN" b="1" i="0" dirty="0">
                <a:effectLst/>
                <a:latin typeface="Times New Roman"/>
                <a:cs typeface="Times New Roman"/>
              </a:rPr>
              <a:t>in-order traversal </a:t>
            </a:r>
            <a:r>
              <a:rPr lang="en-IN" sz="2400" b="0" i="0" dirty="0">
                <a:effectLst/>
                <a:latin typeface="Times New Roman"/>
                <a:cs typeface="Times New Roman"/>
              </a:rPr>
              <a:t>of the tree returns the </a:t>
            </a:r>
            <a:r>
              <a:rPr lang="en-IN" b="1" i="0" dirty="0">
                <a:effectLst/>
                <a:latin typeface="Times New Roman"/>
                <a:cs typeface="Times New Roman"/>
              </a:rPr>
              <a:t>infix expression</a:t>
            </a:r>
            <a:r>
              <a:rPr lang="en-IN" sz="2400" b="0" i="0" dirty="0">
                <a:effectLst/>
                <a:latin typeface="Times New Roman"/>
                <a:cs typeface="Times New Roman"/>
              </a:rPr>
              <a:t>. </a:t>
            </a:r>
          </a:p>
          <a:p>
            <a:r>
              <a:rPr lang="en-IN" sz="2400" b="0" i="0" dirty="0">
                <a:effectLst/>
                <a:latin typeface="Times New Roman"/>
                <a:cs typeface="Times New Roman"/>
              </a:rPr>
              <a:t>Similarly, the </a:t>
            </a:r>
            <a:r>
              <a:rPr lang="en-IN" b="1" i="0" dirty="0">
                <a:effectLst/>
                <a:latin typeface="Times New Roman"/>
                <a:cs typeface="Times New Roman"/>
              </a:rPr>
              <a:t>pre-order </a:t>
            </a:r>
            <a:r>
              <a:rPr lang="en-IN" sz="2400" b="0" i="0" dirty="0">
                <a:effectLst/>
                <a:latin typeface="Times New Roman"/>
                <a:cs typeface="Times New Roman"/>
              </a:rPr>
              <a:t>and </a:t>
            </a:r>
            <a:r>
              <a:rPr lang="en-IN" b="1" i="0" dirty="0">
                <a:effectLst/>
                <a:latin typeface="Times New Roman"/>
                <a:cs typeface="Times New Roman"/>
              </a:rPr>
              <a:t>post-order</a:t>
            </a:r>
            <a:r>
              <a:rPr lang="en-IN" sz="2400" b="0" i="0" dirty="0">
                <a:effectLst/>
                <a:latin typeface="Times New Roman"/>
                <a:cs typeface="Times New Roman"/>
              </a:rPr>
              <a:t> traversal of the expression tree will return </a:t>
            </a:r>
            <a:r>
              <a:rPr lang="en-IN" b="1" i="0" dirty="0">
                <a:effectLst/>
                <a:latin typeface="Times New Roman"/>
                <a:cs typeface="Times New Roman"/>
              </a:rPr>
              <a:t>prefix</a:t>
            </a:r>
            <a:r>
              <a:rPr lang="en-IN" sz="2400" b="0" i="0" dirty="0">
                <a:effectLst/>
                <a:latin typeface="Times New Roman"/>
                <a:cs typeface="Times New Roman"/>
              </a:rPr>
              <a:t> and </a:t>
            </a:r>
            <a:r>
              <a:rPr lang="en-IN" b="1" i="0" dirty="0">
                <a:effectLst/>
                <a:latin typeface="Times New Roman"/>
                <a:cs typeface="Times New Roman"/>
              </a:rPr>
              <a:t>postfix</a:t>
            </a:r>
            <a:r>
              <a:rPr lang="en-IN" sz="2400" b="0" i="0" dirty="0">
                <a:effectLst/>
                <a:latin typeface="Times New Roman"/>
                <a:cs typeface="Times New Roman"/>
              </a:rPr>
              <a:t> expression respectively.</a:t>
            </a:r>
            <a:endParaRPr lang="en-IN" sz="3600" dirty="0">
              <a:latin typeface="Times New Roman"/>
              <a:cs typeface="Times New Roman"/>
            </a:endParaRPr>
          </a:p>
        </p:txBody>
      </p:sp>
      <p:pic>
        <p:nvPicPr>
          <p:cNvPr id="6146" name="Picture 2" descr="Expression Tree">
            <a:extLst>
              <a:ext uri="{FF2B5EF4-FFF2-40B4-BE49-F238E27FC236}">
                <a16:creationId xmlns:a16="http://schemas.microsoft.com/office/drawing/2014/main" id="{7E6A06DF-47F7-DD65-7B97-2276B8FBA9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9175" y="3234489"/>
            <a:ext cx="2533650" cy="1865350"/>
          </a:xfrm>
          <a:prstGeom prst="rect">
            <a:avLst/>
          </a:prstGeom>
          <a:noFill/>
        </p:spPr>
      </p:pic>
    </p:spTree>
    <p:extLst>
      <p:ext uri="{BB962C8B-B14F-4D97-AF65-F5344CB8AC3E}">
        <p14:creationId xmlns:p14="http://schemas.microsoft.com/office/powerpoint/2010/main" val="38929338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90" y="253280"/>
            <a:ext cx="6164540"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latin typeface="Times New Roman"/>
                <a:cs typeface="Times New Roman"/>
              </a:rPr>
              <a:t>Example </a:t>
            </a:r>
            <a:r>
              <a:rPr lang="en-US" sz="2800" b="1" dirty="0">
                <a:latin typeface="Times New Roman"/>
                <a:cs typeface="Times New Roman"/>
              </a:rPr>
              <a:t>of </a:t>
            </a:r>
            <a:r>
              <a:rPr lang="en-IN" sz="2800" b="1" dirty="0">
                <a:latin typeface="Times New Roman"/>
                <a:cs typeface="Times New Roman"/>
              </a:rPr>
              <a:t>Pre -Order Traversal</a:t>
            </a:r>
            <a:endParaRPr lang="en-US" sz="2400" dirty="0">
              <a:solidFill>
                <a:schemeClr val="bg1"/>
              </a:solidFill>
              <a:latin typeface="Times New Roman"/>
              <a:cs typeface="Times New Roman"/>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56259" y="1320731"/>
            <a:ext cx="11732822" cy="1261884"/>
          </a:xfrm>
          <a:prstGeom prst="rect">
            <a:avLst/>
          </a:prstGeom>
        </p:spPr>
        <p:txBody>
          <a:bodyPr wrap="square">
            <a:spAutoFit/>
          </a:bodyPr>
          <a:lstStyle/>
          <a:p>
            <a:r>
              <a:rPr lang="en-IN" sz="2800" dirty="0">
                <a:latin typeface="Times New Roman"/>
                <a:cs typeface="Times New Roman"/>
              </a:rPr>
              <a:t> </a:t>
            </a:r>
            <a:r>
              <a:rPr lang="en-IN" sz="2400" b="1" i="0" dirty="0">
                <a:effectLst/>
                <a:latin typeface="Times New Roman"/>
                <a:cs typeface="Times New Roman"/>
              </a:rPr>
              <a:t>Post-Order Traversal for above example binary tree is</a:t>
            </a:r>
            <a:br>
              <a:rPr lang="en-IN" sz="2400" dirty="0">
                <a:latin typeface="Times New Roman"/>
                <a:cs typeface="Times New Roman"/>
              </a:rPr>
            </a:br>
            <a:r>
              <a:rPr lang="en-IN" sz="2400" dirty="0">
                <a:latin typeface="Times New Roman"/>
                <a:cs typeface="Times New Roman"/>
              </a:rPr>
              <a:t>                        </a:t>
            </a:r>
            <a:r>
              <a:rPr lang="en-IN" sz="2400" b="1" i="0" dirty="0">
                <a:solidFill>
                  <a:srgbClr val="333333"/>
                </a:solidFill>
                <a:effectLst/>
                <a:latin typeface="Times New Roman"/>
                <a:cs typeface="Times New Roman"/>
              </a:rPr>
              <a:t>I - J - D - F - B - K - G - H - C - A</a:t>
            </a:r>
          </a:p>
          <a:p>
            <a:endParaRPr lang="en-IN" sz="2400" dirty="0">
              <a:latin typeface="Times New Roman"/>
              <a:cs typeface="Times New Roman"/>
            </a:endParaRPr>
          </a:p>
        </p:txBody>
      </p:sp>
      <p:pic>
        <p:nvPicPr>
          <p:cNvPr id="3" name="Picture 2">
            <a:extLst>
              <a:ext uri="{FF2B5EF4-FFF2-40B4-BE49-F238E27FC236}">
                <a16:creationId xmlns:a16="http://schemas.microsoft.com/office/drawing/2014/main" id="{33C8B9B2-B89B-2AD9-F15B-ACB283D6CB45}"/>
              </a:ext>
            </a:extLst>
          </p:cNvPr>
          <p:cNvPicPr>
            <a:picLocks noChangeAspect="1"/>
          </p:cNvPicPr>
          <p:nvPr/>
        </p:nvPicPr>
        <p:blipFill>
          <a:blip r:embed="rId3"/>
          <a:stretch>
            <a:fillRect/>
          </a:stretch>
        </p:blipFill>
        <p:spPr>
          <a:xfrm>
            <a:off x="2144038" y="2230718"/>
            <a:ext cx="6669602" cy="2859272"/>
          </a:xfrm>
          <a:prstGeom prst="rect">
            <a:avLst/>
          </a:prstGeom>
        </p:spPr>
      </p:pic>
    </p:spTree>
    <p:extLst>
      <p:ext uri="{BB962C8B-B14F-4D97-AF65-F5344CB8AC3E}">
        <p14:creationId xmlns:p14="http://schemas.microsoft.com/office/powerpoint/2010/main" val="21489061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762520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bg1"/>
                </a:solidFill>
                <a:latin typeface="Times New Roman"/>
                <a:cs typeface="Times New Roman"/>
              </a:rPr>
              <a:t>Constructing an expression tree</a:t>
            </a:r>
            <a:endParaRPr lang="en-US" sz="2400" dirty="0">
              <a:solidFill>
                <a:schemeClr val="bg1"/>
              </a:solidFill>
              <a:latin typeface="Times New Roman"/>
              <a:cs typeface="Times New Roman"/>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id="{F2FAAA40-F4B9-787C-5D02-C1232CC4C1B6}"/>
              </a:ext>
            </a:extLst>
          </p:cNvPr>
          <p:cNvSpPr>
            <a:spLocks noGrp="1"/>
          </p:cNvSpPr>
          <p:nvPr>
            <p:ph idx="1"/>
          </p:nvPr>
        </p:nvSpPr>
        <p:spPr>
          <a:xfrm>
            <a:off x="320634" y="1167367"/>
            <a:ext cx="10515600" cy="2024197"/>
          </a:xfrm>
        </p:spPr>
        <p:txBody>
          <a:bodyPr lIns="91440" tIns="45720" rIns="91440" bIns="45720" anchor="t"/>
          <a:lstStyle/>
          <a:p>
            <a:r>
              <a:rPr lang="en-IN" sz="2400" b="0" i="0" dirty="0">
                <a:effectLst/>
                <a:latin typeface="Times New Roman"/>
                <a:cs typeface="Times New Roman"/>
              </a:rPr>
              <a:t>An expression tree can be constructed with the help of a </a:t>
            </a:r>
            <a:r>
              <a:rPr lang="en-IN" b="1" dirty="0">
                <a:solidFill>
                  <a:srgbClr val="141C3A"/>
                </a:solidFill>
                <a:latin typeface="Times New Roman"/>
                <a:cs typeface="Times New Roman"/>
              </a:rPr>
              <a:t>stack</a:t>
            </a:r>
            <a:r>
              <a:rPr lang="en-IN" sz="2400" dirty="0">
                <a:solidFill>
                  <a:srgbClr val="141C3A"/>
                </a:solidFill>
                <a:latin typeface="Times New Roman"/>
                <a:cs typeface="Times New Roman"/>
              </a:rPr>
              <a:t>.</a:t>
            </a:r>
          </a:p>
          <a:p>
            <a:pPr algn="l" rtl="0"/>
            <a:r>
              <a:rPr lang="en-IN" sz="2400" b="0" i="0" dirty="0">
                <a:effectLst/>
                <a:latin typeface="Times New Roman"/>
                <a:cs typeface="Times New Roman"/>
              </a:rPr>
              <a:t>Consider the postfix expression </a:t>
            </a:r>
            <a:r>
              <a:rPr lang="en-IN" sz="2400" b="0" i="0" dirty="0">
                <a:solidFill>
                  <a:srgbClr val="2F3235"/>
                </a:solidFill>
                <a:effectLst/>
                <a:latin typeface="Times New Roman"/>
                <a:cs typeface="Times New Roman"/>
              </a:rPr>
              <a:t>a b - c *</a:t>
            </a:r>
            <a:endParaRPr lang="en-IN" sz="2400" b="0" i="0">
              <a:solidFill>
                <a:srgbClr val="333333"/>
              </a:solidFill>
              <a:effectLst/>
              <a:latin typeface="Times New Roman"/>
              <a:cs typeface="Times New Roman"/>
            </a:endParaRPr>
          </a:p>
          <a:p>
            <a:pPr marL="0" indent="0">
              <a:buNone/>
            </a:pPr>
            <a:r>
              <a:rPr lang="en-IN" sz="2400" b="0" i="0" dirty="0">
                <a:effectLst/>
                <a:latin typeface="Times New Roman"/>
                <a:cs typeface="Times New Roman"/>
              </a:rPr>
              <a:t>The following steps are done to create an expression tree.</a:t>
            </a:r>
          </a:p>
          <a:p>
            <a:pPr algn="l" fontAlgn="base">
              <a:buFont typeface="Arial" panose="020B0604020202020204" pitchFamily="34" charset="0"/>
              <a:buChar char="•"/>
            </a:pPr>
            <a:r>
              <a:rPr lang="en-IN" sz="2400" b="0" i="0" dirty="0">
                <a:effectLst/>
                <a:latin typeface="Times New Roman"/>
                <a:cs typeface="Times New Roman"/>
              </a:rPr>
              <a:t>If the character is an operand, PUSH it on to the stack.</a:t>
            </a:r>
          </a:p>
          <a:p>
            <a:pPr algn="l" fontAlgn="base">
              <a:buFont typeface="Arial" panose="020B0604020202020204" pitchFamily="34" charset="0"/>
              <a:buChar char="•"/>
            </a:pPr>
            <a:r>
              <a:rPr lang="en-IN" sz="2400" b="0" i="0" dirty="0">
                <a:effectLst/>
                <a:latin typeface="Times New Roman"/>
                <a:cs typeface="Times New Roman"/>
              </a:rPr>
              <a:t>If the character is an operator, POP two values from the stack and insert them as the child of operator. A pointer to the new root is pushed on to the stack.</a:t>
            </a:r>
          </a:p>
          <a:p>
            <a:pPr marL="0" indent="0" algn="l" fontAlgn="base">
              <a:buNone/>
            </a:pPr>
            <a:r>
              <a:rPr lang="en-IN" sz="2400" b="0" i="0" dirty="0">
                <a:effectLst/>
                <a:latin typeface="Times New Roman"/>
                <a:cs typeface="Times New Roman"/>
              </a:rPr>
              <a:t>Since the first two characters are operands, PUSH it onto the stack.</a:t>
            </a:r>
          </a:p>
          <a:p>
            <a:pPr marL="0" indent="0">
              <a:buNone/>
            </a:pPr>
            <a:endParaRPr lang="en-IN" dirty="0">
              <a:latin typeface="Times New Roman"/>
              <a:cs typeface="Times New Roman"/>
            </a:endParaRPr>
          </a:p>
        </p:txBody>
      </p:sp>
      <p:pic>
        <p:nvPicPr>
          <p:cNvPr id="7170" name="Picture 2" descr="expression tree creation example 1">
            <a:extLst>
              <a:ext uri="{FF2B5EF4-FFF2-40B4-BE49-F238E27FC236}">
                <a16:creationId xmlns:a16="http://schemas.microsoft.com/office/drawing/2014/main" id="{3BCA892C-ECC8-BA42-FA4F-33A816ED86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0563" y="4718025"/>
            <a:ext cx="3352800" cy="59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459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latin typeface="Times New Roman"/>
              <a:cs typeface="Times New Roman"/>
            </a:endParaRPr>
          </a:p>
        </p:txBody>
      </p:sp>
      <p:sp>
        <p:nvSpPr>
          <p:cNvPr id="2" name="Content Placeholder 1"/>
          <p:cNvSpPr>
            <a:spLocks noGrp="1"/>
          </p:cNvSpPr>
          <p:nvPr>
            <p:ph sz="half" idx="1"/>
          </p:nvPr>
        </p:nvSpPr>
        <p:spPr>
          <a:xfrm>
            <a:off x="838200" y="935871"/>
            <a:ext cx="5181600" cy="5241092"/>
          </a:xfrm>
        </p:spPr>
        <p:txBody>
          <a:bodyPr/>
          <a:lstStyle/>
          <a:p>
            <a:pPr marL="0" indent="0" algn="l" rtl="0">
              <a:buNone/>
            </a:pPr>
            <a:r>
              <a:rPr lang="en-IN" sz="2000" b="0" i="0" dirty="0">
                <a:effectLst/>
                <a:latin typeface="Times New Roman"/>
                <a:cs typeface="Times New Roman"/>
              </a:rPr>
              <a:t>When the (</a:t>
            </a:r>
            <a:r>
              <a:rPr lang="en-IN" sz="2000" b="0" i="0" dirty="0">
                <a:solidFill>
                  <a:srgbClr val="2F3235"/>
                </a:solidFill>
                <a:effectLst/>
                <a:latin typeface="Times New Roman"/>
                <a:cs typeface="Times New Roman"/>
              </a:rPr>
              <a:t>-)</a:t>
            </a:r>
            <a:r>
              <a:rPr lang="en-IN" sz="2000" b="0" i="0" dirty="0">
                <a:effectLst/>
                <a:latin typeface="Times New Roman"/>
                <a:cs typeface="Times New Roman"/>
              </a:rPr>
              <a:t>symbol is read, a and be are popped from the stack and is added as the child of node </a:t>
            </a:r>
            <a:r>
              <a:rPr lang="en-IN" sz="2000" b="0" i="0" dirty="0">
                <a:solidFill>
                  <a:srgbClr val="2F3235"/>
                </a:solidFill>
                <a:effectLst/>
                <a:latin typeface="Times New Roman"/>
                <a:cs typeface="Times New Roman"/>
              </a:rPr>
              <a:t>- </a:t>
            </a:r>
            <a:r>
              <a:rPr lang="en-IN" sz="2000" b="0" i="0" dirty="0">
                <a:effectLst/>
                <a:latin typeface="Times New Roman"/>
                <a:cs typeface="Times New Roman"/>
              </a:rPr>
              <a:t> A pointer to the new node is now pushed onto the stack.</a:t>
            </a:r>
          </a:p>
          <a:p>
            <a:pPr marL="0" indent="0" algn="l" rtl="0">
              <a:buNone/>
            </a:pPr>
            <a:endParaRPr lang="en-IN" sz="2000" dirty="0">
              <a:latin typeface="Times New Roman"/>
              <a:cs typeface="Times New Roman"/>
            </a:endParaRPr>
          </a:p>
          <a:p>
            <a:pPr marL="0" indent="0" algn="l" rtl="0">
              <a:buNone/>
            </a:pPr>
            <a:endParaRPr lang="en-IN" sz="2000" dirty="0">
              <a:latin typeface="Times New Roman"/>
              <a:cs typeface="Times New Roman"/>
            </a:endParaRPr>
          </a:p>
          <a:p>
            <a:pPr marL="0" indent="0" algn="l" rtl="0">
              <a:buNone/>
            </a:pPr>
            <a:endParaRPr lang="en-IN" sz="2000" dirty="0">
              <a:latin typeface="Times New Roman"/>
              <a:cs typeface="Times New Roman"/>
            </a:endParaRPr>
          </a:p>
          <a:p>
            <a:pPr marL="0" indent="0" algn="l" rtl="0">
              <a:buNone/>
            </a:pPr>
            <a:endParaRPr lang="en-IN" sz="2000" dirty="0">
              <a:latin typeface="Times New Roman"/>
              <a:cs typeface="Times New Roman"/>
            </a:endParaRPr>
          </a:p>
          <a:p>
            <a:pPr marL="0" indent="0" algn="l" rtl="0">
              <a:buNone/>
            </a:pPr>
            <a:endParaRPr lang="en-IN" sz="2000" dirty="0">
              <a:latin typeface="Times New Roman"/>
              <a:cs typeface="Times New Roman"/>
            </a:endParaRPr>
          </a:p>
          <a:p>
            <a:pPr algn="l" rtl="0"/>
            <a:r>
              <a:rPr lang="en-IN" sz="2000" b="0" i="0" dirty="0">
                <a:effectLst/>
                <a:latin typeface="Times New Roman"/>
                <a:cs typeface="Times New Roman"/>
              </a:rPr>
              <a:t>Now </a:t>
            </a:r>
            <a:r>
              <a:rPr lang="en-IN" sz="2000" b="0" i="0" dirty="0">
                <a:solidFill>
                  <a:srgbClr val="2F3235"/>
                </a:solidFill>
                <a:effectLst/>
                <a:latin typeface="Times New Roman"/>
                <a:cs typeface="Times New Roman"/>
              </a:rPr>
              <a:t>c</a:t>
            </a:r>
            <a:r>
              <a:rPr lang="en-IN" sz="2000" b="0" i="0" dirty="0">
                <a:effectLst/>
                <a:latin typeface="Times New Roman"/>
                <a:cs typeface="Times New Roman"/>
              </a:rPr>
              <a:t> is read and is pushed onto the stack.</a:t>
            </a:r>
            <a:endParaRPr lang="en-IN" sz="3200" dirty="0">
              <a:latin typeface="Times New Roman"/>
              <a:cs typeface="Times New Roman"/>
            </a:endParaRPr>
          </a:p>
          <a:p>
            <a:endParaRPr lang="en-IN" sz="2000" dirty="0">
              <a:latin typeface="Times New Roman"/>
              <a:cs typeface="Times New Roman"/>
            </a:endParaRPr>
          </a:p>
          <a:p>
            <a:pPr marL="0" indent="0">
              <a:buNone/>
            </a:pPr>
            <a:endParaRPr lang="en-IN" sz="2000" dirty="0">
              <a:latin typeface="Times New Roman"/>
              <a:cs typeface="Times New Roman"/>
            </a:endParaRPr>
          </a:p>
        </p:txBody>
      </p:sp>
      <p:pic>
        <p:nvPicPr>
          <p:cNvPr id="8194" name="Picture 2" descr="expression tree creation example 2">
            <a:extLst>
              <a:ext uri="{FF2B5EF4-FFF2-40B4-BE49-F238E27FC236}">
                <a16:creationId xmlns:a16="http://schemas.microsoft.com/office/drawing/2014/main" id="{A256A291-6439-0C20-A7E4-E77258CA2C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4651" y="2267108"/>
            <a:ext cx="3638550" cy="1400175"/>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expression tree creation example 3">
            <a:extLst>
              <a:ext uri="{FF2B5EF4-FFF2-40B4-BE49-F238E27FC236}">
                <a16:creationId xmlns:a16="http://schemas.microsoft.com/office/drawing/2014/main" id="{54EDC452-9075-EB5C-0A56-ED5AA67E0B68}"/>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1387553" y="4669288"/>
            <a:ext cx="3638550" cy="140017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9C3FE262-A2C3-3AC0-C035-5271244BF434}"/>
              </a:ext>
            </a:extLst>
          </p:cNvPr>
          <p:cNvSpPr txBox="1"/>
          <p:nvPr/>
        </p:nvSpPr>
        <p:spPr>
          <a:xfrm>
            <a:off x="6172202" y="935871"/>
            <a:ext cx="7233607" cy="1477328"/>
          </a:xfrm>
          <a:prstGeom prst="rect">
            <a:avLst/>
          </a:prstGeom>
          <a:noFill/>
        </p:spPr>
        <p:txBody>
          <a:bodyPr wrap="square">
            <a:spAutoFit/>
          </a:bodyPr>
          <a:lstStyle/>
          <a:p>
            <a:pPr algn="l" rtl="0"/>
            <a:r>
              <a:rPr lang="en-IN" b="0" i="0" dirty="0">
                <a:effectLst/>
                <a:latin typeface="Times New Roman"/>
                <a:cs typeface="Times New Roman"/>
              </a:rPr>
              <a:t>Finally, the operator ( </a:t>
            </a:r>
            <a:r>
              <a:rPr lang="en-IN" b="0" i="0" dirty="0">
                <a:solidFill>
                  <a:srgbClr val="777777"/>
                </a:solidFill>
                <a:effectLst/>
                <a:latin typeface="Times New Roman"/>
                <a:cs typeface="Times New Roman"/>
              </a:rPr>
              <a:t>* )</a:t>
            </a:r>
            <a:r>
              <a:rPr lang="en-IN" b="0" i="0" dirty="0">
                <a:solidFill>
                  <a:srgbClr val="2F3235"/>
                </a:solidFill>
                <a:effectLst/>
                <a:latin typeface="Times New Roman"/>
                <a:cs typeface="Times New Roman"/>
              </a:rPr>
              <a:t> </a:t>
            </a:r>
            <a:r>
              <a:rPr lang="en-IN" b="0" i="0" dirty="0">
                <a:effectLst/>
                <a:latin typeface="Times New Roman"/>
                <a:cs typeface="Times New Roman"/>
              </a:rPr>
              <a:t>is read, so we pop </a:t>
            </a:r>
            <a:r>
              <a:rPr lang="en-IN" b="0" i="0" dirty="0">
                <a:solidFill>
                  <a:srgbClr val="2F3235"/>
                </a:solidFill>
                <a:effectLst/>
                <a:latin typeface="Times New Roman"/>
                <a:cs typeface="Times New Roman"/>
              </a:rPr>
              <a:t>c </a:t>
            </a:r>
            <a:endParaRPr lang="en-IN" b="0" i="0" dirty="0">
              <a:solidFill>
                <a:srgbClr val="333333"/>
              </a:solidFill>
              <a:effectLst/>
              <a:latin typeface="Times New Roman"/>
              <a:cs typeface="Times New Roman"/>
            </a:endParaRPr>
          </a:p>
          <a:p>
            <a:pPr algn="l" rtl="0"/>
            <a:r>
              <a:rPr lang="en-IN" b="0" i="0" dirty="0">
                <a:effectLst/>
                <a:latin typeface="Times New Roman"/>
                <a:cs typeface="Times New Roman"/>
              </a:rPr>
              <a:t> and ( </a:t>
            </a:r>
            <a:r>
              <a:rPr lang="en-IN" b="0" i="0" dirty="0">
                <a:solidFill>
                  <a:srgbClr val="2F3235"/>
                </a:solidFill>
                <a:effectLst/>
                <a:latin typeface="Times New Roman"/>
                <a:cs typeface="Times New Roman"/>
              </a:rPr>
              <a:t>- ) </a:t>
            </a:r>
            <a:r>
              <a:rPr lang="en-IN" b="0" i="0" dirty="0">
                <a:effectLst/>
                <a:latin typeface="Times New Roman"/>
                <a:cs typeface="Times New Roman"/>
              </a:rPr>
              <a:t>from the stack and add it as the child of node </a:t>
            </a:r>
            <a:r>
              <a:rPr lang="en-IN" b="0" i="0" dirty="0">
                <a:solidFill>
                  <a:srgbClr val="777777"/>
                </a:solidFill>
                <a:effectLst/>
                <a:latin typeface="Times New Roman"/>
                <a:cs typeface="Times New Roman"/>
              </a:rPr>
              <a:t>*</a:t>
            </a:r>
          </a:p>
          <a:p>
            <a:pPr algn="l" rtl="0"/>
            <a:endParaRPr lang="en-IN" dirty="0">
              <a:solidFill>
                <a:srgbClr val="777777"/>
              </a:solidFill>
              <a:latin typeface="Times New Roman"/>
              <a:cs typeface="Times New Roman"/>
            </a:endParaRPr>
          </a:p>
          <a:p>
            <a:pPr algn="l" rtl="0"/>
            <a:r>
              <a:rPr lang="en-IN" b="0" i="0" dirty="0">
                <a:solidFill>
                  <a:srgbClr val="2F3235"/>
                </a:solidFill>
                <a:effectLst/>
                <a:latin typeface="Times New Roman"/>
                <a:cs typeface="Times New Roman"/>
              </a:rPr>
              <a:t> </a:t>
            </a:r>
            <a:endParaRPr lang="en-IN" b="0" i="0" dirty="0">
              <a:solidFill>
                <a:srgbClr val="333333"/>
              </a:solidFill>
              <a:effectLst/>
              <a:latin typeface="Times New Roman"/>
              <a:cs typeface="Times New Roman"/>
            </a:endParaRPr>
          </a:p>
          <a:p>
            <a:r>
              <a:rPr lang="en-IN" b="0" i="0" dirty="0">
                <a:effectLst/>
                <a:latin typeface="Times New Roman"/>
                <a:cs typeface="Times New Roman"/>
              </a:rPr>
              <a:t>.</a:t>
            </a:r>
            <a:endParaRPr lang="en-IN" dirty="0">
              <a:latin typeface="Times New Roman"/>
              <a:cs typeface="Times New Roman"/>
            </a:endParaRPr>
          </a:p>
        </p:txBody>
      </p:sp>
      <p:pic>
        <p:nvPicPr>
          <p:cNvPr id="8204" name="Picture 12" descr="expression tree creation example 4">
            <a:extLst>
              <a:ext uri="{FF2B5EF4-FFF2-40B4-BE49-F238E27FC236}">
                <a16:creationId xmlns:a16="http://schemas.microsoft.com/office/drawing/2014/main" id="{62AD3155-C840-0F67-F71F-AD56C9E335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69153" y="2529045"/>
            <a:ext cx="4019550" cy="227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1396546" y="1578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latin typeface="Times New Roman"/>
                <a:cs typeface="Times New Roman"/>
              </a:rPr>
              <a:t>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397000" y="1252025"/>
            <a:ext cx="10011833" cy="5201424"/>
          </a:xfrm>
          <a:prstGeom prst="rect">
            <a:avLst/>
          </a:prstGeom>
          <a:noFill/>
        </p:spPr>
        <p:txBody>
          <a:bodyPr wrap="square" rtlCol="0">
            <a:spAutoFit/>
          </a:bodyPr>
          <a:lstStyle/>
          <a:p>
            <a:r>
              <a:rPr lang="en-IN" sz="2400" b="1" i="0" dirty="0">
                <a:effectLst/>
                <a:latin typeface="Times New Roman" panose="02020603050405020304" pitchFamily="18" charset="0"/>
                <a:cs typeface="Times New Roman" panose="02020603050405020304" pitchFamily="18" charset="0"/>
              </a:rPr>
              <a:t>Advantages of a Binary Trees </a:t>
            </a:r>
          </a:p>
          <a:p>
            <a:pPr marL="342900" indent="-342900">
              <a:buFont typeface="Arial" pitchFamily="34" charset="0"/>
              <a:buChar char="•"/>
            </a:pPr>
            <a:r>
              <a:rPr lang="en-IN" sz="2000" b="0" i="0" dirty="0">
                <a:effectLst/>
                <a:latin typeface="Times New Roman" panose="02020603050405020304" pitchFamily="18" charset="0"/>
                <a:cs typeface="Times New Roman" panose="02020603050405020304" pitchFamily="18" charset="0"/>
              </a:rPr>
              <a:t>Binary trees are conceptually simple and easy to implement.</a:t>
            </a:r>
          </a:p>
          <a:p>
            <a:pPr marL="342900" indent="-342900">
              <a:buFont typeface="Arial" pitchFamily="34" charset="0"/>
              <a:buChar char="•"/>
            </a:pPr>
            <a:r>
              <a:rPr lang="en-IN" sz="2000" b="0" i="0" dirty="0">
                <a:effectLst/>
                <a:latin typeface="Times New Roman" panose="02020603050405020304" pitchFamily="18" charset="0"/>
                <a:cs typeface="Times New Roman" panose="02020603050405020304" pitchFamily="18" charset="0"/>
              </a:rPr>
              <a:t>Binary trees provide efficient search and retrieval operations. </a:t>
            </a:r>
          </a:p>
          <a:p>
            <a:pPr marL="342900" indent="-342900">
              <a:buFont typeface="Arial" pitchFamily="34" charset="0"/>
              <a:buChar char="•"/>
            </a:pPr>
            <a:r>
              <a:rPr lang="en-IN" sz="2000" b="0" i="0" dirty="0">
                <a:effectLst/>
                <a:latin typeface="Times New Roman" panose="02020603050405020304" pitchFamily="18" charset="0"/>
                <a:cs typeface="Times New Roman" panose="02020603050405020304" pitchFamily="18" charset="0"/>
              </a:rPr>
              <a:t>Traversing a binary tree is a well-defined process, and various algorithms (in-order, pre-order, post-order) allow for easy navigation and processing of all elements in the tree. </a:t>
            </a:r>
          </a:p>
          <a:p>
            <a:r>
              <a:rPr lang="en-IN" sz="2400" b="1" dirty="0">
                <a:latin typeface="Times New Roman" panose="02020603050405020304" pitchFamily="18" charset="0"/>
                <a:cs typeface="Times New Roman" panose="02020603050405020304" pitchFamily="18" charset="0"/>
              </a:rPr>
              <a:t>Disadvantages of </a:t>
            </a:r>
            <a:r>
              <a:rPr lang="en-IN" sz="2400" b="1" i="0" dirty="0">
                <a:effectLst/>
                <a:latin typeface="Times New Roman" panose="02020603050405020304" pitchFamily="18" charset="0"/>
                <a:cs typeface="Times New Roman" panose="02020603050405020304" pitchFamily="18" charset="0"/>
              </a:rPr>
              <a:t>Binary Trees </a:t>
            </a:r>
          </a:p>
          <a:p>
            <a:pPr marL="342900" indent="-342900">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Binary trees can have higher memory overhead compared to other data structures. </a:t>
            </a:r>
          </a:p>
          <a:p>
            <a:pPr marL="342900" indent="-342900">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Although binary trees are conceptually simple, ensuring proper balance and implementing self-balancing mechanisms can add complexity to the code.</a:t>
            </a:r>
          </a:p>
          <a:p>
            <a:pPr marL="342900" indent="-342900">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The performance of a binary search tree can be sensitive to the order in which elements are inserted.</a:t>
            </a:r>
          </a:p>
          <a:p>
            <a:r>
              <a:rPr lang="en-IN" sz="2400" b="1" dirty="0">
                <a:latin typeface="Times New Roman" panose="02020603050405020304" pitchFamily="18" charset="0"/>
                <a:cs typeface="Times New Roman" panose="02020603050405020304" pitchFamily="18" charset="0"/>
              </a:rPr>
              <a:t>Applications/Uses of </a:t>
            </a:r>
            <a:r>
              <a:rPr lang="en-IN" sz="2400" b="1" i="0" dirty="0">
                <a:effectLst/>
                <a:latin typeface="Times New Roman" panose="02020603050405020304" pitchFamily="18" charset="0"/>
                <a:cs typeface="Times New Roman" panose="02020603050405020304" pitchFamily="18" charset="0"/>
              </a:rPr>
              <a:t>Binary Trees </a:t>
            </a:r>
            <a:r>
              <a:rPr lang="en-IN" sz="2400" b="1" dirty="0">
                <a:latin typeface="Times New Roman" panose="02020603050405020304" pitchFamily="18" charset="0"/>
                <a:cs typeface="Times New Roman" panose="02020603050405020304" pitchFamily="18" charset="0"/>
              </a:rPr>
              <a:t>in real life</a:t>
            </a:r>
          </a:p>
          <a:p>
            <a:pPr marL="342900" indent="-342900">
              <a:buFont typeface="Arial" pitchFamily="34" charset="0"/>
              <a:buChar char="•"/>
            </a:pPr>
            <a:r>
              <a:rPr lang="en-IN" sz="2000" b="0" i="0" dirty="0">
                <a:effectLst/>
                <a:latin typeface="Times New Roman" panose="02020603050405020304" pitchFamily="18" charset="0"/>
                <a:cs typeface="Times New Roman" panose="02020603050405020304" pitchFamily="18" charset="0"/>
              </a:rPr>
              <a:t>File systems in computers often use binary trees to represent the hierarchical structure of directories and file.</a:t>
            </a:r>
          </a:p>
          <a:p>
            <a:pPr marL="342900" indent="-342900">
              <a:buFont typeface="Arial" pitchFamily="34" charset="0"/>
              <a:buChar char="•"/>
            </a:pPr>
            <a:r>
              <a:rPr lang="en-IN" sz="2000" b="0" i="0" dirty="0">
                <a:effectLst/>
                <a:latin typeface="Times New Roman" panose="02020603050405020304" pitchFamily="18" charset="0"/>
                <a:cs typeface="Times New Roman" panose="02020603050405020304" pitchFamily="18" charset="0"/>
              </a:rPr>
              <a:t>Binary trees can represent organizational hierarchies in business structures</a:t>
            </a:r>
          </a:p>
          <a:p>
            <a:pPr marL="342900" indent="-342900">
              <a:buFont typeface="Arial" pitchFamily="34" charset="0"/>
              <a:buChar char="•"/>
            </a:pPr>
            <a:r>
              <a:rPr lang="en-IN" sz="2000" b="0" i="0" dirty="0">
                <a:effectLst/>
                <a:latin typeface="Times New Roman" panose="02020603050405020304" pitchFamily="18" charset="0"/>
                <a:cs typeface="Times New Roman" panose="02020603050405020304" pitchFamily="18" charset="0"/>
              </a:rPr>
              <a:t>Binary trees are used to represent mathematical expressions in compilers and evaluators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01463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red rectangular sign with white text&#10;&#10;Description automatically generated">
            <a:extLst>
              <a:ext uri="{FF2B5EF4-FFF2-40B4-BE49-F238E27FC236}">
                <a16:creationId xmlns:a16="http://schemas.microsoft.com/office/drawing/2014/main" id="{CA17E13A-F3B1-EF22-4A98-206E5B5EEC40}"/>
              </a:ext>
            </a:extLst>
          </p:cNvPr>
          <p:cNvPicPr>
            <a:picLocks noGrp="1" noChangeAspect="1"/>
          </p:cNvPicPr>
          <p:nvPr>
            <p:ph idx="1"/>
          </p:nvPr>
        </p:nvPicPr>
        <p:blipFill>
          <a:blip r:embed="rId2"/>
          <a:stretch>
            <a:fillRect/>
          </a:stretch>
        </p:blipFill>
        <p:spPr>
          <a:xfrm>
            <a:off x="2051050" y="402397"/>
            <a:ext cx="6555317" cy="818092"/>
          </a:xfrm>
        </p:spPr>
      </p:pic>
      <p:pic>
        <p:nvPicPr>
          <p:cNvPr id="6" name="Picture 2" descr="KL Deemed to be University Logo">
            <a:extLst>
              <a:ext uri="{FF2B5EF4-FFF2-40B4-BE49-F238E27FC236}">
                <a16:creationId xmlns:a16="http://schemas.microsoft.com/office/drawing/2014/main" id="{75EC9A78-EA8E-B027-7CBB-84DA821CFDB7}"/>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9" name="TextBox 8">
            <a:extLst>
              <a:ext uri="{FF2B5EF4-FFF2-40B4-BE49-F238E27FC236}">
                <a16:creationId xmlns:a16="http://schemas.microsoft.com/office/drawing/2014/main" id="{C4DC6DAF-87D3-FD71-42C8-5BFAAA783D41}"/>
              </a:ext>
            </a:extLst>
          </p:cNvPr>
          <p:cNvSpPr txBox="1"/>
          <p:nvPr/>
        </p:nvSpPr>
        <p:spPr>
          <a:xfrm>
            <a:off x="521110" y="1565787"/>
            <a:ext cx="11371006" cy="42165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AutoNum type="arabicPeriod"/>
            </a:pPr>
            <a:r>
              <a:rPr lang="en-IN" sz="2800" dirty="0">
                <a:latin typeface="Times New Roman"/>
                <a:cs typeface="Times New Roman"/>
              </a:rPr>
              <a:t>Write </a:t>
            </a:r>
            <a:r>
              <a:rPr lang="en-IN" sz="2800" dirty="0" err="1">
                <a:latin typeface="Times New Roman"/>
                <a:cs typeface="Times New Roman"/>
              </a:rPr>
              <a:t>Inorder</a:t>
            </a:r>
            <a:r>
              <a:rPr lang="en-IN" sz="2800" dirty="0">
                <a:latin typeface="Times New Roman"/>
                <a:cs typeface="Times New Roman"/>
              </a:rPr>
              <a:t>, Preorder, Post Order to below tree</a:t>
            </a:r>
          </a:p>
          <a:p>
            <a:endParaRPr lang="en-IN"/>
          </a:p>
          <a:p>
            <a:endParaRPr lang="en-IN"/>
          </a:p>
          <a:p>
            <a:endParaRPr lang="en-IN"/>
          </a:p>
          <a:p>
            <a:endParaRPr lang="en-IN"/>
          </a:p>
          <a:p>
            <a:endParaRPr lang="en-IN" sz="2800" dirty="0">
              <a:latin typeface="Times New Roman"/>
              <a:cs typeface="Times New Roman"/>
            </a:endParaRPr>
          </a:p>
          <a:p>
            <a:endParaRPr lang="en-IN" sz="2800" dirty="0">
              <a:latin typeface="Times New Roman"/>
              <a:cs typeface="Times New Roman"/>
            </a:endParaRPr>
          </a:p>
          <a:p>
            <a:endParaRPr lang="en-IN" sz="2800" dirty="0">
              <a:latin typeface="Times New Roman"/>
              <a:cs typeface="Times New Roman"/>
            </a:endParaRPr>
          </a:p>
          <a:p>
            <a:endParaRPr lang="en-IN" sz="2800" dirty="0">
              <a:latin typeface="Times New Roman"/>
              <a:cs typeface="Times New Roman"/>
            </a:endParaRPr>
          </a:p>
          <a:p>
            <a:endParaRPr lang="en-IN" sz="2800" dirty="0">
              <a:latin typeface="Times New Roman"/>
              <a:cs typeface="Times New Roman"/>
            </a:endParaRPr>
          </a:p>
          <a:p>
            <a:r>
              <a:rPr lang="en-IN" sz="2800" dirty="0">
                <a:latin typeface="Times New Roman"/>
                <a:cs typeface="Times New Roman"/>
              </a:rPr>
              <a:t>2. Draw an Expression Tree to A * B + C / D.</a:t>
            </a:r>
            <a:endParaRPr lang="en-IN" dirty="0">
              <a:ea typeface="Calibri"/>
              <a:cs typeface="Calibri"/>
            </a:endParaRPr>
          </a:p>
        </p:txBody>
      </p:sp>
      <p:pic>
        <p:nvPicPr>
          <p:cNvPr id="10" name="Picture 9" descr="A diagram of a diagram&#10;&#10;Description automatically generated">
            <a:extLst>
              <a:ext uri="{FF2B5EF4-FFF2-40B4-BE49-F238E27FC236}">
                <a16:creationId xmlns:a16="http://schemas.microsoft.com/office/drawing/2014/main" id="{194DB055-3232-D425-1D44-72ADBC1022DE}"/>
              </a:ext>
            </a:extLst>
          </p:cNvPr>
          <p:cNvPicPr>
            <a:picLocks noChangeAspect="1"/>
          </p:cNvPicPr>
          <p:nvPr/>
        </p:nvPicPr>
        <p:blipFill>
          <a:blip r:embed="rId4"/>
          <a:stretch>
            <a:fillRect/>
          </a:stretch>
        </p:blipFill>
        <p:spPr>
          <a:xfrm>
            <a:off x="3887890" y="2187831"/>
            <a:ext cx="4219575" cy="2752725"/>
          </a:xfrm>
          <a:prstGeom prst="rect">
            <a:avLst/>
          </a:prstGeom>
        </p:spPr>
      </p:pic>
    </p:spTree>
    <p:extLst>
      <p:ext uri="{BB962C8B-B14F-4D97-AF65-F5344CB8AC3E}">
        <p14:creationId xmlns:p14="http://schemas.microsoft.com/office/powerpoint/2010/main" val="3431534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2790158" y="179658"/>
            <a:ext cx="5663451"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a:cs typeface="Times New Roman"/>
              </a:rPr>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137583" y="0"/>
            <a:ext cx="1757892" cy="600076"/>
          </a:xfrm>
          <a:prstGeom prst="rect">
            <a:avLst/>
          </a:prstGeom>
          <a:noFill/>
        </p:spPr>
      </p:pic>
      <p:sp>
        <p:nvSpPr>
          <p:cNvPr id="18" name="TextBox 17"/>
          <p:cNvSpPr txBox="1"/>
          <p:nvPr/>
        </p:nvSpPr>
        <p:spPr>
          <a:xfrm>
            <a:off x="846666" y="848264"/>
            <a:ext cx="10682790" cy="5632311"/>
          </a:xfrm>
          <a:prstGeom prst="rect">
            <a:avLst/>
          </a:prstGeom>
          <a:noFill/>
        </p:spPr>
        <p:txBody>
          <a:bodyPr wrap="square" rtlCol="0">
            <a:spAutoFit/>
          </a:bodyPr>
          <a:lstStyle/>
          <a:p>
            <a:pPr marL="285750" indent="-285750">
              <a:buFont typeface="Wingdings" pitchFamily="2" charset="2"/>
              <a:buChar char="Ø"/>
            </a:pPr>
            <a:r>
              <a:rPr lang="en-IN" sz="2400" dirty="0">
                <a:latin typeface="Times New Roman"/>
                <a:cs typeface="Times New Roman"/>
              </a:rPr>
              <a:t>Tree data structure is a collection of data (Node) which is organized in hierarchical structure recursively</a:t>
            </a:r>
          </a:p>
          <a:p>
            <a:pPr marL="285750" indent="-285750">
              <a:buFont typeface="Wingdings" pitchFamily="2" charset="2"/>
              <a:buChar char="Ø"/>
            </a:pPr>
            <a:r>
              <a:rPr lang="en-IN" sz="2400" dirty="0">
                <a:latin typeface="Times New Roman"/>
                <a:cs typeface="Times New Roman"/>
              </a:rPr>
              <a:t>A tree in which every node can have a maximum of two children is called Binary Tree.</a:t>
            </a:r>
          </a:p>
          <a:p>
            <a:pPr marL="285750" indent="-285750">
              <a:buFont typeface="Wingdings" pitchFamily="2" charset="2"/>
              <a:buChar char="Ø"/>
            </a:pPr>
            <a:r>
              <a:rPr lang="en-IN" sz="2400" dirty="0">
                <a:latin typeface="Times New Roman"/>
                <a:cs typeface="Times New Roman"/>
              </a:rPr>
              <a:t>Several terminologies are used in tree like follows..</a:t>
            </a:r>
          </a:p>
          <a:p>
            <a:r>
              <a:rPr lang="en-IN" sz="2400" dirty="0">
                <a:latin typeface="Times New Roman"/>
                <a:cs typeface="Times New Roman"/>
              </a:rPr>
              <a:t>     root, parent, child, height, level, </a:t>
            </a:r>
            <a:r>
              <a:rPr lang="en-IN" sz="2400" dirty="0" err="1">
                <a:latin typeface="Times New Roman"/>
                <a:cs typeface="Times New Roman"/>
              </a:rPr>
              <a:t>deapth</a:t>
            </a:r>
            <a:r>
              <a:rPr lang="en-IN" sz="2400" dirty="0">
                <a:latin typeface="Times New Roman"/>
                <a:cs typeface="Times New Roman"/>
              </a:rPr>
              <a:t> and subtree etc….</a:t>
            </a:r>
          </a:p>
          <a:p>
            <a:pPr marL="285750" indent="-285750">
              <a:buFont typeface="Wingdings" pitchFamily="2" charset="2"/>
              <a:buChar char="Ø"/>
            </a:pPr>
            <a:r>
              <a:rPr lang="en-IN" sz="2400" dirty="0">
                <a:latin typeface="Times New Roman"/>
                <a:cs typeface="Times New Roman"/>
              </a:rPr>
              <a:t>In a Binary tree, we perform the following traversals</a:t>
            </a:r>
          </a:p>
          <a:p>
            <a:r>
              <a:rPr lang="en-IN" sz="2400" dirty="0">
                <a:latin typeface="Times New Roman"/>
                <a:cs typeface="Times New Roman"/>
              </a:rPr>
              <a:t>      i) </a:t>
            </a:r>
            <a:r>
              <a:rPr lang="en-IN" sz="2400" dirty="0" err="1">
                <a:latin typeface="Times New Roman"/>
                <a:cs typeface="Times New Roman"/>
              </a:rPr>
              <a:t>Inorder</a:t>
            </a:r>
            <a:r>
              <a:rPr lang="en-IN" sz="2400" dirty="0">
                <a:latin typeface="Times New Roman"/>
                <a:cs typeface="Times New Roman"/>
              </a:rPr>
              <a:t>	ii)  Preorder	iii)  post order	 </a:t>
            </a:r>
          </a:p>
          <a:p>
            <a:endParaRPr lang="en-IN" sz="2400" dirty="0">
              <a:latin typeface="Times New Roman"/>
              <a:cs typeface="Times New Roman"/>
            </a:endParaRPr>
          </a:p>
          <a:p>
            <a:pPr marL="285750" indent="-285750">
              <a:buFont typeface="Wingdings" pitchFamily="2" charset="2"/>
              <a:buChar char="Ø"/>
            </a:pPr>
            <a:r>
              <a:rPr lang="en-IN" sz="2400" dirty="0">
                <a:latin typeface="Times New Roman"/>
                <a:cs typeface="Times New Roman"/>
              </a:rPr>
              <a:t>An expression tree is a special type of binary tree that is used to store algebraic expressions. In an expression tree, each internal node corresponds to the operator and each leaf node corresponds to the operand.</a:t>
            </a:r>
          </a:p>
          <a:p>
            <a:endParaRPr lang="en-IN" sz="2400" dirty="0">
              <a:latin typeface="Times New Roman"/>
              <a:cs typeface="Times New Roman"/>
            </a:endParaRPr>
          </a:p>
          <a:p>
            <a:pPr marL="285750" indent="-285750">
              <a:buFont typeface="Wingdings" pitchFamily="2" charset="2"/>
              <a:buChar char="Ø"/>
            </a:pPr>
            <a:r>
              <a:rPr lang="en-IN" sz="2400" dirty="0">
                <a:latin typeface="Times New Roman"/>
                <a:cs typeface="Times New Roman"/>
              </a:rPr>
              <a:t>Advantages, Disadvantages and Applications/Uses of Binary Trees in real life.</a:t>
            </a:r>
          </a:p>
          <a:p>
            <a:endParaRPr lang="en-IN" sz="2400" dirty="0">
              <a:latin typeface="Times New Roman"/>
              <a:cs typeface="Times New Roman"/>
            </a:endParaRP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a:cs typeface="Times New Roman"/>
              </a:rPr>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IN" sz="2400" dirty="0">
                <a:latin typeface="Times New Roman"/>
                <a:cs typeface="Times New Roman"/>
              </a:rPr>
              <a:t>What is a tree in data structures?</a:t>
            </a:r>
          </a:p>
          <a:p>
            <a:pPr lvl="0"/>
            <a:endParaRPr lang="en-IN" sz="2400" dirty="0">
              <a:latin typeface="Times New Roman"/>
              <a:cs typeface="Times New Roman"/>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8881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IN" dirty="0">
                <a:latin typeface="Times New Roman"/>
                <a:cs typeface="Times New Roman"/>
              </a:rPr>
              <a:t>a. A hierarchical data structure</a:t>
            </a:r>
          </a:p>
          <a:p>
            <a:pPr>
              <a:lnSpc>
                <a:spcPct val="150000"/>
              </a:lnSpc>
            </a:pPr>
            <a:r>
              <a:rPr lang="en-IN" dirty="0">
                <a:latin typeface="Times New Roman"/>
                <a:cs typeface="Times New Roman"/>
              </a:rPr>
              <a:t>b. A linear data structure</a:t>
            </a:r>
          </a:p>
          <a:p>
            <a:pPr>
              <a:lnSpc>
                <a:spcPct val="150000"/>
              </a:lnSpc>
            </a:pPr>
            <a:r>
              <a:rPr lang="en-IN" dirty="0">
                <a:latin typeface="Times New Roman"/>
                <a:cs typeface="Times New Roman"/>
              </a:rPr>
              <a:t>c. A non-linear data structure</a:t>
            </a:r>
          </a:p>
          <a:p>
            <a:pPr>
              <a:lnSpc>
                <a:spcPct val="150000"/>
              </a:lnSpc>
            </a:pPr>
            <a:r>
              <a:rPr lang="en-IN" dirty="0">
                <a:latin typeface="Times New Roman"/>
                <a:cs typeface="Times New Roman"/>
              </a:rPr>
              <a:t>d. A sequential data structure</a:t>
            </a:r>
            <a:br>
              <a:rPr lang="en-IN" dirty="0">
                <a:latin typeface="Times New Roman"/>
                <a:cs typeface="Times New Roman"/>
              </a:rPr>
            </a:br>
            <a:endParaRPr lang="en-US" dirty="0">
              <a:latin typeface="Times New Roman"/>
              <a:cs typeface="Times New Roman"/>
            </a:endParaRP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2400" dirty="0">
                <a:latin typeface="Times New Roman"/>
                <a:cs typeface="Times New Roman"/>
              </a:rPr>
              <a:t>In a binary tree, each node has at most how many children?</a:t>
            </a:r>
            <a:br>
              <a:rPr lang="en-IN" sz="2400" dirty="0">
                <a:latin typeface="Times New Roman"/>
                <a:cs typeface="Times New Roman"/>
              </a:rPr>
            </a:br>
            <a:endParaRPr lang="en-IN" sz="2400" dirty="0">
              <a:latin typeface="Times New Roman"/>
              <a:cs typeface="Times New Roman"/>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latin typeface="Times New Roman"/>
                <a:cs typeface="Times New Roman"/>
              </a:rPr>
              <a:t>a. 1</a:t>
            </a:r>
          </a:p>
          <a:p>
            <a:r>
              <a:rPr lang="en-IN" dirty="0">
                <a:latin typeface="Times New Roman"/>
                <a:cs typeface="Times New Roman"/>
              </a:rPr>
              <a:t>b. 2</a:t>
            </a:r>
          </a:p>
          <a:p>
            <a:r>
              <a:rPr lang="en-IN" dirty="0">
                <a:latin typeface="Times New Roman"/>
                <a:cs typeface="Times New Roman"/>
              </a:rPr>
              <a:t>c. 3</a:t>
            </a:r>
          </a:p>
          <a:p>
            <a:r>
              <a:rPr lang="en-IN" dirty="0">
                <a:latin typeface="Times New Roman"/>
                <a:cs typeface="Times New Roman"/>
              </a:rPr>
              <a:t>d. 4</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a:cs typeface="Times New Roman"/>
              </a:rPr>
              <a:t>TERMINAL QUESTIONS</a:t>
            </a:r>
          </a:p>
        </p:txBody>
      </p:sp>
      <p:sp>
        <p:nvSpPr>
          <p:cNvPr id="9" name="TextBox 8"/>
          <p:cNvSpPr txBox="1"/>
          <p:nvPr/>
        </p:nvSpPr>
        <p:spPr>
          <a:xfrm>
            <a:off x="900332" y="1167618"/>
            <a:ext cx="9608234" cy="2784737"/>
          </a:xfrm>
          <a:prstGeom prst="rect">
            <a:avLst/>
          </a:prstGeom>
          <a:noFill/>
        </p:spPr>
        <p:txBody>
          <a:bodyPr wrap="square" rtlCol="0">
            <a:spAutoFit/>
          </a:bodyPr>
          <a:lstStyle/>
          <a:p>
            <a:pPr>
              <a:lnSpc>
                <a:spcPct val="200000"/>
              </a:lnSpc>
            </a:pPr>
            <a:r>
              <a:rPr lang="en-US" b="1" dirty="0">
                <a:latin typeface="Times New Roman"/>
                <a:cs typeface="Times New Roman"/>
              </a:rPr>
              <a:t>1. Define Binary Tree?</a:t>
            </a:r>
          </a:p>
          <a:p>
            <a:pPr>
              <a:lnSpc>
                <a:spcPct val="200000"/>
              </a:lnSpc>
            </a:pPr>
            <a:r>
              <a:rPr lang="en-US" b="1" dirty="0">
                <a:latin typeface="Times New Roman"/>
                <a:cs typeface="Times New Roman"/>
              </a:rPr>
              <a:t>2. </a:t>
            </a:r>
            <a:r>
              <a:rPr lang="en-IN" b="1" dirty="0">
                <a:latin typeface="Times New Roman"/>
                <a:cs typeface="Times New Roman"/>
              </a:rPr>
              <a:t>Define the height of a binary tree?</a:t>
            </a:r>
          </a:p>
          <a:p>
            <a:pPr>
              <a:lnSpc>
                <a:spcPct val="200000"/>
              </a:lnSpc>
            </a:pPr>
            <a:r>
              <a:rPr lang="en-US" b="1" dirty="0">
                <a:latin typeface="Times New Roman"/>
                <a:cs typeface="Times New Roman"/>
              </a:rPr>
              <a:t>3. </a:t>
            </a:r>
            <a:r>
              <a:rPr lang="en-IN" b="1" i="0" dirty="0">
                <a:effectLst/>
                <a:latin typeface="Times New Roman"/>
                <a:cs typeface="Times New Roman"/>
              </a:rPr>
              <a:t>What is an in-order traversal of a binary tree?</a:t>
            </a:r>
          </a:p>
          <a:p>
            <a:pPr>
              <a:lnSpc>
                <a:spcPct val="200000"/>
              </a:lnSpc>
            </a:pPr>
            <a:r>
              <a:rPr lang="en-US" b="1" dirty="0">
                <a:latin typeface="Times New Roman"/>
                <a:cs typeface="Times New Roman"/>
              </a:rPr>
              <a:t>3. </a:t>
            </a:r>
            <a:r>
              <a:rPr lang="en-IN" b="1" i="0" dirty="0">
                <a:effectLst/>
                <a:latin typeface="Times New Roman"/>
                <a:cs typeface="Times New Roman"/>
              </a:rPr>
              <a:t>Define a leaf node in the context of a binary tree?</a:t>
            </a:r>
          </a:p>
          <a:p>
            <a:pPr>
              <a:lnSpc>
                <a:spcPct val="200000"/>
              </a:lnSpc>
            </a:pPr>
            <a:r>
              <a:rPr lang="en-US" b="1" dirty="0">
                <a:latin typeface="Times New Roman"/>
                <a:cs typeface="Times New Roman"/>
              </a:rPr>
              <a:t>4. </a:t>
            </a:r>
            <a:r>
              <a:rPr lang="en-IN" b="1" i="0" dirty="0">
                <a:effectLst/>
                <a:latin typeface="Times New Roman"/>
                <a:cs typeface="Times New Roman"/>
              </a:rPr>
              <a:t>Define the term "binary tree traversal.“?</a:t>
            </a:r>
            <a:endParaRPr lang="en-US" b="1" dirty="0">
              <a:latin typeface="Times New Roman"/>
              <a:cs typeface="Times New Roman"/>
            </a:endParaRP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REFERENCES FOR FURTHER LEARNING OF THE SESSION</a:t>
            </a:r>
            <a:endParaRPr lang="en-US" sz="240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3388107"/>
          </a:xfrm>
          <a:prstGeom prst="rect">
            <a:avLst/>
          </a:prstGeom>
          <a:noFill/>
        </p:spPr>
        <p:txBody>
          <a:bodyPr wrap="square" lIns="91440" tIns="45720" rIns="91440" bIns="45720" rtlCol="0" anchor="t">
            <a:spAutoFit/>
          </a:bodyPr>
          <a:lstStyle/>
          <a:p>
            <a:pPr algn="just">
              <a:lnSpc>
                <a:spcPct val="150000"/>
              </a:lnSpc>
            </a:pPr>
            <a:r>
              <a:rPr lang="en-US" sz="2400" b="1" dirty="0">
                <a:latin typeface="Times New Roman"/>
                <a:cs typeface="Times New Roman"/>
              </a:rPr>
              <a:t>Reference Books</a:t>
            </a:r>
            <a:endParaRPr lang="en-US" sz="2400" dirty="0">
              <a:latin typeface="Times New Roman"/>
              <a:cs typeface="Times New Roman"/>
            </a:endParaRPr>
          </a:p>
          <a:p>
            <a:pPr marL="342900" lvl="0" indent="-342900">
              <a:spcBef>
                <a:spcPts val="75"/>
              </a:spcBef>
              <a:buFont typeface="+mj-lt"/>
              <a:buAutoNum type="arabicPeriod"/>
            </a:pPr>
            <a:r>
              <a:rPr lang="en-US" sz="1800" dirty="0">
                <a:effectLst/>
                <a:latin typeface="Times New Roman" panose="02020603050405020304" pitchFamily="18" charset="0"/>
                <a:ea typeface="Times New Roman" panose="02020603050405020304" pitchFamily="18" charset="0"/>
              </a:rPr>
              <a:t>Data Structures and Algorithm Analysis in PYTHON, 2010, Mark Allen Weiss, Second Edition, Pearson Education.</a:t>
            </a:r>
            <a:endParaRPr lang="en-IN" sz="1800" dirty="0">
              <a:effectLst/>
              <a:latin typeface="Times New Roman" panose="02020603050405020304" pitchFamily="18" charset="0"/>
              <a:ea typeface="Times New Roman" panose="02020603050405020304" pitchFamily="18" charset="0"/>
            </a:endParaRPr>
          </a:p>
          <a:p>
            <a:pPr marL="342900" lvl="0" indent="-342900">
              <a:spcBef>
                <a:spcPts val="75"/>
              </a:spcBef>
              <a:buFont typeface="+mj-lt"/>
              <a:buAutoNum type="arabicPeriod"/>
            </a:pPr>
            <a:r>
              <a:rPr lang="en-US" sz="1800" dirty="0">
                <a:effectLst/>
                <a:latin typeface="Times New Roman" panose="02020603050405020304" pitchFamily="18" charset="0"/>
                <a:ea typeface="Times New Roman" panose="02020603050405020304" pitchFamily="18" charset="0"/>
              </a:rPr>
              <a:t>Data Structures and Algorithms, </a:t>
            </a:r>
            <a:r>
              <a:rPr lang="en-US" sz="1800" dirty="0" err="1">
                <a:effectLst/>
                <a:latin typeface="Times New Roman" panose="02020603050405020304" pitchFamily="18" charset="0"/>
                <a:ea typeface="Times New Roman" panose="02020603050405020304" pitchFamily="18" charset="0"/>
              </a:rPr>
              <a:t>A.V.Aho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J.E.Hopcroft</a:t>
            </a:r>
            <a:r>
              <a:rPr lang="en-US" sz="1800" dirty="0">
                <a:effectLst/>
                <a:latin typeface="Times New Roman" panose="02020603050405020304" pitchFamily="18" charset="0"/>
                <a:ea typeface="Times New Roman" panose="02020603050405020304" pitchFamily="18" charset="0"/>
              </a:rPr>
              <a:t>, and </a:t>
            </a:r>
            <a:r>
              <a:rPr lang="en-US" sz="1800" dirty="0" err="1">
                <a:effectLst/>
                <a:latin typeface="Times New Roman" panose="02020603050405020304" pitchFamily="18" charset="0"/>
                <a:ea typeface="Times New Roman" panose="02020603050405020304" pitchFamily="18" charset="0"/>
              </a:rPr>
              <a:t>J.D.Ullman</a:t>
            </a:r>
            <a:r>
              <a:rPr lang="en-US" sz="1800" dirty="0">
                <a:effectLst/>
                <a:latin typeface="Times New Roman" panose="02020603050405020304" pitchFamily="18" charset="0"/>
                <a:ea typeface="Times New Roman" panose="02020603050405020304" pitchFamily="18" charset="0"/>
              </a:rPr>
              <a:t>, Pearson Education, First Edition Reprint2003.</a:t>
            </a:r>
            <a:endParaRPr lang="en-IN" sz="1800" dirty="0">
              <a:effectLst/>
              <a:latin typeface="Times New Roman" panose="02020603050405020304" pitchFamily="18" charset="0"/>
              <a:ea typeface="Times New Roman" panose="02020603050405020304" pitchFamily="18" charset="0"/>
            </a:endParaRPr>
          </a:p>
          <a:p>
            <a:pPr marL="342900" lvl="0" indent="-342900">
              <a:spcBef>
                <a:spcPts val="75"/>
              </a:spcBef>
              <a:buFont typeface="+mj-lt"/>
              <a:buAutoNum type="arabicPeriod"/>
            </a:pPr>
            <a:r>
              <a:rPr lang="en-US" sz="1800" dirty="0">
                <a:effectLst/>
                <a:latin typeface="Times New Roman" panose="02020603050405020304" pitchFamily="18" charset="0"/>
                <a:ea typeface="Times New Roman" panose="02020603050405020304" pitchFamily="18" charset="0"/>
              </a:rPr>
              <a:t>Advanced </a:t>
            </a:r>
            <a:r>
              <a:rPr lang="en-US" sz="2400" dirty="0">
                <a:effectLst/>
                <a:latin typeface="Times New Roman" panose="02020603050405020304" pitchFamily="18" charset="0"/>
                <a:ea typeface="Times New Roman" panose="02020603050405020304" pitchFamily="18" charset="0"/>
              </a:rPr>
              <a:t>Guide</a:t>
            </a:r>
            <a:r>
              <a:rPr lang="en-US" sz="1800" dirty="0">
                <a:effectLst/>
                <a:latin typeface="Times New Roman" panose="02020603050405020304" pitchFamily="18" charset="0"/>
                <a:ea typeface="Times New Roman" panose="02020603050405020304" pitchFamily="18" charset="0"/>
              </a:rPr>
              <a:t> to Python 3 Programming, John Hunt, 4</a:t>
            </a:r>
            <a:r>
              <a:rPr lang="en-US" sz="1800" baseline="30000" dirty="0">
                <a:effectLst/>
                <a:latin typeface="Times New Roman" panose="02020603050405020304" pitchFamily="18" charset="0"/>
                <a:ea typeface="Times New Roman" panose="02020603050405020304" pitchFamily="18" charset="0"/>
              </a:rPr>
              <a:t>th</a:t>
            </a:r>
            <a:r>
              <a:rPr lang="en-US" sz="1800" dirty="0">
                <a:effectLst/>
                <a:latin typeface="Times New Roman" panose="02020603050405020304" pitchFamily="18" charset="0"/>
                <a:ea typeface="Times New Roman" panose="02020603050405020304" pitchFamily="18" charset="0"/>
              </a:rPr>
              <a:t> Edition, Springer Nature Switzerland AG 2019.</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      Python Basics: A Practice Introduction to Python 3, David Amos, Dan Bader, Joanna Jablonski, Fletcher Heisler, 4</a:t>
            </a:r>
            <a:r>
              <a:rPr lang="en-US" sz="1800" baseline="30000" dirty="0">
                <a:effectLst/>
                <a:latin typeface="Calibri" panose="020F0502020204030204" pitchFamily="34" charset="0"/>
                <a:ea typeface="Calibri" panose="020F0502020204030204" pitchFamily="34" charset="0"/>
                <a:cs typeface="Times New Roman" panose="02020603050405020304" pitchFamily="18" charset="0"/>
              </a:rPr>
              <a:t>th</a:t>
            </a:r>
            <a:r>
              <a:rPr lang="en-US" sz="1800" dirty="0">
                <a:effectLst/>
                <a:latin typeface="Calibri" panose="020F0502020204030204" pitchFamily="34" charset="0"/>
                <a:ea typeface="Calibri" panose="020F0502020204030204" pitchFamily="34" charset="0"/>
                <a:cs typeface="Times New Roman" panose="02020603050405020304" pitchFamily="18" charset="0"/>
              </a:rPr>
              <a:t> edition, Real Python</a:t>
            </a:r>
          </a:p>
          <a:p>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2400" b="1" dirty="0">
                <a:latin typeface="Times New Roman"/>
                <a:cs typeface="Times New Roman"/>
              </a:rPr>
              <a:t>Sites and Web links:</a:t>
            </a:r>
          </a:p>
          <a:p>
            <a:pPr marL="342900" lvl="0" indent="-342900" algn="just">
              <a:spcBef>
                <a:spcPts val="80"/>
              </a:spcBef>
              <a:buSzPts val="1100"/>
              <a:buFont typeface="+mj-lt"/>
              <a:buAutoNum type="arabicPeriod"/>
            </a:pPr>
            <a:r>
              <a:rPr lang="en-US" u="sng" spc="-10" dirty="0">
                <a:solidFill>
                  <a:srgbClr val="0000FF"/>
                </a:solidFill>
                <a:effectLst/>
                <a:latin typeface="Times New Roman" panose="02020603050405020304" pitchFamily="18" charset="0"/>
                <a:ea typeface="Times New Roman" panose="02020603050405020304" pitchFamily="18" charset="0"/>
                <a:hlinkClick r:id="rId2"/>
              </a:rPr>
              <a:t>https://docs.python.org/3/tutorial/datastructures.html</a:t>
            </a:r>
            <a:endParaRPr lang="en-IN" dirty="0">
              <a:effectLst/>
              <a:latin typeface="Times New Roman" panose="02020603050405020304" pitchFamily="18" charset="0"/>
              <a:ea typeface="Times New Roman" panose="02020603050405020304" pitchFamily="18" charset="0"/>
            </a:endParaRPr>
          </a:p>
          <a:p>
            <a:pPr marL="342900" lvl="0" indent="-342900" algn="just">
              <a:spcBef>
                <a:spcPts val="80"/>
              </a:spcBef>
              <a:buSzPts val="1100"/>
              <a:buFont typeface="+mj-lt"/>
              <a:buAutoNum type="arabicPeriod"/>
            </a:pPr>
            <a:r>
              <a:rPr lang="en-US" u="sng" dirty="0">
                <a:solidFill>
                  <a:srgbClr val="0000FF"/>
                </a:solidFill>
                <a:effectLst/>
                <a:latin typeface="Times New Roman" panose="02020603050405020304" pitchFamily="18" charset="0"/>
                <a:ea typeface="Times New Roman" panose="02020603050405020304" pitchFamily="18" charset="0"/>
                <a:hlinkClick r:id="rId3"/>
              </a:rPr>
              <a:t>https://www.w3schools.com/dsa/dsa_intro.php</a:t>
            </a:r>
            <a:endParaRPr lang="en-IN" dirty="0">
              <a:effectLst/>
              <a:latin typeface="Times New Roman" panose="02020603050405020304" pitchFamily="18" charset="0"/>
              <a:ea typeface="Times New Roman" panose="02020603050405020304" pitchFamily="18" charset="0"/>
            </a:endParaRPr>
          </a:p>
          <a:p>
            <a:r>
              <a:rPr lang="en-US"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4"/>
              </a:rPr>
              <a:t>3.    https://www.geeksforgeeks.org/python-data-structures/</a:t>
            </a:r>
            <a:endParaRPr lang="en-US" dirty="0">
              <a:latin typeface="Times New Roman"/>
              <a:cs typeface="Times New Roman"/>
            </a:endParaRPr>
          </a:p>
        </p:txBody>
      </p:sp>
      <p:pic>
        <p:nvPicPr>
          <p:cNvPr id="5"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405743" y="1436914"/>
            <a:ext cx="8116891" cy="330389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a:cs typeface="Times New Roman"/>
            </a:endParaRPr>
          </a:p>
          <a:p>
            <a:pPr algn="ctr"/>
            <a:endParaRPr lang="en-US" sz="2400" b="1" dirty="0">
              <a:latin typeface="Times New Roman"/>
              <a:cs typeface="Times New Roman"/>
            </a:endParaRPr>
          </a:p>
          <a:p>
            <a:pPr algn="ctr"/>
            <a:r>
              <a:rPr lang="en-US" sz="3200" b="1" dirty="0">
                <a:latin typeface="Times New Roman"/>
                <a:cs typeface="Times New Roman"/>
              </a:rPr>
              <a:t>THANK YOU</a:t>
            </a:r>
          </a:p>
          <a:p>
            <a:pPr algn="ctr"/>
            <a:endParaRPr lang="en-US" sz="2400" dirty="0">
              <a:latin typeface="Times New Roman"/>
              <a:cs typeface="Times New Roman"/>
            </a:endParaRPr>
          </a:p>
          <a:p>
            <a:pPr algn="ctr"/>
            <a:endParaRPr lang="en-US" sz="2400" dirty="0">
              <a:latin typeface="Times New Roman"/>
              <a:cs typeface="Times New Roman"/>
            </a:endParaRPr>
          </a:p>
          <a:p>
            <a:pPr algn="ctr"/>
            <a:endParaRPr lang="en-US" sz="2400" dirty="0">
              <a:latin typeface="Times New Roman"/>
              <a:cs typeface="Times New Roman"/>
            </a:endParaRPr>
          </a:p>
          <a:p>
            <a:pPr algn="ctr"/>
            <a:endParaRPr lang="en-US" sz="2400" dirty="0">
              <a:latin typeface="Times New Roman"/>
              <a:cs typeface="Times New Roman"/>
            </a:endParaRPr>
          </a:p>
          <a:p>
            <a:pPr algn="ctr"/>
            <a:r>
              <a:rPr lang="en-US" sz="3600" b="1" dirty="0">
                <a:latin typeface="Times New Roman"/>
                <a:cs typeface="Times New Roman"/>
              </a:rPr>
              <a:t>Team – </a:t>
            </a:r>
            <a:r>
              <a:rPr lang="en-US" sz="3600" dirty="0">
                <a:solidFill>
                  <a:schemeClr val="bg1"/>
                </a:solidFill>
                <a:effectLst/>
                <a:ea typeface="Calibri" panose="020F0502020204030204" pitchFamily="34" charset="0"/>
                <a:cs typeface="Times New Roman" panose="02020603050405020304" pitchFamily="18" charset="0"/>
              </a:rPr>
              <a:t>Data Structures using Python</a:t>
            </a:r>
            <a:endParaRPr lang="en-US" sz="3600" b="1" cap="all" dirty="0">
              <a:solidFill>
                <a:schemeClr val="bg1"/>
              </a:solidFill>
              <a:cs typeface="Poppins" panose="00000500000000000000" pitchFamily="2" charset="0"/>
              <a:sym typeface="BioRhyme ExtraBold"/>
            </a:endParaRPr>
          </a:p>
          <a:p>
            <a:pPr algn="ctr"/>
            <a:endParaRPr lang="en-US" sz="3600" b="1" dirty="0">
              <a:latin typeface="Times New Roman"/>
              <a:cs typeface="Times New Roman"/>
            </a:endParaRPr>
          </a:p>
          <a:p>
            <a:pPr algn="ctr"/>
            <a:endParaRPr lang="en-US" sz="2400" dirty="0">
              <a:solidFill>
                <a:schemeClr val="bg1"/>
              </a:solidFill>
              <a:latin typeface="Times New Roman"/>
              <a:cs typeface="Times New Roman"/>
            </a:endParaRPr>
          </a:p>
          <a:p>
            <a:pPr algn="ctr"/>
            <a:endParaRPr lang="en-US" sz="2400" dirty="0">
              <a:solidFill>
                <a:schemeClr val="bg1"/>
              </a:solidFill>
              <a:latin typeface="Times New Roman"/>
              <a:cs typeface="Times New Roman"/>
            </a:endParaRPr>
          </a:p>
          <a:p>
            <a:pPr algn="ctr"/>
            <a:endParaRPr lang="en-US" sz="2400" dirty="0">
              <a:solidFill>
                <a:schemeClr val="bg1"/>
              </a:solidFill>
              <a:latin typeface="Times New Roman"/>
              <a:cs typeface="Times New Roman"/>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188029"/>
            <a:ext cx="3235570" cy="103414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customXml/itemProps3.xml><?xml version="1.0" encoding="utf-8"?>
<ds:datastoreItem xmlns:ds="http://schemas.openxmlformats.org/officeDocument/2006/customXml" ds:itemID="{3DA00F5F-5366-4B1C-9406-30DECA796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2336</TotalTime>
  <Words>1577</Words>
  <Application>Microsoft Office PowerPoint</Application>
  <PresentationFormat>Widescreen</PresentationFormat>
  <Paragraphs>193</Paragraphs>
  <Slides>22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Comfortaa</vt:lpstr>
      <vt:lpstr>Open Sans</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Ravi Pallapati</cp:lastModifiedBy>
  <cp:revision>155</cp:revision>
  <dcterms:created xsi:type="dcterms:W3CDTF">2020-02-08T09:57:44Z</dcterms:created>
  <dcterms:modified xsi:type="dcterms:W3CDTF">2024-12-14T05:14:25Z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