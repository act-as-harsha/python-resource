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0"/>
  </p:notesMasterIdLst>
  <p:sldIdLst>
    <p:sldId id="271" r:id="rId5"/>
    <p:sldId id="300" r:id="rId6"/>
    <p:sldId id="331" r:id="rId7"/>
    <p:sldId id="333" r:id="rId8"/>
    <p:sldId id="334" r:id="rId9"/>
    <p:sldId id="335" r:id="rId10"/>
    <p:sldId id="336" r:id="rId11"/>
    <p:sldId id="299" r:id="rId12"/>
    <p:sldId id="285" r:id="rId13"/>
    <p:sldId id="337" r:id="rId14"/>
    <p:sldId id="287" r:id="rId15"/>
    <p:sldId id="301" r:id="rId16"/>
    <p:sldId id="302" r:id="rId17"/>
    <p:sldId id="338" r:id="rId18"/>
    <p:sldId id="33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ANUSHA" userId="S::anushaaa9@kluniversity.in::31576902-587f-4416-b184-62b5dd11a3e8" providerId="AD" clId="Web-{12588468-280C-CD50-97E2-67B09EE1034E}"/>
    <pc:docChg chg="delSld modSld sldOrd">
      <pc:chgData name="M ANUSHA" userId="S::anushaaa9@kluniversity.in::31576902-587f-4416-b184-62b5dd11a3e8" providerId="AD" clId="Web-{12588468-280C-CD50-97E2-67B09EE1034E}" dt="2023-12-30T03:31:38.463" v="629"/>
      <pc:docMkLst>
        <pc:docMk/>
      </pc:docMkLst>
      <pc:sldChg chg="addSp delSp modSp ord">
        <pc:chgData name="M ANUSHA" userId="S::anushaaa9@kluniversity.in::31576902-587f-4416-b184-62b5dd11a3e8" providerId="AD" clId="Web-{12588468-280C-CD50-97E2-67B09EE1034E}" dt="2023-12-30T03:26:28.207" v="601"/>
        <pc:sldMkLst>
          <pc:docMk/>
          <pc:sldMk cId="0" sldId="258"/>
        </pc:sldMkLst>
        <pc:spChg chg="add del mod">
          <ac:chgData name="M ANUSHA" userId="S::anushaaa9@kluniversity.in::31576902-587f-4416-b184-62b5dd11a3e8" providerId="AD" clId="Web-{12588468-280C-CD50-97E2-67B09EE1034E}" dt="2023-12-30T02:43:06.413" v="15"/>
          <ac:spMkLst>
            <pc:docMk/>
            <pc:sldMk cId="0" sldId="258"/>
            <ac:spMk id="4" creationId="{74993003-203E-4201-53F0-6FC4B909EC2E}"/>
          </ac:spMkLst>
        </pc:spChg>
        <pc:spChg chg="mod">
          <ac:chgData name="M ANUSHA" userId="S::anushaaa9@kluniversity.in::31576902-587f-4416-b184-62b5dd11a3e8" providerId="AD" clId="Web-{12588468-280C-CD50-97E2-67B09EE1034E}" dt="2023-12-30T02:58:49.653" v="256" actId="20577"/>
          <ac:spMkLst>
            <pc:docMk/>
            <pc:sldMk cId="0" sldId="258"/>
            <ac:spMk id="53" creationId="{00000000-0000-0000-0000-000000000000}"/>
          </ac:spMkLst>
        </pc:spChg>
        <pc:picChg chg="del">
          <ac:chgData name="M ANUSHA" userId="S::anushaaa9@kluniversity.in::31576902-587f-4416-b184-62b5dd11a3e8" providerId="AD" clId="Web-{12588468-280C-CD50-97E2-67B09EE1034E}" dt="2023-12-30T02:42:59.429" v="14"/>
          <ac:picMkLst>
            <pc:docMk/>
            <pc:sldMk cId="0" sldId="258"/>
            <ac:picMk id="2" creationId="{00000000-0000-0000-0000-000000000000}"/>
          </ac:picMkLst>
        </pc:picChg>
        <pc:picChg chg="add del mod">
          <ac:chgData name="M ANUSHA" userId="S::anushaaa9@kluniversity.in::31576902-587f-4416-b184-62b5dd11a3e8" providerId="AD" clId="Web-{12588468-280C-CD50-97E2-67B09EE1034E}" dt="2023-12-30T02:57:27.603" v="240"/>
          <ac:picMkLst>
            <pc:docMk/>
            <pc:sldMk cId="0" sldId="258"/>
            <ac:picMk id="5" creationId="{95CE8E17-EBE3-CB52-E126-F3A3EA60BF31}"/>
          </ac:picMkLst>
        </pc:picChg>
      </pc:sldChg>
      <pc:sldChg chg="modSp ord">
        <pc:chgData name="M ANUSHA" userId="S::anushaaa9@kluniversity.in::31576902-587f-4416-b184-62b5dd11a3e8" providerId="AD" clId="Web-{12588468-280C-CD50-97E2-67B09EE1034E}" dt="2023-12-30T03:26:10.582" v="600" actId="20577"/>
        <pc:sldMkLst>
          <pc:docMk/>
          <pc:sldMk cId="0" sldId="285"/>
        </pc:sldMkLst>
        <pc:spChg chg="mod">
          <ac:chgData name="M ANUSHA" userId="S::anushaaa9@kluniversity.in::31576902-587f-4416-b184-62b5dd11a3e8" providerId="AD" clId="Web-{12588468-280C-CD50-97E2-67B09EE1034E}" dt="2023-12-30T03:26:10.582" v="600" actId="20577"/>
          <ac:spMkLst>
            <pc:docMk/>
            <pc:sldMk cId="0" sldId="285"/>
            <ac:spMk id="11" creationId="{2675F22E-35E8-840C-4D12-0C85D58BBE51}"/>
          </ac:spMkLst>
        </pc:spChg>
      </pc:sldChg>
      <pc:sldChg chg="addSp delSp modSp ord">
        <pc:chgData name="M ANUSHA" userId="S::anushaaa9@kluniversity.in::31576902-587f-4416-b184-62b5dd11a3e8" providerId="AD" clId="Web-{12588468-280C-CD50-97E2-67B09EE1034E}" dt="2023-12-30T03:05:42.599" v="457" actId="20577"/>
        <pc:sldMkLst>
          <pc:docMk/>
          <pc:sldMk cId="0" sldId="288"/>
        </pc:sldMkLst>
        <pc:spChg chg="mod">
          <ac:chgData name="M ANUSHA" userId="S::anushaaa9@kluniversity.in::31576902-587f-4416-b184-62b5dd11a3e8" providerId="AD" clId="Web-{12588468-280C-CD50-97E2-67B09EE1034E}" dt="2023-12-30T03:05:42.599" v="457" actId="20577"/>
          <ac:spMkLst>
            <pc:docMk/>
            <pc:sldMk cId="0" sldId="288"/>
            <ac:spMk id="3" creationId="{00000000-0000-0000-0000-000000000000}"/>
          </ac:spMkLst>
        </pc:spChg>
        <pc:spChg chg="add del mod">
          <ac:chgData name="M ANUSHA" userId="S::anushaaa9@kluniversity.in::31576902-587f-4416-b184-62b5dd11a3e8" providerId="AD" clId="Web-{12588468-280C-CD50-97E2-67B09EE1034E}" dt="2023-12-30T02:57:18.040" v="238"/>
          <ac:spMkLst>
            <pc:docMk/>
            <pc:sldMk cId="0" sldId="288"/>
            <ac:spMk id="4" creationId="{A5539DD6-489F-235C-F141-1A6E92FAB6F1}"/>
          </ac:spMkLst>
        </pc:spChg>
        <pc:spChg chg="add del mod">
          <ac:chgData name="M ANUSHA" userId="S::anushaaa9@kluniversity.in::31576902-587f-4416-b184-62b5dd11a3e8" providerId="AD" clId="Web-{12588468-280C-CD50-97E2-67B09EE1034E}" dt="2023-12-30T02:59:20.779" v="268"/>
          <ac:spMkLst>
            <pc:docMk/>
            <pc:sldMk cId="0" sldId="288"/>
            <ac:spMk id="7" creationId="{B4FE062D-2C40-4F51-38DC-84233589564C}"/>
          </ac:spMkLst>
        </pc:spChg>
        <pc:spChg chg="add">
          <ac:chgData name="M ANUSHA" userId="S::anushaaa9@kluniversity.in::31576902-587f-4416-b184-62b5dd11a3e8" providerId="AD" clId="Web-{12588468-280C-CD50-97E2-67B09EE1034E}" dt="2023-12-30T02:59:30.795" v="270"/>
          <ac:spMkLst>
            <pc:docMk/>
            <pc:sldMk cId="0" sldId="288"/>
            <ac:spMk id="9" creationId="{D81AD55C-1733-04CF-3E02-90BDF21BFABB}"/>
          </ac:spMkLst>
        </pc:spChg>
        <pc:picChg chg="add mod">
          <ac:chgData name="M ANUSHA" userId="S::anushaaa9@kluniversity.in::31576902-587f-4416-b184-62b5dd11a3e8" providerId="AD" clId="Web-{12588468-280C-CD50-97E2-67B09EE1034E}" dt="2023-12-30T02:57:31.902" v="242" actId="1076"/>
          <ac:picMkLst>
            <pc:docMk/>
            <pc:sldMk cId="0" sldId="288"/>
            <ac:picMk id="5" creationId="{FFCE556D-A3A5-9750-74AA-5EEDF736B5E9}"/>
          </ac:picMkLst>
        </pc:picChg>
        <pc:picChg chg="del">
          <ac:chgData name="M ANUSHA" userId="S::anushaaa9@kluniversity.in::31576902-587f-4416-b184-62b5dd11a3e8" providerId="AD" clId="Web-{12588468-280C-CD50-97E2-67B09EE1034E}" dt="2023-12-30T02:57:04.571" v="233"/>
          <ac:picMkLst>
            <pc:docMk/>
            <pc:sldMk cId="0" sldId="288"/>
            <ac:picMk id="6" creationId="{00000000-0000-0000-0000-000000000000}"/>
          </ac:picMkLst>
        </pc:picChg>
      </pc:sldChg>
      <pc:sldChg chg="ord">
        <pc:chgData name="M ANUSHA" userId="S::anushaaa9@kluniversity.in::31576902-587f-4416-b184-62b5dd11a3e8" providerId="AD" clId="Web-{12588468-280C-CD50-97E2-67B09EE1034E}" dt="2023-12-30T02:35:58.576" v="7"/>
        <pc:sldMkLst>
          <pc:docMk/>
          <pc:sldMk cId="0" sldId="290"/>
        </pc:sldMkLst>
      </pc:sldChg>
      <pc:sldChg chg="modSp">
        <pc:chgData name="M ANUSHA" userId="S::anushaaa9@kluniversity.in::31576902-587f-4416-b184-62b5dd11a3e8" providerId="AD" clId="Web-{12588468-280C-CD50-97E2-67B09EE1034E}" dt="2023-12-30T02:34:43.278" v="5" actId="14100"/>
        <pc:sldMkLst>
          <pc:docMk/>
          <pc:sldMk cId="0" sldId="300"/>
        </pc:sldMkLst>
        <pc:spChg chg="mod">
          <ac:chgData name="M ANUSHA" userId="S::anushaaa9@kluniversity.in::31576902-587f-4416-b184-62b5dd11a3e8" providerId="AD" clId="Web-{12588468-280C-CD50-97E2-67B09EE1034E}" dt="2023-12-30T02:34:39.215" v="4" actId="14100"/>
          <ac:spMkLst>
            <pc:docMk/>
            <pc:sldMk cId="0" sldId="300"/>
            <ac:spMk id="9" creationId="{00000000-0000-0000-0000-000000000000}"/>
          </ac:spMkLst>
        </pc:spChg>
        <pc:spChg chg="mod">
          <ac:chgData name="M ANUSHA" userId="S::anushaaa9@kluniversity.in::31576902-587f-4416-b184-62b5dd11a3e8" providerId="AD" clId="Web-{12588468-280C-CD50-97E2-67B09EE1034E}" dt="2023-12-30T02:34:43.278" v="5" actId="14100"/>
          <ac:spMkLst>
            <pc:docMk/>
            <pc:sldMk cId="0" sldId="300"/>
            <ac:spMk id="37" creationId="{00000000-0000-0000-0000-000000000000}"/>
          </ac:spMkLst>
        </pc:spChg>
      </pc:sldChg>
      <pc:sldChg chg="addSp delSp modSp ord addAnim">
        <pc:chgData name="M ANUSHA" userId="S::anushaaa9@kluniversity.in::31576902-587f-4416-b184-62b5dd11a3e8" providerId="AD" clId="Web-{12588468-280C-CD50-97E2-67B09EE1034E}" dt="2023-12-30T03:31:38.463" v="629"/>
        <pc:sldMkLst>
          <pc:docMk/>
          <pc:sldMk cId="0" sldId="324"/>
        </pc:sldMkLst>
        <pc:spChg chg="add mod">
          <ac:chgData name="M ANUSHA" userId="S::anushaaa9@kluniversity.in::31576902-587f-4416-b184-62b5dd11a3e8" providerId="AD" clId="Web-{12588468-280C-CD50-97E2-67B09EE1034E}" dt="2023-12-30T03:16:36.941" v="468" actId="20577"/>
          <ac:spMkLst>
            <pc:docMk/>
            <pc:sldMk cId="0" sldId="324"/>
            <ac:spMk id="3" creationId="{FE960B51-9678-E206-22B3-3D5FFEB7B0B5}"/>
          </ac:spMkLst>
        </pc:spChg>
        <pc:spChg chg="add del mod">
          <ac:chgData name="M ANUSHA" userId="S::anushaaa9@kluniversity.in::31576902-587f-4416-b184-62b5dd11a3e8" providerId="AD" clId="Web-{12588468-280C-CD50-97E2-67B09EE1034E}" dt="2023-12-30T03:16:47.785" v="470"/>
          <ac:spMkLst>
            <pc:docMk/>
            <pc:sldMk cId="0" sldId="324"/>
            <ac:spMk id="5" creationId="{88169EAD-DCC1-9A65-FBBF-EAFDA0A3DE5B}"/>
          </ac:spMkLst>
        </pc:spChg>
        <pc:spChg chg="del mod">
          <ac:chgData name="M ANUSHA" userId="S::anushaaa9@kluniversity.in::31576902-587f-4416-b184-62b5dd11a3e8" providerId="AD" clId="Web-{12588468-280C-CD50-97E2-67B09EE1034E}" dt="2023-12-30T03:16:39.535" v="469"/>
          <ac:spMkLst>
            <pc:docMk/>
            <pc:sldMk cId="0" sldId="324"/>
            <ac:spMk id="6" creationId="{0B2770E3-00F5-628E-BE02-3B656F92E15F}"/>
          </ac:spMkLst>
        </pc:spChg>
        <pc:picChg chg="add">
          <ac:chgData name="M ANUSHA" userId="S::anushaaa9@kluniversity.in::31576902-587f-4416-b184-62b5dd11a3e8" providerId="AD" clId="Web-{12588468-280C-CD50-97E2-67B09EE1034E}" dt="2023-12-30T03:16:49.207" v="471"/>
          <ac:picMkLst>
            <pc:docMk/>
            <pc:sldMk cId="0" sldId="324"/>
            <ac:picMk id="9" creationId="{85DED408-2C5B-9FB6-C61B-477B171FB899}"/>
          </ac:picMkLst>
        </pc:picChg>
      </pc:sldChg>
      <pc:sldChg chg="addSp delSp modSp ord addAnim">
        <pc:chgData name="M ANUSHA" userId="S::anushaaa9@kluniversity.in::31576902-587f-4416-b184-62b5dd11a3e8" providerId="AD" clId="Web-{12588468-280C-CD50-97E2-67B09EE1034E}" dt="2023-12-30T03:31:04.213" v="627" actId="14100"/>
        <pc:sldMkLst>
          <pc:docMk/>
          <pc:sldMk cId="0" sldId="331"/>
        </pc:sldMkLst>
        <pc:spChg chg="del">
          <ac:chgData name="M ANUSHA" userId="S::anushaaa9@kluniversity.in::31576902-587f-4416-b184-62b5dd11a3e8" providerId="AD" clId="Web-{12588468-280C-CD50-97E2-67B09EE1034E}" dt="2023-12-30T03:17:27.852" v="494"/>
          <ac:spMkLst>
            <pc:docMk/>
            <pc:sldMk cId="0" sldId="331"/>
            <ac:spMk id="2" creationId="{00000000-0000-0000-0000-000000000000}"/>
          </ac:spMkLst>
        </pc:spChg>
        <pc:spChg chg="mod">
          <ac:chgData name="M ANUSHA" userId="S::anushaaa9@kluniversity.in::31576902-587f-4416-b184-62b5dd11a3e8" providerId="AD" clId="Web-{12588468-280C-CD50-97E2-67B09EE1034E}" dt="2023-12-30T03:31:04.213" v="627" actId="14100"/>
          <ac:spMkLst>
            <pc:docMk/>
            <pc:sldMk cId="0" sldId="331"/>
            <ac:spMk id="3" creationId="{00000000-0000-0000-0000-000000000000}"/>
          </ac:spMkLst>
        </pc:spChg>
        <pc:spChg chg="add mod">
          <ac:chgData name="M ANUSHA" userId="S::anushaaa9@kluniversity.in::31576902-587f-4416-b184-62b5dd11a3e8" providerId="AD" clId="Web-{12588468-280C-CD50-97E2-67B09EE1034E}" dt="2023-12-30T03:17:24.270" v="493" actId="20577"/>
          <ac:spMkLst>
            <pc:docMk/>
            <pc:sldMk cId="0" sldId="331"/>
            <ac:spMk id="7" creationId="{29279AA6-A734-5F16-D947-85C3D2572265}"/>
          </ac:spMkLst>
        </pc:spChg>
        <pc:spChg chg="add del mod">
          <ac:chgData name="M ANUSHA" userId="S::anushaaa9@kluniversity.in::31576902-587f-4416-b184-62b5dd11a3e8" providerId="AD" clId="Web-{12588468-280C-CD50-97E2-67B09EE1034E}" dt="2023-12-30T03:17:33.946" v="495"/>
          <ac:spMkLst>
            <pc:docMk/>
            <pc:sldMk cId="0" sldId="331"/>
            <ac:spMk id="9" creationId="{77BCF968-4035-7C17-5869-9CDB3274B066}"/>
          </ac:spMkLst>
        </pc:spChg>
        <pc:picChg chg="add">
          <ac:chgData name="M ANUSHA" userId="S::anushaaa9@kluniversity.in::31576902-587f-4416-b184-62b5dd11a3e8" providerId="AD" clId="Web-{12588468-280C-CD50-97E2-67B09EE1034E}" dt="2023-12-30T03:16:56.598" v="472"/>
          <ac:picMkLst>
            <pc:docMk/>
            <pc:sldMk cId="0" sldId="331"/>
            <ac:picMk id="5" creationId="{00E50831-BF61-89C1-FE47-DAF747F86B5F}"/>
          </ac:picMkLst>
        </pc:picChg>
      </pc:sldChg>
      <pc:sldChg chg="addSp delSp modSp del ord addAnim">
        <pc:chgData name="M ANUSHA" userId="S::anushaaa9@kluniversity.in::31576902-587f-4416-b184-62b5dd11a3e8" providerId="AD" clId="Web-{12588468-280C-CD50-97E2-67B09EE1034E}" dt="2023-12-30T03:30:09.259" v="624"/>
        <pc:sldMkLst>
          <pc:docMk/>
          <pc:sldMk cId="0" sldId="332"/>
        </pc:sldMkLst>
        <pc:spChg chg="del mod">
          <ac:chgData name="M ANUSHA" userId="S::anushaaa9@kluniversity.in::31576902-587f-4416-b184-62b5dd11a3e8" providerId="AD" clId="Web-{12588468-280C-CD50-97E2-67B09EE1034E}" dt="2023-12-30T03:18:47.729" v="502"/>
          <ac:spMkLst>
            <pc:docMk/>
            <pc:sldMk cId="0" sldId="332"/>
            <ac:spMk id="2" creationId="{00000000-0000-0000-0000-000000000000}"/>
          </ac:spMkLst>
        </pc:spChg>
        <pc:spChg chg="mod">
          <ac:chgData name="M ANUSHA" userId="S::anushaaa9@kluniversity.in::31576902-587f-4416-b184-62b5dd11a3e8" providerId="AD" clId="Web-{12588468-280C-CD50-97E2-67B09EE1034E}" dt="2023-12-30T03:30:01.508" v="620" actId="20577"/>
          <ac:spMkLst>
            <pc:docMk/>
            <pc:sldMk cId="0" sldId="332"/>
            <ac:spMk id="3" creationId="{00000000-0000-0000-0000-000000000000}"/>
          </ac:spMkLst>
        </pc:spChg>
        <pc:spChg chg="add">
          <ac:chgData name="M ANUSHA" userId="S::anushaaa9@kluniversity.in::31576902-587f-4416-b184-62b5dd11a3e8" providerId="AD" clId="Web-{12588468-280C-CD50-97E2-67B09EE1034E}" dt="2023-12-30T03:18:53.463" v="503"/>
          <ac:spMkLst>
            <pc:docMk/>
            <pc:sldMk cId="0" sldId="332"/>
            <ac:spMk id="5" creationId="{B7F83664-EFD7-C058-6D40-7E3776E4BB33}"/>
          </ac:spMkLst>
        </pc:spChg>
        <pc:picChg chg="add">
          <ac:chgData name="M ANUSHA" userId="S::anushaaa9@kluniversity.in::31576902-587f-4416-b184-62b5dd11a3e8" providerId="AD" clId="Web-{12588468-280C-CD50-97E2-67B09EE1034E}" dt="2023-12-30T03:18:58.229" v="504"/>
          <ac:picMkLst>
            <pc:docMk/>
            <pc:sldMk cId="0" sldId="332"/>
            <ac:picMk id="7" creationId="{19694414-786E-906B-9747-A6063DABFD01}"/>
          </ac:picMkLst>
        </pc:picChg>
      </pc:sldChg>
      <pc:sldChg chg="addSp delSp modSp addAnim">
        <pc:chgData name="M ANUSHA" userId="S::anushaaa9@kluniversity.in::31576902-587f-4416-b184-62b5dd11a3e8" providerId="AD" clId="Web-{12588468-280C-CD50-97E2-67B09EE1034E}" dt="2023-12-30T03:21:51.233" v="557" actId="20577"/>
        <pc:sldMkLst>
          <pc:docMk/>
          <pc:sldMk cId="0" sldId="333"/>
        </pc:sldMkLst>
        <pc:spChg chg="del">
          <ac:chgData name="M ANUSHA" userId="S::anushaaa9@kluniversity.in::31576902-587f-4416-b184-62b5dd11a3e8" providerId="AD" clId="Web-{12588468-280C-CD50-97E2-67B09EE1034E}" dt="2023-12-30T03:19:43.746" v="513"/>
          <ac:spMkLst>
            <pc:docMk/>
            <pc:sldMk cId="0" sldId="333"/>
            <ac:spMk id="2" creationId="{00000000-0000-0000-0000-000000000000}"/>
          </ac:spMkLst>
        </pc:spChg>
        <pc:spChg chg="mod">
          <ac:chgData name="M ANUSHA" userId="S::anushaaa9@kluniversity.in::31576902-587f-4416-b184-62b5dd11a3e8" providerId="AD" clId="Web-{12588468-280C-CD50-97E2-67B09EE1034E}" dt="2023-12-30T03:21:51.233" v="557" actId="20577"/>
          <ac:spMkLst>
            <pc:docMk/>
            <pc:sldMk cId="0" sldId="333"/>
            <ac:spMk id="3" creationId="{00000000-0000-0000-0000-000000000000}"/>
          </ac:spMkLst>
        </pc:spChg>
        <pc:spChg chg="add del mod">
          <ac:chgData name="M ANUSHA" userId="S::anushaaa9@kluniversity.in::31576902-587f-4416-b184-62b5dd11a3e8" providerId="AD" clId="Web-{12588468-280C-CD50-97E2-67B09EE1034E}" dt="2023-12-30T03:19:50.090" v="514"/>
          <ac:spMkLst>
            <pc:docMk/>
            <pc:sldMk cId="0" sldId="333"/>
            <ac:spMk id="5" creationId="{7808DAC9-7E6E-5248-0552-71F9DE00E976}"/>
          </ac:spMkLst>
        </pc:spChg>
        <pc:spChg chg="add">
          <ac:chgData name="M ANUSHA" userId="S::anushaaa9@kluniversity.in::31576902-587f-4416-b184-62b5dd11a3e8" providerId="AD" clId="Web-{12588468-280C-CD50-97E2-67B09EE1034E}" dt="2023-12-30T03:20:16.262" v="523"/>
          <ac:spMkLst>
            <pc:docMk/>
            <pc:sldMk cId="0" sldId="333"/>
            <ac:spMk id="7" creationId="{92A57735-0B3D-C8B5-2AF6-79566D1C1263}"/>
          </ac:spMkLst>
        </pc:spChg>
        <pc:picChg chg="add">
          <ac:chgData name="M ANUSHA" userId="S::anushaaa9@kluniversity.in::31576902-587f-4416-b184-62b5dd11a3e8" providerId="AD" clId="Web-{12588468-280C-CD50-97E2-67B09EE1034E}" dt="2023-12-30T03:20:21.559" v="524"/>
          <ac:picMkLst>
            <pc:docMk/>
            <pc:sldMk cId="0" sldId="333"/>
            <ac:picMk id="9" creationId="{38293E94-9F72-ABB5-210C-0E3F531C86B5}"/>
          </ac:picMkLst>
        </pc:picChg>
      </pc:sldChg>
      <pc:sldChg chg="addSp modSp addAnim">
        <pc:chgData name="M ANUSHA" userId="S::anushaaa9@kluniversity.in::31576902-587f-4416-b184-62b5dd11a3e8" providerId="AD" clId="Web-{12588468-280C-CD50-97E2-67B09EE1034E}" dt="2023-12-30T03:22:32.187" v="568" actId="1076"/>
        <pc:sldMkLst>
          <pc:docMk/>
          <pc:sldMk cId="0" sldId="334"/>
        </pc:sldMkLst>
        <pc:spChg chg="mod">
          <ac:chgData name="M ANUSHA" userId="S::anushaaa9@kluniversity.in::31576902-587f-4416-b184-62b5dd11a3e8" providerId="AD" clId="Web-{12588468-280C-CD50-97E2-67B09EE1034E}" dt="2023-12-30T03:22:06.577" v="560" actId="14100"/>
          <ac:spMkLst>
            <pc:docMk/>
            <pc:sldMk cId="0" sldId="334"/>
            <ac:spMk id="3" creationId="{00000000-0000-0000-0000-000000000000}"/>
          </ac:spMkLst>
        </pc:spChg>
        <pc:spChg chg="add">
          <ac:chgData name="M ANUSHA" userId="S::anushaaa9@kluniversity.in::31576902-587f-4416-b184-62b5dd11a3e8" providerId="AD" clId="Web-{12588468-280C-CD50-97E2-67B09EE1034E}" dt="2023-12-30T03:21:58.624" v="558"/>
          <ac:spMkLst>
            <pc:docMk/>
            <pc:sldMk cId="0" sldId="334"/>
            <ac:spMk id="4" creationId="{FC542AAC-0A4C-4CC0-B4CD-572B7D40046F}"/>
          </ac:spMkLst>
        </pc:spChg>
        <pc:picChg chg="add">
          <ac:chgData name="M ANUSHA" userId="S::anushaaa9@kluniversity.in::31576902-587f-4416-b184-62b5dd11a3e8" providerId="AD" clId="Web-{12588468-280C-CD50-97E2-67B09EE1034E}" dt="2023-12-30T03:22:03.592" v="559"/>
          <ac:picMkLst>
            <pc:docMk/>
            <pc:sldMk cId="0" sldId="334"/>
            <ac:picMk id="6" creationId="{D03F2966-E95C-ACBE-228C-E7AD9D3161C0}"/>
          </ac:picMkLst>
        </pc:picChg>
        <pc:picChg chg="mod">
          <ac:chgData name="M ANUSHA" userId="S::anushaaa9@kluniversity.in::31576902-587f-4416-b184-62b5dd11a3e8" providerId="AD" clId="Web-{12588468-280C-CD50-97E2-67B09EE1034E}" dt="2023-12-30T03:22:30.468" v="567" actId="1076"/>
          <ac:picMkLst>
            <pc:docMk/>
            <pc:sldMk cId="0" sldId="334"/>
            <ac:picMk id="100" creationId="{00000000-0000-0000-0000-000000000000}"/>
          </ac:picMkLst>
        </pc:picChg>
        <pc:picChg chg="mod">
          <ac:chgData name="M ANUSHA" userId="S::anushaaa9@kluniversity.in::31576902-587f-4416-b184-62b5dd11a3e8" providerId="AD" clId="Web-{12588468-280C-CD50-97E2-67B09EE1034E}" dt="2023-12-30T03:22:32.187" v="568" actId="1076"/>
          <ac:picMkLst>
            <pc:docMk/>
            <pc:sldMk cId="0" sldId="334"/>
            <ac:picMk id="101" creationId="{00000000-0000-0000-0000-000000000000}"/>
          </ac:picMkLst>
        </pc:picChg>
      </pc:sldChg>
      <pc:sldChg chg="addSp modSp addAnim">
        <pc:chgData name="M ANUSHA" userId="S::anushaaa9@kluniversity.in::31576902-587f-4416-b184-62b5dd11a3e8" providerId="AD" clId="Web-{12588468-280C-CD50-97E2-67B09EE1034E}" dt="2023-12-30T03:23:08.312" v="573" actId="1076"/>
        <pc:sldMkLst>
          <pc:docMk/>
          <pc:sldMk cId="0" sldId="335"/>
        </pc:sldMkLst>
        <pc:spChg chg="mod">
          <ac:chgData name="M ANUSHA" userId="S::anushaaa9@kluniversity.in::31576902-587f-4416-b184-62b5dd11a3e8" providerId="AD" clId="Web-{12588468-280C-CD50-97E2-67B09EE1034E}" dt="2023-12-30T03:23:02.640" v="571" actId="14100"/>
          <ac:spMkLst>
            <pc:docMk/>
            <pc:sldMk cId="0" sldId="335"/>
            <ac:spMk id="3" creationId="{00000000-0000-0000-0000-000000000000}"/>
          </ac:spMkLst>
        </pc:spChg>
        <pc:spChg chg="add">
          <ac:chgData name="M ANUSHA" userId="S::anushaaa9@kluniversity.in::31576902-587f-4416-b184-62b5dd11a3e8" providerId="AD" clId="Web-{12588468-280C-CD50-97E2-67B09EE1034E}" dt="2023-12-30T03:22:53.890" v="569"/>
          <ac:spMkLst>
            <pc:docMk/>
            <pc:sldMk cId="0" sldId="335"/>
            <ac:spMk id="4" creationId="{A90DD1D4-C1DF-89B9-B5AD-6EFBC66C324D}"/>
          </ac:spMkLst>
        </pc:spChg>
        <pc:picChg chg="add">
          <ac:chgData name="M ANUSHA" userId="S::anushaaa9@kluniversity.in::31576902-587f-4416-b184-62b5dd11a3e8" providerId="AD" clId="Web-{12588468-280C-CD50-97E2-67B09EE1034E}" dt="2023-12-30T03:22:59.031" v="570"/>
          <ac:picMkLst>
            <pc:docMk/>
            <pc:sldMk cId="0" sldId="335"/>
            <ac:picMk id="6" creationId="{4FAF861A-4B9B-BEEA-F03A-42E21EC80F23}"/>
          </ac:picMkLst>
        </pc:picChg>
        <pc:picChg chg="mod">
          <ac:chgData name="M ANUSHA" userId="S::anushaaa9@kluniversity.in::31576902-587f-4416-b184-62b5dd11a3e8" providerId="AD" clId="Web-{12588468-280C-CD50-97E2-67B09EE1034E}" dt="2023-12-30T03:23:06.266" v="572" actId="1076"/>
          <ac:picMkLst>
            <pc:docMk/>
            <pc:sldMk cId="0" sldId="335"/>
            <ac:picMk id="102" creationId="{00000000-0000-0000-0000-000000000000}"/>
          </ac:picMkLst>
        </pc:picChg>
        <pc:picChg chg="mod">
          <ac:chgData name="M ANUSHA" userId="S::anushaaa9@kluniversity.in::31576902-587f-4416-b184-62b5dd11a3e8" providerId="AD" clId="Web-{12588468-280C-CD50-97E2-67B09EE1034E}" dt="2023-12-30T03:23:08.312" v="573" actId="1076"/>
          <ac:picMkLst>
            <pc:docMk/>
            <pc:sldMk cId="0" sldId="335"/>
            <ac:picMk id="103" creationId="{00000000-0000-0000-0000-000000000000}"/>
          </ac:picMkLst>
        </pc:picChg>
      </pc:sldChg>
      <pc:sldChg chg="addSp modSp addAnim">
        <pc:chgData name="M ANUSHA" userId="S::anushaaa9@kluniversity.in::31576902-587f-4416-b184-62b5dd11a3e8" providerId="AD" clId="Web-{12588468-280C-CD50-97E2-67B09EE1034E}" dt="2023-12-30T03:23:45.063" v="581" actId="20577"/>
        <pc:sldMkLst>
          <pc:docMk/>
          <pc:sldMk cId="0" sldId="336"/>
        </pc:sldMkLst>
        <pc:spChg chg="add">
          <ac:chgData name="M ANUSHA" userId="S::anushaaa9@kluniversity.in::31576902-587f-4416-b184-62b5dd11a3e8" providerId="AD" clId="Web-{12588468-280C-CD50-97E2-67B09EE1034E}" dt="2023-12-30T03:23:17.109" v="574"/>
          <ac:spMkLst>
            <pc:docMk/>
            <pc:sldMk cId="0" sldId="336"/>
            <ac:spMk id="3" creationId="{26CA4C3B-03CD-56A0-3515-C58848D8C92D}"/>
          </ac:spMkLst>
        </pc:spChg>
        <pc:spChg chg="mod">
          <ac:chgData name="M ANUSHA" userId="S::anushaaa9@kluniversity.in::31576902-587f-4416-b184-62b5dd11a3e8" providerId="AD" clId="Web-{12588468-280C-CD50-97E2-67B09EE1034E}" dt="2023-12-30T03:23:45.063" v="581" actId="20577"/>
          <ac:spMkLst>
            <pc:docMk/>
            <pc:sldMk cId="0" sldId="336"/>
            <ac:spMk id="5" creationId="{00000000-0000-0000-0000-000000000000}"/>
          </ac:spMkLst>
        </pc:spChg>
        <pc:picChg chg="add">
          <ac:chgData name="M ANUSHA" userId="S::anushaaa9@kluniversity.in::31576902-587f-4416-b184-62b5dd11a3e8" providerId="AD" clId="Web-{12588468-280C-CD50-97E2-67B09EE1034E}" dt="2023-12-30T03:23:26.844" v="575"/>
          <ac:picMkLst>
            <pc:docMk/>
            <pc:sldMk cId="0" sldId="336"/>
            <ac:picMk id="6" creationId="{947A23E5-FBEE-E1EA-5BD2-A80CE40632A1}"/>
          </ac:picMkLst>
        </pc:picChg>
      </pc:sldChg>
    </pc:docChg>
  </pc:docChgLst>
  <pc:docChgLst>
    <pc:chgData name="Guest User" userId="S::urn:spo:anon#041d050716007d72e933769838f51bced52d97ace154e39de1e0ee92a489812d::" providerId="AD" clId="Web-{A0ECE629-137C-A751-DD07-0D3845BF946B}"/>
    <pc:docChg chg="modSld">
      <pc:chgData name="Guest User" userId="S::urn:spo:anon#041d050716007d72e933769838f51bced52d97ace154e39de1e0ee92a489812d::" providerId="AD" clId="Web-{A0ECE629-137C-A751-DD07-0D3845BF946B}" dt="2023-12-30T03:34:23.044" v="1" actId="20577"/>
      <pc:docMkLst>
        <pc:docMk/>
      </pc:docMkLst>
      <pc:sldChg chg="modSp">
        <pc:chgData name="Guest User" userId="S::urn:spo:anon#041d050716007d72e933769838f51bced52d97ace154e39de1e0ee92a489812d::" providerId="AD" clId="Web-{A0ECE629-137C-A751-DD07-0D3845BF946B}" dt="2023-12-30T03:34:23.044" v="1" actId="20577"/>
        <pc:sldMkLst>
          <pc:docMk/>
          <pc:sldMk cId="0" sldId="258"/>
        </pc:sldMkLst>
        <pc:spChg chg="mod">
          <ac:chgData name="Guest User" userId="S::urn:spo:anon#041d050716007d72e933769838f51bced52d97ace154e39de1e0ee92a489812d::" providerId="AD" clId="Web-{A0ECE629-137C-A751-DD07-0D3845BF946B}" dt="2023-12-30T03:34:23.044" v="1" actId="20577"/>
          <ac:spMkLst>
            <pc:docMk/>
            <pc:sldMk cId="0" sldId="258"/>
            <ac:spMk id="53" creationId="{00000000-0000-0000-0000-000000000000}"/>
          </ac:spMkLst>
        </pc:spChg>
      </pc:sldChg>
    </pc:docChg>
  </pc:docChgLst>
  <pc:docChgLst>
    <pc:chgData name="Guest User" userId="S::urn:spo:anon#0063c1833b7adc266e0363ddec627c2b654a707674f5a103e34a6b693c9cdc9e::" providerId="AD" clId="Web-{9D44D4BE-2E6C-48AE-C134-3CC624013B23}"/>
    <pc:docChg chg="modSld">
      <pc:chgData name="Guest User" userId="S::urn:spo:anon#0063c1833b7adc266e0363ddec627c2b654a707674f5a103e34a6b693c9cdc9e::" providerId="AD" clId="Web-{9D44D4BE-2E6C-48AE-C134-3CC624013B23}" dt="2023-12-29T05:45:33.913" v="149" actId="20577"/>
      <pc:docMkLst>
        <pc:docMk/>
      </pc:docMkLst>
      <pc:sldChg chg="modSp">
        <pc:chgData name="Guest User" userId="S::urn:spo:anon#0063c1833b7adc266e0363ddec627c2b654a707674f5a103e34a6b693c9cdc9e::" providerId="AD" clId="Web-{9D44D4BE-2E6C-48AE-C134-3CC624013B23}" dt="2023-12-29T05:29:38.192" v="128" actId="20577"/>
        <pc:sldMkLst>
          <pc:docMk/>
          <pc:sldMk cId="0" sldId="258"/>
        </pc:sldMkLst>
        <pc:spChg chg="mod">
          <ac:chgData name="Guest User" userId="S::urn:spo:anon#0063c1833b7adc266e0363ddec627c2b654a707674f5a103e34a6b693c9cdc9e::" providerId="AD" clId="Web-{9D44D4BE-2E6C-48AE-C134-3CC624013B23}" dt="2023-12-29T05:29:38.192" v="128" actId="20577"/>
          <ac:spMkLst>
            <pc:docMk/>
            <pc:sldMk cId="0" sldId="258"/>
            <ac:spMk id="53" creationId="{00000000-0000-0000-0000-000000000000}"/>
          </ac:spMkLst>
        </pc:spChg>
      </pc:sldChg>
      <pc:sldChg chg="addSp delSp modSp">
        <pc:chgData name="Guest User" userId="S::urn:spo:anon#0063c1833b7adc266e0363ddec627c2b654a707674f5a103e34a6b693c9cdc9e::" providerId="AD" clId="Web-{9D44D4BE-2E6C-48AE-C134-3CC624013B23}" dt="2023-12-29T05:29:09.988" v="127" actId="1076"/>
        <pc:sldMkLst>
          <pc:docMk/>
          <pc:sldMk cId="0" sldId="285"/>
        </pc:sldMkLst>
        <pc:spChg chg="add del mod">
          <ac:chgData name="Guest User" userId="S::urn:spo:anon#0063c1833b7adc266e0363ddec627c2b654a707674f5a103e34a6b693c9cdc9e::" providerId="AD" clId="Web-{9D44D4BE-2E6C-48AE-C134-3CC624013B23}" dt="2023-12-29T05:28:27.143" v="120"/>
          <ac:spMkLst>
            <pc:docMk/>
            <pc:sldMk cId="0" sldId="285"/>
            <ac:spMk id="8" creationId="{C6786FFB-237E-5FC4-BC32-F304F5E1080D}"/>
          </ac:spMkLst>
        </pc:spChg>
        <pc:spChg chg="add del mod">
          <ac:chgData name="Guest User" userId="S::urn:spo:anon#0063c1833b7adc266e0363ddec627c2b654a707674f5a103e34a6b693c9cdc9e::" providerId="AD" clId="Web-{9D44D4BE-2E6C-48AE-C134-3CC624013B23}" dt="2023-12-29T05:28:24.346" v="119"/>
          <ac:spMkLst>
            <pc:docMk/>
            <pc:sldMk cId="0" sldId="285"/>
            <ac:spMk id="9" creationId="{7409C552-A382-5E08-1BF7-3AE8730B3D59}"/>
          </ac:spMkLst>
        </pc:spChg>
        <pc:spChg chg="add mod">
          <ac:chgData name="Guest User" userId="S::urn:spo:anon#0063c1833b7adc266e0363ddec627c2b654a707674f5a103e34a6b693c9cdc9e::" providerId="AD" clId="Web-{9D44D4BE-2E6C-48AE-C134-3CC624013B23}" dt="2023-12-29T05:28:59.863" v="125"/>
          <ac:spMkLst>
            <pc:docMk/>
            <pc:sldMk cId="0" sldId="285"/>
            <ac:spMk id="11" creationId="{2675F22E-35E8-840C-4D12-0C85D58BBE51}"/>
          </ac:spMkLst>
        </pc:spChg>
        <pc:spChg chg="del mod">
          <ac:chgData name="Guest User" userId="S::urn:spo:anon#0063c1833b7adc266e0363ddec627c2b654a707674f5a103e34a6b693c9cdc9e::" providerId="AD" clId="Web-{9D44D4BE-2E6C-48AE-C134-3CC624013B23}" dt="2023-12-29T05:29:04.050" v="126"/>
          <ac:spMkLst>
            <pc:docMk/>
            <pc:sldMk cId="0" sldId="285"/>
            <ac:spMk id="13" creationId="{00000000-0000-0000-0000-000000000000}"/>
          </ac:spMkLst>
        </pc:spChg>
        <pc:picChg chg="add del">
          <ac:chgData name="Guest User" userId="S::urn:spo:anon#0063c1833b7adc266e0363ddec627c2b654a707674f5a103e34a6b693c9cdc9e::" providerId="AD" clId="Web-{9D44D4BE-2E6C-48AE-C134-3CC624013B23}" dt="2023-12-29T05:28:29.987" v="121"/>
          <ac:picMkLst>
            <pc:docMk/>
            <pc:sldMk cId="0" sldId="285"/>
            <ac:picMk id="2" creationId="{00000000-0000-0000-0000-000000000000}"/>
          </ac:picMkLst>
        </pc:picChg>
        <pc:picChg chg="del">
          <ac:chgData name="Guest User" userId="S::urn:spo:anon#0063c1833b7adc266e0363ddec627c2b654a707674f5a103e34a6b693c9cdc9e::" providerId="AD" clId="Web-{9D44D4BE-2E6C-48AE-C134-3CC624013B23}" dt="2023-12-29T05:12:37.673" v="24"/>
          <ac:picMkLst>
            <pc:docMk/>
            <pc:sldMk cId="0" sldId="285"/>
            <ac:picMk id="3" creationId="{00000000-0000-0000-0000-000000000000}"/>
          </ac:picMkLst>
        </pc:picChg>
        <pc:picChg chg="add del mod modCrop">
          <ac:chgData name="Guest User" userId="S::urn:spo:anon#0063c1833b7adc266e0363ddec627c2b654a707674f5a103e34a6b693c9cdc9e::" providerId="AD" clId="Web-{9D44D4BE-2E6C-48AE-C134-3CC624013B23}" dt="2023-12-29T05:20:22.345" v="46"/>
          <ac:picMkLst>
            <pc:docMk/>
            <pc:sldMk cId="0" sldId="285"/>
            <ac:picMk id="5" creationId="{BC470AA9-5A23-13D8-6313-55F4D1CB2619}"/>
          </ac:picMkLst>
        </pc:picChg>
        <pc:picChg chg="add mod">
          <ac:chgData name="Guest User" userId="S::urn:spo:anon#0063c1833b7adc266e0363ddec627c2b654a707674f5a103e34a6b693c9cdc9e::" providerId="AD" clId="Web-{9D44D4BE-2E6C-48AE-C134-3CC624013B23}" dt="2023-12-29T05:29:09.988" v="127" actId="1076"/>
          <ac:picMkLst>
            <pc:docMk/>
            <pc:sldMk cId="0" sldId="285"/>
            <ac:picMk id="6" creationId="{02843B0A-9FF5-A452-1473-559E9C0167BB}"/>
          </ac:picMkLst>
        </pc:picChg>
      </pc:sldChg>
      <pc:sldChg chg="modSp">
        <pc:chgData name="Guest User" userId="S::urn:spo:anon#0063c1833b7adc266e0363ddec627c2b654a707674f5a103e34a6b693c9cdc9e::" providerId="AD" clId="Web-{9D44D4BE-2E6C-48AE-C134-3CC624013B23}" dt="2023-12-29T05:30:18.319" v="135" actId="20577"/>
        <pc:sldMkLst>
          <pc:docMk/>
          <pc:sldMk cId="0" sldId="288"/>
        </pc:sldMkLst>
        <pc:spChg chg="mod">
          <ac:chgData name="Guest User" userId="S::urn:spo:anon#0063c1833b7adc266e0363ddec627c2b654a707674f5a103e34a6b693c9cdc9e::" providerId="AD" clId="Web-{9D44D4BE-2E6C-48AE-C134-3CC624013B23}" dt="2023-12-29T05:30:18.319" v="135" actId="20577"/>
          <ac:spMkLst>
            <pc:docMk/>
            <pc:sldMk cId="0" sldId="288"/>
            <ac:spMk id="3" creationId="{00000000-0000-0000-0000-000000000000}"/>
          </ac:spMkLst>
        </pc:spChg>
      </pc:sldChg>
      <pc:sldChg chg="modSp">
        <pc:chgData name="Guest User" userId="S::urn:spo:anon#0063c1833b7adc266e0363ddec627c2b654a707674f5a103e34a6b693c9cdc9e::" providerId="AD" clId="Web-{9D44D4BE-2E6C-48AE-C134-3CC624013B23}" dt="2023-12-29T05:33:06.387" v="143"/>
        <pc:sldMkLst>
          <pc:docMk/>
          <pc:sldMk cId="0" sldId="300"/>
        </pc:sldMkLst>
        <pc:spChg chg="mod">
          <ac:chgData name="Guest User" userId="S::urn:spo:anon#0063c1833b7adc266e0363ddec627c2b654a707674f5a103e34a6b693c9cdc9e::" providerId="AD" clId="Web-{9D44D4BE-2E6C-48AE-C134-3CC624013B23}" dt="2023-12-29T05:33:06.387" v="143"/>
          <ac:spMkLst>
            <pc:docMk/>
            <pc:sldMk cId="0" sldId="300"/>
            <ac:spMk id="5" creationId="{00000000-0000-0000-0000-000000000000}"/>
          </ac:spMkLst>
        </pc:spChg>
        <pc:spChg chg="mod">
          <ac:chgData name="Guest User" userId="S::urn:spo:anon#0063c1833b7adc266e0363ddec627c2b654a707674f5a103e34a6b693c9cdc9e::" providerId="AD" clId="Web-{9D44D4BE-2E6C-48AE-C134-3CC624013B23}" dt="2023-12-29T05:32:57.090" v="142"/>
          <ac:spMkLst>
            <pc:docMk/>
            <pc:sldMk cId="0" sldId="300"/>
            <ac:spMk id="9" creationId="{00000000-0000-0000-0000-000000000000}"/>
          </ac:spMkLst>
        </pc:spChg>
        <pc:spChg chg="mod">
          <ac:chgData name="Guest User" userId="S::urn:spo:anon#0063c1833b7adc266e0363ddec627c2b654a707674f5a103e34a6b693c9cdc9e::" providerId="AD" clId="Web-{9D44D4BE-2E6C-48AE-C134-3CC624013B23}" dt="2023-12-29T05:32:49.402" v="141"/>
          <ac:spMkLst>
            <pc:docMk/>
            <pc:sldMk cId="0" sldId="300"/>
            <ac:spMk id="37" creationId="{00000000-0000-0000-0000-000000000000}"/>
          </ac:spMkLst>
        </pc:spChg>
      </pc:sldChg>
      <pc:sldChg chg="modSp">
        <pc:chgData name="Guest User" userId="S::urn:spo:anon#0063c1833b7adc266e0363ddec627c2b654a707674f5a103e34a6b693c9cdc9e::" providerId="AD" clId="Web-{9D44D4BE-2E6C-48AE-C134-3CC624013B23}" dt="2023-12-29T05:45:33.913" v="149" actId="20577"/>
        <pc:sldMkLst>
          <pc:docMk/>
          <pc:sldMk cId="0" sldId="302"/>
        </pc:sldMkLst>
        <pc:spChg chg="mod">
          <ac:chgData name="Guest User" userId="S::urn:spo:anon#0063c1833b7adc266e0363ddec627c2b654a707674f5a103e34a6b693c9cdc9e::" providerId="AD" clId="Web-{9D44D4BE-2E6C-48AE-C134-3CC624013B23}" dt="2023-12-29T05:45:33.913" v="149" actId="20577"/>
          <ac:spMkLst>
            <pc:docMk/>
            <pc:sldMk cId="0" sldId="302"/>
            <ac:spMk id="9" creationId="{00000000-0000-0000-0000-000000000000}"/>
          </ac:spMkLst>
        </pc:spChg>
      </pc:sldChg>
      <pc:sldChg chg="modSp">
        <pc:chgData name="Guest User" userId="S::urn:spo:anon#0063c1833b7adc266e0363ddec627c2b654a707674f5a103e34a6b693c9cdc9e::" providerId="AD" clId="Web-{9D44D4BE-2E6C-48AE-C134-3CC624013B23}" dt="2023-12-29T04:58:59.645" v="23" actId="20577"/>
        <pc:sldMkLst>
          <pc:docMk/>
          <pc:sldMk cId="0" sldId="331"/>
        </pc:sldMkLst>
        <pc:spChg chg="mod">
          <ac:chgData name="Guest User" userId="S::urn:spo:anon#0063c1833b7adc266e0363ddec627c2b654a707674f5a103e34a6b693c9cdc9e::" providerId="AD" clId="Web-{9D44D4BE-2E6C-48AE-C134-3CC624013B23}" dt="2023-12-29T04:58:59.645" v="23" actId="20577"/>
          <ac:spMkLst>
            <pc:docMk/>
            <pc:sldMk cId="0" sldId="331"/>
            <ac:spMk id="2" creationId="{00000000-0000-0000-0000-000000000000}"/>
          </ac:spMkLst>
        </pc:spChg>
      </pc:sldChg>
    </pc:docChg>
  </pc:docChgLst>
  <pc:docChgLst>
    <pc:chgData name="Ravi Pallapati" userId="405e64382e001c53" providerId="LiveId" clId="{818A7699-7C2F-4CBB-9F95-12A2E1115A54}"/>
    <pc:docChg chg="delSld modSld">
      <pc:chgData name="Ravi Pallapati" userId="405e64382e001c53" providerId="LiveId" clId="{818A7699-7C2F-4CBB-9F95-12A2E1115A54}" dt="2024-12-16T07:38:31.080" v="29" actId="47"/>
      <pc:docMkLst>
        <pc:docMk/>
      </pc:docMkLst>
      <pc:sldChg chg="del">
        <pc:chgData name="Ravi Pallapati" userId="405e64382e001c53" providerId="LiveId" clId="{818A7699-7C2F-4CBB-9F95-12A2E1115A54}" dt="2024-12-16T07:38:27.010" v="26" actId="47"/>
        <pc:sldMkLst>
          <pc:docMk/>
          <pc:sldMk cId="0" sldId="258"/>
        </pc:sldMkLst>
      </pc:sldChg>
      <pc:sldChg chg="modSp mod">
        <pc:chgData name="Ravi Pallapati" userId="405e64382e001c53" providerId="LiveId" clId="{818A7699-7C2F-4CBB-9F95-12A2E1115A54}" dt="2024-12-16T07:38:14.447" v="25" actId="20577"/>
        <pc:sldMkLst>
          <pc:docMk/>
          <pc:sldMk cId="0" sldId="271"/>
        </pc:sldMkLst>
        <pc:spChg chg="mod">
          <ac:chgData name="Ravi Pallapati" userId="405e64382e001c53" providerId="LiveId" clId="{818A7699-7C2F-4CBB-9F95-12A2E1115A54}" dt="2024-12-16T07:38:14.447" v="25" actId="20577"/>
          <ac:spMkLst>
            <pc:docMk/>
            <pc:sldMk cId="0" sldId="271"/>
            <ac:spMk id="476" creationId="{00000000-0000-0000-0000-000000000000}"/>
          </ac:spMkLst>
        </pc:spChg>
      </pc:sldChg>
      <pc:sldChg chg="del">
        <pc:chgData name="Ravi Pallapati" userId="405e64382e001c53" providerId="LiveId" clId="{818A7699-7C2F-4CBB-9F95-12A2E1115A54}" dt="2024-12-16T07:38:28.272" v="27" actId="47"/>
        <pc:sldMkLst>
          <pc:docMk/>
          <pc:sldMk cId="0" sldId="288"/>
        </pc:sldMkLst>
      </pc:sldChg>
      <pc:sldChg chg="del">
        <pc:chgData name="Ravi Pallapati" userId="405e64382e001c53" providerId="LiveId" clId="{818A7699-7C2F-4CBB-9F95-12A2E1115A54}" dt="2024-12-16T07:38:29.799" v="28" actId="47"/>
        <pc:sldMkLst>
          <pc:docMk/>
          <pc:sldMk cId="0" sldId="290"/>
        </pc:sldMkLst>
      </pc:sldChg>
      <pc:sldChg chg="del">
        <pc:chgData name="Ravi Pallapati" userId="405e64382e001c53" providerId="LiveId" clId="{818A7699-7C2F-4CBB-9F95-12A2E1115A54}" dt="2024-12-16T07:38:31.080" v="29" actId="47"/>
        <pc:sldMkLst>
          <pc:docMk/>
          <pc:sldMk cId="0" sldId="324"/>
        </pc:sldMkLst>
      </pc:sldChg>
    </pc:docChg>
  </pc:docChgLst>
  <pc:docChgLst>
    <pc:chgData name="Guest User" userId="S::urn:spo:anon#041d050716007d72e933769838f51bced52d97ace154e39de1e0ee92a489812d::" providerId="AD" clId="Web-{C021549A-2A06-927D-6941-24B3EA96928A}"/>
    <pc:docChg chg="modSld">
      <pc:chgData name="Guest User" userId="S::urn:spo:anon#041d050716007d72e933769838f51bced52d97ace154e39de1e0ee92a489812d::" providerId="AD" clId="Web-{C021549A-2A06-927D-6941-24B3EA96928A}" dt="2023-12-30T03:28:08.404" v="2" actId="20577"/>
      <pc:docMkLst>
        <pc:docMk/>
      </pc:docMkLst>
      <pc:sldChg chg="modSp">
        <pc:chgData name="Guest User" userId="S::urn:spo:anon#041d050716007d72e933769838f51bced52d97ace154e39de1e0ee92a489812d::" providerId="AD" clId="Web-{C021549A-2A06-927D-6941-24B3EA96928A}" dt="2023-12-30T03:28:08.404" v="2" actId="20577"/>
        <pc:sldMkLst>
          <pc:docMk/>
          <pc:sldMk cId="0" sldId="335"/>
        </pc:sldMkLst>
        <pc:spChg chg="mod">
          <ac:chgData name="Guest User" userId="S::urn:spo:anon#041d050716007d72e933769838f51bced52d97ace154e39de1e0ee92a489812d::" providerId="AD" clId="Web-{C021549A-2A06-927D-6941-24B3EA96928A}" dt="2023-12-30T03:28:08.404" v="2" actId="20577"/>
          <ac:spMkLst>
            <pc:docMk/>
            <pc:sldMk cId="0" sldId="335"/>
            <ac:spMk id="3" creationId="{00000000-0000-0000-0000-000000000000}"/>
          </ac:spMkLst>
        </pc:spChg>
      </pc:sldChg>
    </pc:docChg>
  </pc:docChgLst>
  <pc:docChgLst>
    <pc:chgData name="M ANUSHA" userId="S::anushaaa9@kluniversity.in::31576902-587f-4416-b184-62b5dd11a3e8" providerId="AD" clId="Web-{CB62FCB7-CB77-B8A4-424D-33641D23B733}"/>
    <pc:docChg chg="modSld">
      <pc:chgData name="M ANUSHA" userId="S::anushaaa9@kluniversity.in::31576902-587f-4416-b184-62b5dd11a3e8" providerId="AD" clId="Web-{CB62FCB7-CB77-B8A4-424D-33641D23B733}" dt="2023-12-28T07:13:30.983" v="2" actId="20577"/>
      <pc:docMkLst>
        <pc:docMk/>
      </pc:docMkLst>
      <pc:sldChg chg="modSp">
        <pc:chgData name="M ANUSHA" userId="S::anushaaa9@kluniversity.in::31576902-587f-4416-b184-62b5dd11a3e8" providerId="AD" clId="Web-{CB62FCB7-CB77-B8A4-424D-33641D23B733}" dt="2023-12-28T07:13:30.983" v="2" actId="20577"/>
        <pc:sldMkLst>
          <pc:docMk/>
          <pc:sldMk cId="0" sldId="271"/>
        </pc:sldMkLst>
        <pc:spChg chg="mod">
          <ac:chgData name="M ANUSHA" userId="S::anushaaa9@kluniversity.in::31576902-587f-4416-b184-62b5dd11a3e8" providerId="AD" clId="Web-{CB62FCB7-CB77-B8A4-424D-33641D23B733}" dt="2023-12-28T07:13:30.983" v="2" actId="20577"/>
          <ac:spMkLst>
            <pc:docMk/>
            <pc:sldMk cId="0" sldId="271"/>
            <ac:spMk id="476" creationId="{00000000-0000-0000-0000-000000000000}"/>
          </ac:spMkLst>
        </pc:spChg>
      </pc:sldChg>
    </pc:docChg>
  </pc:docChgLst>
  <pc:docChgLst>
    <pc:chgData name="Guest User" userId="S::urn:spo:anon#041d050716007d72e933769838f51bced52d97ace154e39de1e0ee92a489812d::" providerId="AD" clId="Web-{2E6AE036-16D4-A1CB-9BF1-79586F5D1098}"/>
    <pc:docChg chg="modSld sldOrd">
      <pc:chgData name="Guest User" userId="S::urn:spo:anon#041d050716007d72e933769838f51bced52d97ace154e39de1e0ee92a489812d::" providerId="AD" clId="Web-{2E6AE036-16D4-A1CB-9BF1-79586F5D1098}" dt="2023-12-28T06:57:48.335" v="284" actId="20577"/>
      <pc:docMkLst>
        <pc:docMk/>
      </pc:docMkLst>
      <pc:sldChg chg="modSp">
        <pc:chgData name="Guest User" userId="S::urn:spo:anon#041d050716007d72e933769838f51bced52d97ace154e39de1e0ee92a489812d::" providerId="AD" clId="Web-{2E6AE036-16D4-A1CB-9BF1-79586F5D1098}" dt="2023-12-28T06:56:30.236" v="260" actId="20577"/>
        <pc:sldMkLst>
          <pc:docMk/>
          <pc:sldMk cId="0" sldId="258"/>
        </pc:sldMkLst>
        <pc:spChg chg="mod">
          <ac:chgData name="Guest User" userId="S::urn:spo:anon#041d050716007d72e933769838f51bced52d97ace154e39de1e0ee92a489812d::" providerId="AD" clId="Web-{2E6AE036-16D4-A1CB-9BF1-79586F5D1098}" dt="2023-12-28T06:56:30.236" v="260" actId="20577"/>
          <ac:spMkLst>
            <pc:docMk/>
            <pc:sldMk cId="0" sldId="258"/>
            <ac:spMk id="53" creationId="{00000000-0000-0000-0000-000000000000}"/>
          </ac:spMkLst>
        </pc:spChg>
        <pc:picChg chg="mod">
          <ac:chgData name="Guest User" userId="S::urn:spo:anon#041d050716007d72e933769838f51bced52d97ace154e39de1e0ee92a489812d::" providerId="AD" clId="Web-{2E6AE036-16D4-A1CB-9BF1-79586F5D1098}" dt="2023-12-28T06:56:13.219" v="255" actId="14100"/>
          <ac:picMkLst>
            <pc:docMk/>
            <pc:sldMk cId="0" sldId="258"/>
            <ac:picMk id="2" creationId="{00000000-0000-0000-0000-000000000000}"/>
          </ac:picMkLst>
        </pc:picChg>
      </pc:sldChg>
      <pc:sldChg chg="modSp">
        <pc:chgData name="Guest User" userId="S::urn:spo:anon#041d050716007d72e933769838f51bced52d97ace154e39de1e0ee92a489812d::" providerId="AD" clId="Web-{2E6AE036-16D4-A1CB-9BF1-79586F5D1098}" dt="2023-12-28T06:57:48.335" v="284" actId="20577"/>
        <pc:sldMkLst>
          <pc:docMk/>
          <pc:sldMk cId="0" sldId="288"/>
        </pc:sldMkLst>
        <pc:spChg chg="mod">
          <ac:chgData name="Guest User" userId="S::urn:spo:anon#041d050716007d72e933769838f51bced52d97ace154e39de1e0ee92a489812d::" providerId="AD" clId="Web-{2E6AE036-16D4-A1CB-9BF1-79586F5D1098}" dt="2023-12-28T06:57:48.335" v="284" actId="20577"/>
          <ac:spMkLst>
            <pc:docMk/>
            <pc:sldMk cId="0" sldId="288"/>
            <ac:spMk id="3" creationId="{00000000-0000-0000-0000-000000000000}"/>
          </ac:spMkLst>
        </pc:spChg>
      </pc:sldChg>
      <pc:sldChg chg="modSp">
        <pc:chgData name="Guest User" userId="S::urn:spo:anon#041d050716007d72e933769838f51bced52d97ace154e39de1e0ee92a489812d::" providerId="AD" clId="Web-{2E6AE036-16D4-A1CB-9BF1-79586F5D1098}" dt="2023-12-28T06:47:34.605" v="79" actId="14100"/>
        <pc:sldMkLst>
          <pc:docMk/>
          <pc:sldMk cId="0" sldId="290"/>
        </pc:sldMkLst>
        <pc:spChg chg="mod">
          <ac:chgData name="Guest User" userId="S::urn:spo:anon#041d050716007d72e933769838f51bced52d97ace154e39de1e0ee92a489812d::" providerId="AD" clId="Web-{2E6AE036-16D4-A1CB-9BF1-79586F5D1098}" dt="2023-12-28T06:47:34.605" v="79" actId="14100"/>
          <ac:spMkLst>
            <pc:docMk/>
            <pc:sldMk cId="0" sldId="290"/>
            <ac:spMk id="2" creationId="{00000000-0000-0000-0000-000000000000}"/>
          </ac:spMkLst>
        </pc:spChg>
      </pc:sldChg>
      <pc:sldChg chg="addSp delSp modSp ord">
        <pc:chgData name="Guest User" userId="S::urn:spo:anon#041d050716007d72e933769838f51bced52d97ace154e39de1e0ee92a489812d::" providerId="AD" clId="Web-{2E6AE036-16D4-A1CB-9BF1-79586F5D1098}" dt="2023-12-28T06:53:32.849" v="158" actId="14100"/>
        <pc:sldMkLst>
          <pc:docMk/>
          <pc:sldMk cId="0" sldId="324"/>
        </pc:sldMkLst>
        <pc:spChg chg="del mod">
          <ac:chgData name="Guest User" userId="S::urn:spo:anon#041d050716007d72e933769838f51bced52d97ace154e39de1e0ee92a489812d::" providerId="AD" clId="Web-{2E6AE036-16D4-A1CB-9BF1-79586F5D1098}" dt="2023-12-28T06:48:50.970" v="96"/>
          <ac:spMkLst>
            <pc:docMk/>
            <pc:sldMk cId="0" sldId="324"/>
            <ac:spMk id="2" creationId="{00000000-0000-0000-0000-000000000000}"/>
          </ac:spMkLst>
        </pc:spChg>
        <pc:spChg chg="add del">
          <ac:chgData name="Guest User" userId="S::urn:spo:anon#041d050716007d72e933769838f51bced52d97ace154e39de1e0ee92a489812d::" providerId="AD" clId="Web-{2E6AE036-16D4-A1CB-9BF1-79586F5D1098}" dt="2023-12-28T06:53:21.395" v="155"/>
          <ac:spMkLst>
            <pc:docMk/>
            <pc:sldMk cId="0" sldId="324"/>
            <ac:spMk id="5" creationId="{00000000-0000-0000-0000-000000000000}"/>
          </ac:spMkLst>
        </pc:spChg>
        <pc:spChg chg="add mod">
          <ac:chgData name="Guest User" userId="S::urn:spo:anon#041d050716007d72e933769838f51bced52d97ace154e39de1e0ee92a489812d::" providerId="AD" clId="Web-{2E6AE036-16D4-A1CB-9BF1-79586F5D1098}" dt="2023-12-28T06:49:31.817" v="105" actId="20577"/>
          <ac:spMkLst>
            <pc:docMk/>
            <pc:sldMk cId="0" sldId="324"/>
            <ac:spMk id="6" creationId="{0B2770E3-00F5-628E-BE02-3B656F92E15F}"/>
          </ac:spMkLst>
        </pc:spChg>
        <pc:spChg chg="add del mod">
          <ac:chgData name="Guest User" userId="S::urn:spo:anon#041d050716007d72e933769838f51bced52d97ace154e39de1e0ee92a489812d::" providerId="AD" clId="Web-{2E6AE036-16D4-A1CB-9BF1-79586F5D1098}" dt="2023-12-28T06:53:32.849" v="158" actId="14100"/>
          <ac:spMkLst>
            <pc:docMk/>
            <pc:sldMk cId="0" sldId="324"/>
            <ac:spMk id="7" creationId="{8DAC824B-6BFB-7033-E0A9-6C60FA4BD59E}"/>
          </ac:spMkLst>
        </pc:spChg>
        <pc:spChg chg="add del mod">
          <ac:chgData name="Guest User" userId="S::urn:spo:anon#041d050716007d72e933769838f51bced52d97ace154e39de1e0ee92a489812d::" providerId="AD" clId="Web-{2E6AE036-16D4-A1CB-9BF1-79586F5D1098}" dt="2023-12-28T06:50:48.197" v="123"/>
          <ac:spMkLst>
            <pc:docMk/>
            <pc:sldMk cId="0" sldId="324"/>
            <ac:spMk id="9" creationId="{71EFDB16-53E6-D1D8-7AAC-C8FE8117F491}"/>
          </ac:spMkLst>
        </pc:spChg>
        <pc:picChg chg="del mod">
          <ac:chgData name="Guest User" userId="S::urn:spo:anon#041d050716007d72e933769838f51bced52d97ace154e39de1e0ee92a489812d::" providerId="AD" clId="Web-{2E6AE036-16D4-A1CB-9BF1-79586F5D1098}" dt="2023-12-28T06:50:44.369" v="122"/>
          <ac:picMkLst>
            <pc:docMk/>
            <pc:sldMk cId="0" sldId="324"/>
            <ac:picMk id="4" creationId="{00000000-0000-0000-0000-000000000000}"/>
          </ac:picMkLst>
        </pc:picChg>
      </pc:sldChg>
    </pc:docChg>
  </pc:docChgLst>
  <pc:docChgLst>
    <pc:chgData name="Ravi Pallapati" userId="405e64382e001c53" providerId="LiveId" clId="{375C031C-E3ED-4810-8F8E-3FAA99F3340D}"/>
    <pc:docChg chg="addSld delSld modSld">
      <pc:chgData name="Ravi Pallapati" userId="405e64382e001c53" providerId="LiveId" clId="{375C031C-E3ED-4810-8F8E-3FAA99F3340D}" dt="2024-12-14T06:02:59.482" v="5" actId="47"/>
      <pc:docMkLst>
        <pc:docMk/>
      </pc:docMkLst>
      <pc:sldChg chg="modSp mod">
        <pc:chgData name="Ravi Pallapati" userId="405e64382e001c53" providerId="LiveId" clId="{375C031C-E3ED-4810-8F8E-3FAA99F3340D}" dt="2024-12-14T05:00:15.656" v="1"/>
        <pc:sldMkLst>
          <pc:docMk/>
          <pc:sldMk cId="0" sldId="271"/>
        </pc:sldMkLst>
        <pc:spChg chg="mod">
          <ac:chgData name="Ravi Pallapati" userId="405e64382e001c53" providerId="LiveId" clId="{375C031C-E3ED-4810-8F8E-3FAA99F3340D}" dt="2024-12-14T05:00:15.656" v="1"/>
          <ac:spMkLst>
            <pc:docMk/>
            <pc:sldMk cId="0" sldId="271"/>
            <ac:spMk id="476" creationId="{00000000-0000-0000-0000-000000000000}"/>
          </ac:spMkLst>
        </pc:spChg>
      </pc:sldChg>
      <pc:sldChg chg="del">
        <pc:chgData name="Ravi Pallapati" userId="405e64382e001c53" providerId="LiveId" clId="{375C031C-E3ED-4810-8F8E-3FAA99F3340D}" dt="2024-12-14T05:02:09.833" v="3" actId="47"/>
        <pc:sldMkLst>
          <pc:docMk/>
          <pc:sldMk cId="0" sldId="303"/>
        </pc:sldMkLst>
      </pc:sldChg>
      <pc:sldChg chg="del">
        <pc:chgData name="Ravi Pallapati" userId="405e64382e001c53" providerId="LiveId" clId="{375C031C-E3ED-4810-8F8E-3FAA99F3340D}" dt="2024-12-14T06:02:59.482" v="5" actId="47"/>
        <pc:sldMkLst>
          <pc:docMk/>
          <pc:sldMk cId="0" sldId="304"/>
        </pc:sldMkLst>
      </pc:sldChg>
      <pc:sldChg chg="add">
        <pc:chgData name="Ravi Pallapati" userId="405e64382e001c53" providerId="LiveId" clId="{375C031C-E3ED-4810-8F8E-3FAA99F3340D}" dt="2024-12-14T05:01:57.008" v="2"/>
        <pc:sldMkLst>
          <pc:docMk/>
          <pc:sldMk cId="0" sldId="338"/>
        </pc:sldMkLst>
      </pc:sldChg>
      <pc:sldChg chg="add">
        <pc:chgData name="Ravi Pallapati" userId="405e64382e001c53" providerId="LiveId" clId="{375C031C-E3ED-4810-8F8E-3FAA99F3340D}" dt="2024-12-14T06:02:56.693" v="4"/>
        <pc:sldMkLst>
          <pc:docMk/>
          <pc:sldMk cId="0" sldId="3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3">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4">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w3schools.com/dsa/dsa_intro.php" TargetMode="External"/><Relationship Id="rId2" Type="http://schemas.openxmlformats.org/officeDocument/2006/relationships/hyperlink" Target="https://docs.python.org/3/tutorial/datastructures.html"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geeksforgeeks.org/python-data-structures/"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416279"/>
          </a:xfrm>
          <a:prstGeom prst="rect">
            <a:avLst/>
          </a:prstGeom>
          <a:noFill/>
          <a:ln>
            <a:noFill/>
          </a:ln>
        </p:spPr>
        <p:txBody>
          <a:bodyPr spcFirstLastPara="1" wrap="square" lIns="91425" tIns="45700" rIns="91425" bIns="45700" anchor="t" anchorCtr="0">
            <a:spAutoFit/>
          </a:bodyPr>
          <a:lstStyle/>
          <a:p>
            <a:pPr algn="ctr"/>
            <a:r>
              <a:rPr lang="en-US" sz="3200" b="1" cap="all" dirty="0">
                <a:solidFill>
                  <a:srgbClr val="C00000"/>
                </a:solidFill>
                <a:cs typeface="Poppins" panose="00000500000000000000" pitchFamily="2" charset="0"/>
                <a:sym typeface="BioRhyme ExtraBold"/>
              </a:rPr>
              <a:t>COURSE: </a:t>
            </a:r>
            <a:r>
              <a:rPr lang="en-US" sz="3200" dirty="0">
                <a:solidFill>
                  <a:schemeClr val="accent1"/>
                </a:solidFill>
                <a:effectLst/>
                <a:ea typeface="Calibri" panose="020F0502020204030204" pitchFamily="34" charset="0"/>
                <a:cs typeface="Times New Roman" panose="02020603050405020304" pitchFamily="18" charset="0"/>
              </a:rPr>
              <a:t>Data Structures using Python</a:t>
            </a:r>
            <a:endParaRPr lang="en-IN" sz="3200" b="1" dirty="0">
              <a:solidFill>
                <a:schemeClr val="accent1"/>
              </a:solidFill>
            </a:endParaRPr>
          </a:p>
          <a:p>
            <a:pPr marR="0" lvl="0" indent="0" algn="ctr">
              <a:spcBef>
                <a:spcPts val="0"/>
              </a:spcBef>
              <a:spcAft>
                <a:spcPts val="0"/>
              </a:spcAft>
              <a:buNone/>
            </a:pPr>
            <a:endParaRPr lang="en-US" sz="3200" b="1" cap="all" dirty="0">
              <a:solidFill>
                <a:srgbClr val="C00000"/>
              </a:solidFill>
              <a:cs typeface="Poppins" panose="00000500000000000000" pitchFamily="2" charset="0"/>
              <a:sym typeface="BioRhyme ExtraBold"/>
            </a:endParaRPr>
          </a:p>
          <a:p>
            <a:pPr algn="ctr"/>
            <a:r>
              <a:rPr lang="en-US" sz="3200" b="1" cap="all" dirty="0">
                <a:solidFill>
                  <a:srgbClr val="C00000"/>
                </a:solidFill>
                <a:cs typeface="Poppins"/>
                <a:sym typeface="BioRhyme ExtraBold"/>
              </a:rPr>
              <a:t>COURSE CODE: </a:t>
            </a:r>
            <a:r>
              <a:rPr lang="en-US" sz="3200" b="1" dirty="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4000" b="1" dirty="0">
                <a:solidFill>
                  <a:srgbClr val="C00000"/>
                </a:solidFill>
                <a:effectLst/>
                <a:cs typeface="Poppins" panose="00000500000000000000" pitchFamily="2" charset="0"/>
              </a:rPr>
              <a:t>Extendible Hashing</a:t>
            </a: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a:solidFill>
                  <a:srgbClr val="C00000"/>
                </a:solidFill>
                <a:cs typeface="Poppins" pitchFamily="2" charset="77"/>
              </a:rPr>
              <a:t>Department of </a:t>
            </a:r>
            <a:r>
              <a:rPr lang="en-US" sz="4000">
                <a:solidFill>
                  <a:srgbClr val="FF0000"/>
                </a:solidFill>
              </a:rPr>
              <a:t>BES-I</a:t>
            </a:r>
            <a:endParaRPr lang="en-US" sz="4000">
              <a:solidFill>
                <a:srgbClr val="FF0000"/>
              </a:solidFill>
              <a:cs typeface="Poppins" pitchFamily="2" charset="77"/>
            </a:endParaRPr>
          </a:p>
        </p:txBody>
      </p:sp>
      <p:sp>
        <p:nvSpPr>
          <p:cNvPr id="8" name="Google Shape;502;p17"/>
          <p:cNvSpPr/>
          <p:nvPr/>
        </p:nvSpPr>
        <p:spPr>
          <a:xfrm>
            <a:off x="7275529" y="585675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ea typeface="Calibri" panose="020F0502020204030204"/>
                <a:cs typeface="Poppins" panose="00000500000000000000" pitchFamily="2" charset="0"/>
                <a:sym typeface="Calibri" panose="020F0502020204030204"/>
              </a:rPr>
              <a:t>Session – 22</a:t>
            </a:r>
            <a:endParaRPr sz="240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AIM OF THE SESSION</a:t>
            </a:r>
          </a:p>
        </p:txBody>
      </p:sp>
      <p:sp>
        <p:nvSpPr>
          <p:cNvPr id="5" name="TextBox 4"/>
          <p:cNvSpPr txBox="1"/>
          <p:nvPr/>
        </p:nvSpPr>
        <p:spPr>
          <a:xfrm>
            <a:off x="914400" y="684469"/>
            <a:ext cx="10731286" cy="78675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a:effectLst/>
                <a:latin typeface="Times New Roman"/>
                <a:cs typeface="Times New Roman"/>
              </a:rPr>
              <a:t>To familiarize students with the basic concept of Double Hashing, Extendible hashing, Rehashing</a:t>
            </a:r>
          </a:p>
          <a:p>
            <a:pPr>
              <a:lnSpc>
                <a:spcPct val="150000"/>
              </a:lnSpc>
            </a:pPr>
            <a:endParaRPr lang="en-US" sz="1600" b="0" i="0">
              <a:effectLst/>
              <a:latin typeface="Times New Roman"/>
              <a:cs typeface="Times New Roman"/>
            </a:endParaRP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INSTRUCTIONAL OBJECTIVES</a:t>
            </a:r>
          </a:p>
        </p:txBody>
      </p:sp>
      <p:sp>
        <p:nvSpPr>
          <p:cNvPr id="9" name="TextBox 8"/>
          <p:cNvSpPr txBox="1"/>
          <p:nvPr/>
        </p:nvSpPr>
        <p:spPr>
          <a:xfrm>
            <a:off x="1752600" y="2438605"/>
            <a:ext cx="9801454" cy="107632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a:latin typeface="Times New Roman"/>
                <a:cs typeface="Times New Roman"/>
              </a:rPr>
              <a:t>This</a:t>
            </a:r>
            <a:r>
              <a:rPr lang="en-US" sz="1600" b="0" i="0">
                <a:effectLst/>
                <a:latin typeface="Times New Roman"/>
                <a:cs typeface="Times New Roman"/>
              </a:rPr>
              <a:t> </a:t>
            </a:r>
            <a:r>
              <a:rPr lang="en-US" sz="1600">
                <a:latin typeface="Times New Roman"/>
                <a:cs typeface="Times New Roman"/>
              </a:rPr>
              <a:t>Session</a:t>
            </a:r>
            <a:r>
              <a:rPr lang="en-US" sz="1600" b="0" i="0">
                <a:effectLst/>
                <a:latin typeface="Times New Roman"/>
                <a:cs typeface="Times New Roman"/>
              </a:rPr>
              <a:t> is designed to: </a:t>
            </a:r>
          </a:p>
          <a:p>
            <a:pPr marL="342900" indent="-342900">
              <a:buAutoNum type="arabicPeriod"/>
            </a:pPr>
            <a:r>
              <a:rPr lang="en-US" sz="1600" b="0" i="0">
                <a:effectLst/>
                <a:latin typeface="Times New Roman"/>
                <a:cs typeface="Times New Roman"/>
              </a:rPr>
              <a:t>Demonstrate </a:t>
            </a:r>
            <a:r>
              <a:rPr lang="en-US" sz="1600">
                <a:effectLst/>
                <a:latin typeface="Times New Roman"/>
                <a:cs typeface="Times New Roman"/>
                <a:sym typeface="+mn-ea"/>
              </a:rPr>
              <a:t>Double Hashing, Extendible hashing, Rehashing</a:t>
            </a:r>
            <a:endParaRPr lang="en-US" sz="1600" b="0" i="0">
              <a:effectLst/>
              <a:latin typeface="Times New Roman"/>
              <a:cs typeface="Times New Roman"/>
            </a:endParaRPr>
          </a:p>
          <a:p>
            <a:pPr marL="342900" indent="-342900">
              <a:buAutoNum type="arabicPeriod"/>
            </a:pPr>
            <a:r>
              <a:rPr lang="en-US" sz="1600">
                <a:latin typeface="Times New Roman"/>
                <a:cs typeface="Times New Roman"/>
              </a:rPr>
              <a:t>List out the advantages and applications of hashing techniques.</a:t>
            </a:r>
          </a:p>
        </p:txBody>
      </p:sp>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LEARNING OUTCOMES</a:t>
            </a:r>
          </a:p>
        </p:txBody>
      </p:sp>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p:cNvSpPr txBox="1"/>
          <p:nvPr/>
        </p:nvSpPr>
        <p:spPr>
          <a:xfrm>
            <a:off x="1752600" y="4763050"/>
            <a:ext cx="9599478" cy="133261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a:effectLst/>
                <a:latin typeface="Times New Roman"/>
                <a:cs typeface="Times New Roman"/>
              </a:rPr>
              <a:t>At the end of this </a:t>
            </a:r>
            <a:r>
              <a:rPr lang="en-US" sz="1600">
                <a:latin typeface="Times New Roman"/>
                <a:cs typeface="Times New Roman"/>
              </a:rPr>
              <a:t>session</a:t>
            </a:r>
            <a:r>
              <a:rPr lang="en-US" sz="1600" b="0" i="0">
                <a:effectLst/>
                <a:latin typeface="Times New Roman"/>
                <a:cs typeface="Times New Roman"/>
              </a:rPr>
              <a:t>, you should be able to:</a:t>
            </a:r>
          </a:p>
          <a:p>
            <a:pPr marL="342900" indent="-342900">
              <a:buAutoNum type="arabicPeriod"/>
            </a:pPr>
            <a:r>
              <a:rPr lang="en-US" sz="1600" b="0" i="0">
                <a:effectLst/>
                <a:latin typeface="Times New Roman"/>
                <a:cs typeface="Times New Roman"/>
              </a:rPr>
              <a:t>Define </a:t>
            </a:r>
            <a:r>
              <a:rPr lang="en-US" sz="1600">
                <a:effectLst/>
                <a:latin typeface="Times New Roman"/>
                <a:cs typeface="Times New Roman"/>
                <a:sym typeface="+mn-ea"/>
              </a:rPr>
              <a:t>Double Hashing, Extendible hashing, Rehashing</a:t>
            </a:r>
            <a:r>
              <a:rPr lang="en-US" sz="1600">
                <a:latin typeface="Times New Roman"/>
                <a:cs typeface="Times New Roman"/>
                <a:sym typeface="+mn-ea"/>
              </a:rPr>
              <a:t>.</a:t>
            </a:r>
            <a:endParaRPr lang="en-US" sz="1600" b="0" i="0">
              <a:effectLst/>
              <a:latin typeface="Times New Roman"/>
              <a:cs typeface="Times New Roman"/>
            </a:endParaRPr>
          </a:p>
          <a:p>
            <a:pPr marL="342900" indent="-342900">
              <a:buAutoNum type="arabicPeriod"/>
            </a:pPr>
            <a:r>
              <a:rPr lang="en-US" sz="1600" b="0" i="0">
                <a:effectLst/>
                <a:latin typeface="Times New Roman"/>
                <a:cs typeface="Times New Roman"/>
              </a:rPr>
              <a:t>Describe each method</a:t>
            </a:r>
            <a:r>
              <a:rPr lang="en-US" sz="1600">
                <a:latin typeface="Times New Roman"/>
                <a:cs typeface="Times New Roman"/>
              </a:rPr>
              <a:t>.</a:t>
            </a:r>
          </a:p>
          <a:p>
            <a:pPr marL="342900" indent="-342900">
              <a:buAutoNum type="arabicPeriod"/>
            </a:pPr>
            <a:r>
              <a:rPr lang="en-US" sz="1600">
                <a:latin typeface="Times New Roman"/>
                <a:cs typeface="Times New Roman"/>
              </a:rPr>
              <a:t>Summarize definition, types of hashing and its applications</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7" grpId="0" animBg="1"/>
      <p:bldP spid="9" grpId="0" bldLvl="0" animBg="1"/>
      <p:bldP spid="29" grpId="0" animBg="1"/>
      <p:bldP spid="3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95585"/>
            <a:ext cx="12105005" cy="6262415"/>
          </a:xfrm>
        </p:spPr>
        <p:txBody>
          <a:bodyPr lIns="91440" tIns="45720" rIns="91440" bIns="45720" anchor="t"/>
          <a:lstStyle/>
          <a:p>
            <a:pPr algn="just"/>
            <a:r>
              <a:rPr lang="en-US" sz="2400">
                <a:latin typeface="Times New Roman"/>
                <a:cs typeface="Times New Roman"/>
              </a:rPr>
              <a:t>Extendible Hashing is a dynamic hashing method wherein directories, and buckets are used to hash data. It is an aggressively flexible method in which the hash function also experiences dynamic changes. </a:t>
            </a:r>
            <a:endParaRPr lang="en-US" sz="2400">
              <a:latin typeface="Times New Roman" panose="02020603050405020304" pitchFamily="18" charset="0"/>
              <a:cs typeface="Times New Roman" panose="02020603050405020304" pitchFamily="18" charset="0"/>
            </a:endParaRPr>
          </a:p>
          <a:p>
            <a:pPr marL="0" indent="0" algn="just">
              <a:buNone/>
            </a:pPr>
            <a:r>
              <a:rPr lang="en-US" sz="2400" b="1">
                <a:latin typeface="Times New Roman"/>
                <a:cs typeface="Times New Roman"/>
              </a:rPr>
              <a:t>Frequently used terms in Extendible Hashing</a:t>
            </a:r>
            <a:endParaRPr lang="en-US" sz="2400" b="1">
              <a:latin typeface="Times New Roman" panose="02020603050405020304" pitchFamily="18" charset="0"/>
              <a:cs typeface="Times New Roman" panose="02020603050405020304" pitchFamily="18" charset="0"/>
            </a:endParaRPr>
          </a:p>
          <a:p>
            <a:pPr algn="just"/>
            <a:r>
              <a:rPr lang="en-US" sz="2400" b="1">
                <a:latin typeface="Times New Roman"/>
                <a:cs typeface="Times New Roman"/>
              </a:rPr>
              <a:t>Directories:</a:t>
            </a:r>
            <a:r>
              <a:rPr lang="en-US" sz="2400">
                <a:latin typeface="Times New Roman"/>
                <a:cs typeface="Times New Roman"/>
              </a:rPr>
              <a:t> Instead of using a single hash table, extendible hashing employs a multi-level directory structure.</a:t>
            </a:r>
          </a:p>
          <a:p>
            <a:pPr algn="just"/>
            <a:r>
              <a:rPr lang="en-US" sz="2400" b="1">
                <a:latin typeface="Times New Roman"/>
                <a:cs typeface="Times New Roman"/>
              </a:rPr>
              <a:t>Buckets:</a:t>
            </a:r>
            <a:r>
              <a:rPr lang="en-US" sz="2400">
                <a:latin typeface="Times New Roman"/>
                <a:cs typeface="Times New Roman"/>
              </a:rPr>
              <a:t> Each directory entry points to a bucket, which stores a subset of key-value pairs.</a:t>
            </a:r>
          </a:p>
          <a:p>
            <a:pPr algn="just"/>
            <a:r>
              <a:rPr lang="en-US" sz="2400" b="1">
                <a:latin typeface="Times New Roman"/>
                <a:cs typeface="Times New Roman"/>
              </a:rPr>
              <a:t>Local Depth:</a:t>
            </a:r>
            <a:r>
              <a:rPr lang="en-US" sz="2400">
                <a:latin typeface="Times New Roman"/>
                <a:cs typeface="Times New Roman"/>
              </a:rPr>
              <a:t> Each bucket has a local depth, indicating the number of bits from the hash value used for addressing within that bucket.</a:t>
            </a:r>
          </a:p>
          <a:p>
            <a:pPr algn="just"/>
            <a:r>
              <a:rPr lang="en-US" sz="2400" b="1">
                <a:latin typeface="Times New Roman"/>
                <a:cs typeface="Times New Roman"/>
              </a:rPr>
              <a:t>Global Depth:</a:t>
            </a:r>
            <a:r>
              <a:rPr lang="en-US" sz="2400">
                <a:latin typeface="Times New Roman"/>
                <a:cs typeface="Times New Roman"/>
              </a:rPr>
              <a:t> The directory's global depth determines the maximum number of bits used for addressing.</a:t>
            </a:r>
          </a:p>
          <a:p>
            <a:pPr algn="just"/>
            <a:r>
              <a:rPr lang="en-US" sz="2400" b="1">
                <a:latin typeface="Times New Roman"/>
                <a:cs typeface="Times New Roman"/>
              </a:rPr>
              <a:t>Bucket Splitting: </a:t>
            </a:r>
            <a:r>
              <a:rPr lang="en-US" sz="2400">
                <a:latin typeface="Times New Roman"/>
                <a:cs typeface="Times New Roman"/>
              </a:rPr>
              <a:t>When the number of elements in a bucket exceeds a particular size, then the bucket is split into two parts.</a:t>
            </a:r>
          </a:p>
          <a:p>
            <a:pPr algn="just"/>
            <a:r>
              <a:rPr lang="en-US" sz="2400" b="1">
                <a:latin typeface="Times New Roman"/>
                <a:cs typeface="Times New Roman"/>
              </a:rPr>
              <a:t>Directory Expansion:</a:t>
            </a:r>
            <a:r>
              <a:rPr lang="en-US" sz="2400">
                <a:latin typeface="Times New Roman"/>
                <a:cs typeface="Times New Roman"/>
              </a:rPr>
              <a:t> Directory Expansion Takes place when a bucket overflows. Directory Expansion is performed when the local depth of the overflowing bucket is equal to the global depth.</a:t>
            </a:r>
            <a:endParaRPr lang="en-US"/>
          </a:p>
          <a:p>
            <a:pPr marL="0" indent="0" algn="just">
              <a:buNone/>
            </a:pPr>
            <a:endParaRPr lang="en-US" sz="2400">
              <a:latin typeface="Times New Roman"/>
              <a:cs typeface="Times New Roman"/>
            </a:endParaRPr>
          </a:p>
        </p:txBody>
      </p:sp>
      <p:pic>
        <p:nvPicPr>
          <p:cNvPr id="5" name="Picture 2" descr="KL Deemed to be University Logo">
            <a:extLst>
              <a:ext uri="{FF2B5EF4-FFF2-40B4-BE49-F238E27FC236}">
                <a16:creationId xmlns:a16="http://schemas.microsoft.com/office/drawing/2014/main" id="{00E50831-BF61-89C1-FE47-DAF747F86B5F}"/>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Rounded Rectangle 17">
            <a:extLst>
              <a:ext uri="{FF2B5EF4-FFF2-40B4-BE49-F238E27FC236}">
                <a16:creationId xmlns:a16="http://schemas.microsoft.com/office/drawing/2014/main" id="{29279AA6-A734-5F16-D947-85C3D2572265}"/>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Extendible Hashing</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595" y="904875"/>
            <a:ext cx="11904345" cy="5786120"/>
          </a:xfrm>
        </p:spPr>
        <p:txBody>
          <a:bodyPr lIns="91440" tIns="45720" rIns="91440" bIns="45720" anchor="t"/>
          <a:lstStyle/>
          <a:p>
            <a:pPr marL="0" indent="0" algn="just">
              <a:buNone/>
            </a:pPr>
            <a:r>
              <a:rPr lang="en-US" b="1">
                <a:latin typeface="Times New Roman"/>
                <a:cs typeface="Times New Roman"/>
              </a:rPr>
              <a:t>Example: </a:t>
            </a:r>
            <a:r>
              <a:rPr lang="en-US">
                <a:latin typeface="Times New Roman"/>
                <a:cs typeface="Times New Roman"/>
              </a:rPr>
              <a:t> Consider a prominent example of hashing the following elements: 16,4,6,22,24,10,31,7,9,20,26 with bucket Size 3. </a:t>
            </a:r>
            <a:endParaRPr lang="en-US">
              <a:latin typeface="Times New Roman" panose="02020603050405020304" pitchFamily="18" charset="0"/>
              <a:cs typeface="Times New Roman" panose="02020603050405020304" pitchFamily="18" charset="0"/>
            </a:endParaRPr>
          </a:p>
          <a:p>
            <a:pPr marL="0" indent="0" algn="just">
              <a:buNone/>
            </a:pPr>
            <a:r>
              <a:rPr lang="en-US">
                <a:latin typeface="Times New Roman"/>
                <a:cs typeface="Times New Roman"/>
              </a:rPr>
              <a:t>Hash Function: Suppose the global depth is X. Then the Hash Function returns X LSBs. </a:t>
            </a:r>
            <a:endParaRPr lang="en-US">
              <a:latin typeface="Times New Roman" panose="02020603050405020304" pitchFamily="18" charset="0"/>
              <a:cs typeface="Times New Roman" panose="02020603050405020304" pitchFamily="18" charset="0"/>
            </a:endParaRPr>
          </a:p>
          <a:p>
            <a:pPr marL="0" indent="0" algn="just">
              <a:buNone/>
            </a:pPr>
            <a:r>
              <a:rPr lang="en-US">
                <a:latin typeface="Times New Roman"/>
                <a:cs typeface="Times New Roman"/>
              </a:rPr>
              <a:t>First, calculate the binary forms of each of the given numbers. </a:t>
            </a:r>
            <a:endParaRPr lang="en-US">
              <a:latin typeface="Times New Roman" panose="02020603050405020304" pitchFamily="18" charset="0"/>
              <a:cs typeface="Times New Roman" panose="02020603050405020304" pitchFamily="18" charset="0"/>
            </a:endParaRPr>
          </a:p>
          <a:p>
            <a:pPr algn="just"/>
            <a:r>
              <a:rPr lang="en-US">
                <a:latin typeface="Times New Roman"/>
                <a:cs typeface="Times New Roman"/>
              </a:rPr>
              <a:t>16- 10000 </a:t>
            </a:r>
            <a:endParaRPr lang="en-US">
              <a:latin typeface="Times New Roman" panose="02020603050405020304" pitchFamily="18" charset="0"/>
              <a:cs typeface="Times New Roman" panose="02020603050405020304" pitchFamily="18" charset="0"/>
            </a:endParaRPr>
          </a:p>
          <a:p>
            <a:pPr algn="just"/>
            <a:r>
              <a:rPr lang="en-US">
                <a:latin typeface="Times New Roman"/>
                <a:cs typeface="Times New Roman"/>
              </a:rPr>
              <a:t>4- 00100 </a:t>
            </a:r>
            <a:endParaRPr lang="en-US">
              <a:latin typeface="Times New Roman" panose="02020603050405020304" pitchFamily="18" charset="0"/>
              <a:cs typeface="Times New Roman" panose="02020603050405020304" pitchFamily="18" charset="0"/>
            </a:endParaRPr>
          </a:p>
          <a:p>
            <a:pPr algn="just"/>
            <a:r>
              <a:rPr lang="en-US">
                <a:latin typeface="Times New Roman"/>
                <a:cs typeface="Times New Roman"/>
              </a:rPr>
              <a:t>6- 00110 </a:t>
            </a:r>
            <a:endParaRPr lang="en-US">
              <a:latin typeface="Times New Roman" panose="02020603050405020304" pitchFamily="18" charset="0"/>
              <a:cs typeface="Times New Roman" panose="02020603050405020304" pitchFamily="18" charset="0"/>
            </a:endParaRPr>
          </a:p>
          <a:p>
            <a:pPr algn="just"/>
            <a:r>
              <a:rPr lang="en-US">
                <a:latin typeface="Times New Roman"/>
                <a:cs typeface="Times New Roman"/>
              </a:rPr>
              <a:t>22- 10110 </a:t>
            </a:r>
            <a:endParaRPr lang="en-US">
              <a:latin typeface="Times New Roman" panose="02020603050405020304" pitchFamily="18" charset="0"/>
              <a:cs typeface="Times New Roman" panose="02020603050405020304" pitchFamily="18" charset="0"/>
            </a:endParaRPr>
          </a:p>
          <a:p>
            <a:pPr algn="just"/>
            <a:r>
              <a:rPr lang="en-US">
                <a:latin typeface="Times New Roman"/>
                <a:cs typeface="Times New Roman"/>
              </a:rPr>
              <a:t>24- 11000 </a:t>
            </a:r>
            <a:endParaRPr lang="en-US">
              <a:latin typeface="Times New Roman" panose="02020603050405020304" pitchFamily="18" charset="0"/>
              <a:cs typeface="Times New Roman" panose="02020603050405020304" pitchFamily="18" charset="0"/>
            </a:endParaRPr>
          </a:p>
          <a:p>
            <a:pPr algn="just"/>
            <a:r>
              <a:rPr lang="en-US">
                <a:latin typeface="Times New Roman"/>
                <a:cs typeface="Times New Roman"/>
              </a:rPr>
              <a:t>10- 01010 </a:t>
            </a:r>
            <a:endParaRPr lang="en-US">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p:txBody>
      </p:sp>
      <p:sp>
        <p:nvSpPr>
          <p:cNvPr id="7" name="Rounded Rectangle 17">
            <a:extLst>
              <a:ext uri="{FF2B5EF4-FFF2-40B4-BE49-F238E27FC236}">
                <a16:creationId xmlns:a16="http://schemas.microsoft.com/office/drawing/2014/main" id="{92A57735-0B3D-C8B5-2AF6-79566D1C1263}"/>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Extendible Hashing</a:t>
            </a:r>
            <a:endParaRPr lang="en-US"/>
          </a:p>
        </p:txBody>
      </p:sp>
      <p:pic>
        <p:nvPicPr>
          <p:cNvPr id="9" name="Picture 2" descr="KL Deemed to be University Logo">
            <a:extLst>
              <a:ext uri="{FF2B5EF4-FFF2-40B4-BE49-F238E27FC236}">
                <a16:creationId xmlns:a16="http://schemas.microsoft.com/office/drawing/2014/main" id="{38293E94-9F72-ABB5-210C-0E3F531C86B5}"/>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08685" y="852583"/>
            <a:ext cx="10022840" cy="5799677"/>
          </a:xfrm>
        </p:spPr>
        <p:txBody>
          <a:bodyPr/>
          <a:lstStyle/>
          <a:p>
            <a:pPr marL="0" indent="0">
              <a:buNone/>
            </a:pPr>
            <a:r>
              <a:rPr lang="en-US" sz="2400">
                <a:latin typeface="Times New Roman" panose="02020603050405020304" pitchFamily="18" charset="0"/>
                <a:cs typeface="Times New Roman" panose="02020603050405020304" pitchFamily="18" charset="0"/>
                <a:sym typeface="+mn-ea"/>
              </a:rPr>
              <a:t>31- 11111 </a:t>
            </a:r>
            <a:endParaRPr lang="en-US" sz="2400">
              <a:latin typeface="Times New Roman" panose="02020603050405020304" pitchFamily="18" charset="0"/>
              <a:cs typeface="Times New Roman" panose="02020603050405020304" pitchFamily="18" charset="0"/>
            </a:endParaRPr>
          </a:p>
          <a:p>
            <a:pPr marL="0" indent="0">
              <a:buNone/>
            </a:pPr>
            <a:r>
              <a:rPr lang="en-US" sz="2400">
                <a:latin typeface="Times New Roman" panose="02020603050405020304" pitchFamily="18" charset="0"/>
                <a:cs typeface="Times New Roman" panose="02020603050405020304" pitchFamily="18" charset="0"/>
                <a:sym typeface="+mn-ea"/>
              </a:rPr>
              <a:t>7- 00111 </a:t>
            </a:r>
            <a:endParaRPr lang="en-US" sz="2400">
              <a:latin typeface="Times New Roman" panose="02020603050405020304" pitchFamily="18" charset="0"/>
              <a:cs typeface="Times New Roman" panose="02020603050405020304" pitchFamily="18" charset="0"/>
            </a:endParaRPr>
          </a:p>
          <a:p>
            <a:pPr marL="0" indent="0">
              <a:buNone/>
            </a:pPr>
            <a:r>
              <a:rPr lang="en-US" sz="2400">
                <a:latin typeface="Times New Roman" panose="02020603050405020304" pitchFamily="18" charset="0"/>
                <a:cs typeface="Times New Roman" panose="02020603050405020304" pitchFamily="18" charset="0"/>
                <a:sym typeface="+mn-ea"/>
              </a:rPr>
              <a:t>9- 01001 </a:t>
            </a:r>
            <a:endParaRPr lang="en-US" sz="2400">
              <a:latin typeface="Times New Roman" panose="02020603050405020304" pitchFamily="18" charset="0"/>
              <a:cs typeface="Times New Roman" panose="02020603050405020304" pitchFamily="18" charset="0"/>
            </a:endParaRPr>
          </a:p>
          <a:p>
            <a:pPr marL="0" indent="0">
              <a:buNone/>
            </a:pPr>
            <a:r>
              <a:rPr lang="en-US" sz="2400">
                <a:latin typeface="Times New Roman" panose="02020603050405020304" pitchFamily="18" charset="0"/>
                <a:cs typeface="Times New Roman" panose="02020603050405020304" pitchFamily="18" charset="0"/>
                <a:sym typeface="+mn-ea"/>
              </a:rPr>
              <a:t>20- 10100 </a:t>
            </a:r>
            <a:endParaRPr lang="en-US" sz="2400">
              <a:latin typeface="Times New Roman" panose="02020603050405020304" pitchFamily="18" charset="0"/>
              <a:cs typeface="Times New Roman" panose="02020603050405020304" pitchFamily="18" charset="0"/>
            </a:endParaRPr>
          </a:p>
          <a:p>
            <a:pPr marL="0" indent="0">
              <a:buNone/>
            </a:pPr>
            <a:r>
              <a:rPr lang="en-US" sz="2400">
                <a:latin typeface="Times New Roman" panose="02020603050405020304" pitchFamily="18" charset="0"/>
                <a:cs typeface="Times New Roman" panose="02020603050405020304" pitchFamily="18" charset="0"/>
                <a:sym typeface="+mn-ea"/>
              </a:rPr>
              <a:t>26- 11010</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sym typeface="+mn-ea"/>
              </a:rPr>
              <a:t>Initially, the global-depth and local-depth </a:t>
            </a:r>
          </a:p>
          <a:p>
            <a:pPr marL="0" indent="0">
              <a:buNone/>
            </a:pPr>
            <a:r>
              <a:rPr lang="en-US" sz="2400">
                <a:latin typeface="Times New Roman" panose="02020603050405020304" pitchFamily="18" charset="0"/>
                <a:cs typeface="Times New Roman" panose="02020603050405020304" pitchFamily="18" charset="0"/>
                <a:sym typeface="+mn-ea"/>
              </a:rPr>
              <a:t>is always 1. Thus, the hashing frame looks </a:t>
            </a:r>
          </a:p>
          <a:p>
            <a:pPr marL="0" indent="0">
              <a:buNone/>
            </a:pPr>
            <a:r>
              <a:rPr lang="en-US" sz="2400">
                <a:latin typeface="Times New Roman" panose="02020603050405020304" pitchFamily="18" charset="0"/>
                <a:cs typeface="Times New Roman" panose="02020603050405020304" pitchFamily="18" charset="0"/>
                <a:sym typeface="+mn-ea"/>
              </a:rPr>
              <a:t>like this: </a:t>
            </a:r>
            <a:endParaRPr lang="en-US" sz="2400">
              <a:latin typeface="Times New Roman" panose="02020603050405020304" pitchFamily="18" charset="0"/>
              <a:cs typeface="Times New Roman" panose="02020603050405020304" pitchFamily="18" charset="0"/>
            </a:endParaRPr>
          </a:p>
          <a:p>
            <a:pPr marL="0" indent="0">
              <a:buNone/>
            </a:pPr>
            <a:r>
              <a:rPr lang="en-US" sz="2400"/>
              <a:t>Inserting 16: </a:t>
            </a:r>
          </a:p>
          <a:p>
            <a:r>
              <a:rPr lang="en-US" sz="2400"/>
              <a:t>The binary format of 16 is 10000 and </a:t>
            </a:r>
          </a:p>
          <a:p>
            <a:pPr marL="0" indent="0">
              <a:buNone/>
            </a:pPr>
            <a:r>
              <a:rPr lang="en-US" sz="2400"/>
              <a:t>global-depth is 1. The hash function returns 1 LSB of 10000 which is 0. Hence, 16 is mapped to the directory with id=0. </a:t>
            </a:r>
          </a:p>
        </p:txBody>
      </p:sp>
      <p:pic>
        <p:nvPicPr>
          <p:cNvPr id="100" name="Content Placeholder 99"/>
          <p:cNvPicPr>
            <a:picLocks noGrp="1" noChangeAspect="1"/>
          </p:cNvPicPr>
          <p:nvPr>
            <p:ph sz="half" idx="2"/>
          </p:nvPr>
        </p:nvPicPr>
        <p:blipFill>
          <a:blip r:embed="rId2"/>
          <a:stretch>
            <a:fillRect/>
          </a:stretch>
        </p:blipFill>
        <p:spPr>
          <a:xfrm>
            <a:off x="8358330" y="695877"/>
            <a:ext cx="3295551" cy="2312670"/>
          </a:xfrm>
          <a:prstGeom prst="rect">
            <a:avLst/>
          </a:prstGeom>
          <a:noFill/>
          <a:ln w="9525">
            <a:noFill/>
          </a:ln>
        </p:spPr>
      </p:pic>
      <p:pic>
        <p:nvPicPr>
          <p:cNvPr id="101" name="Picture 100"/>
          <p:cNvPicPr/>
          <p:nvPr/>
        </p:nvPicPr>
        <p:blipFill>
          <a:blip r:embed="rId3"/>
          <a:stretch>
            <a:fillRect/>
          </a:stretch>
        </p:blipFill>
        <p:spPr>
          <a:xfrm>
            <a:off x="8325332" y="3062773"/>
            <a:ext cx="3367987" cy="2219960"/>
          </a:xfrm>
          <a:prstGeom prst="rect">
            <a:avLst/>
          </a:prstGeom>
          <a:noFill/>
          <a:ln w="9525">
            <a:noFill/>
          </a:ln>
        </p:spPr>
      </p:pic>
      <p:sp>
        <p:nvSpPr>
          <p:cNvPr id="4" name="Rounded Rectangle 17">
            <a:extLst>
              <a:ext uri="{FF2B5EF4-FFF2-40B4-BE49-F238E27FC236}">
                <a16:creationId xmlns:a16="http://schemas.microsoft.com/office/drawing/2014/main" id="{FC542AAC-0A4C-4CC0-B4CD-572B7D40046F}"/>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Extendible Hashing</a:t>
            </a:r>
            <a:endParaRPr lang="en-US"/>
          </a:p>
        </p:txBody>
      </p:sp>
      <p:pic>
        <p:nvPicPr>
          <p:cNvPr id="6" name="Picture 2" descr="KL Deemed to be University Logo">
            <a:extLst>
              <a:ext uri="{FF2B5EF4-FFF2-40B4-BE49-F238E27FC236}">
                <a16:creationId xmlns:a16="http://schemas.microsoft.com/office/drawing/2014/main" id="{D03F2966-E95C-ACBE-228C-E7AD9D3161C0}"/>
              </a:ext>
            </a:extLst>
          </p:cNvPr>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629330"/>
            <a:ext cx="10433685" cy="5786075"/>
          </a:xfrm>
        </p:spPr>
        <p:txBody>
          <a:bodyPr lIns="91440" tIns="45720" rIns="91440" bIns="45720" anchor="t"/>
          <a:lstStyle/>
          <a:p>
            <a:r>
              <a:rPr lang="en-US"/>
              <a:t>Inserting 4 and 6: </a:t>
            </a:r>
          </a:p>
          <a:p>
            <a:pPr marL="0" indent="0">
              <a:buNone/>
            </a:pPr>
            <a:r>
              <a:rPr lang="en-US"/>
              <a:t>Both 4(100) and 6(110)have 0 </a:t>
            </a:r>
          </a:p>
          <a:p>
            <a:pPr marL="0" indent="0">
              <a:buNone/>
            </a:pPr>
            <a:r>
              <a:rPr lang="en-US"/>
              <a:t>in their LSB. Hence, they are hashed </a:t>
            </a:r>
          </a:p>
          <a:p>
            <a:pPr marL="0" indent="0">
              <a:buNone/>
            </a:pPr>
            <a:r>
              <a:rPr lang="en-US"/>
              <a:t>as follows: </a:t>
            </a:r>
          </a:p>
          <a:p>
            <a:endParaRPr lang="en-US"/>
          </a:p>
          <a:p>
            <a:endParaRPr lang="en-US"/>
          </a:p>
          <a:p>
            <a:r>
              <a:rPr lang="en-US"/>
              <a:t>Inserting 22: The binary form of 22 is </a:t>
            </a:r>
          </a:p>
          <a:p>
            <a:pPr marL="0" indent="0">
              <a:buNone/>
            </a:pPr>
            <a:r>
              <a:rPr lang="en-US"/>
              <a:t>10110. Its LSB is 0. The bucket pointed </a:t>
            </a:r>
          </a:p>
          <a:p>
            <a:pPr marL="0" indent="0">
              <a:buNone/>
            </a:pPr>
            <a:r>
              <a:rPr lang="en-US"/>
              <a:t>by directory 0 is already full. Hence,</a:t>
            </a:r>
          </a:p>
          <a:p>
            <a:pPr marL="0" indent="0">
              <a:buNone/>
            </a:pPr>
            <a:r>
              <a:rPr lang="en-US"/>
              <a:t>overflow occurs. </a:t>
            </a:r>
            <a:endParaRPr lang="en-US">
              <a:cs typeface="Calibri"/>
            </a:endParaRPr>
          </a:p>
          <a:p>
            <a:pPr marL="0" indent="0">
              <a:buNone/>
            </a:pPr>
            <a:endParaRPr lang="en-US"/>
          </a:p>
        </p:txBody>
      </p:sp>
      <p:pic>
        <p:nvPicPr>
          <p:cNvPr id="102" name="Content Placeholder 101"/>
          <p:cNvPicPr>
            <a:picLocks noGrp="1" noChangeAspect="1"/>
          </p:cNvPicPr>
          <p:nvPr>
            <p:ph sz="half" idx="2"/>
          </p:nvPr>
        </p:nvPicPr>
        <p:blipFill>
          <a:blip r:embed="rId2"/>
          <a:stretch>
            <a:fillRect/>
          </a:stretch>
        </p:blipFill>
        <p:spPr>
          <a:xfrm>
            <a:off x="7036259" y="626837"/>
            <a:ext cx="4731385" cy="1943735"/>
          </a:xfrm>
          <a:prstGeom prst="rect">
            <a:avLst/>
          </a:prstGeom>
          <a:noFill/>
          <a:ln w="9525">
            <a:noFill/>
          </a:ln>
        </p:spPr>
      </p:pic>
      <p:pic>
        <p:nvPicPr>
          <p:cNvPr id="103" name="Picture 102"/>
          <p:cNvPicPr/>
          <p:nvPr/>
        </p:nvPicPr>
        <p:blipFill>
          <a:blip r:embed="rId3"/>
          <a:stretch>
            <a:fillRect/>
          </a:stretch>
        </p:blipFill>
        <p:spPr>
          <a:xfrm>
            <a:off x="7118916" y="2841434"/>
            <a:ext cx="5019675" cy="2627630"/>
          </a:xfrm>
          <a:prstGeom prst="rect">
            <a:avLst/>
          </a:prstGeom>
          <a:noFill/>
          <a:ln w="9525">
            <a:noFill/>
          </a:ln>
        </p:spPr>
      </p:pic>
      <p:sp>
        <p:nvSpPr>
          <p:cNvPr id="4" name="Rounded Rectangle 17">
            <a:extLst>
              <a:ext uri="{FF2B5EF4-FFF2-40B4-BE49-F238E27FC236}">
                <a16:creationId xmlns:a16="http://schemas.microsoft.com/office/drawing/2014/main" id="{A90DD1D4-C1DF-89B9-B5AD-6EFBC66C324D}"/>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Extendible Hashing</a:t>
            </a:r>
            <a:endParaRPr lang="en-US"/>
          </a:p>
        </p:txBody>
      </p:sp>
      <p:pic>
        <p:nvPicPr>
          <p:cNvPr id="6" name="Picture 2" descr="KL Deemed to be University Logo">
            <a:extLst>
              <a:ext uri="{FF2B5EF4-FFF2-40B4-BE49-F238E27FC236}">
                <a16:creationId xmlns:a16="http://schemas.microsoft.com/office/drawing/2014/main" id="{4FAF861A-4B9B-BEEA-F03A-42E21EC80F23}"/>
              </a:ext>
            </a:extLst>
          </p:cNvPr>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1214120" y="668655"/>
            <a:ext cx="10652125" cy="5410835"/>
          </a:xfrm>
          <a:prstGeom prst="rect">
            <a:avLst/>
          </a:prstGeom>
          <a:noFill/>
        </p:spPr>
        <p:txBody>
          <a:bodyPr wrap="square" lIns="91440" tIns="45720" rIns="91440" bIns="45720" rtlCol="0" anchor="t">
            <a:noAutofit/>
          </a:bodyPr>
          <a:lstStyle/>
          <a:p>
            <a:pPr algn="just"/>
            <a:r>
              <a:rPr lang="en-US" sz="2400">
                <a:latin typeface="Times New Roman"/>
                <a:cs typeface="Times New Roman"/>
              </a:rPr>
              <a:t>Since Local Depth = Global Depth, the bucket splits and directory expansion takes place. Also, rehashing of numbers present in the overflowing bucket takes place after the split. And, since the global depth is incremented by 1, </a:t>
            </a:r>
            <a:r>
              <a:rPr lang="en-US" sz="2400" err="1">
                <a:latin typeface="Times New Roman"/>
                <a:cs typeface="Times New Roman"/>
              </a:rPr>
              <a:t>now,the</a:t>
            </a:r>
            <a:r>
              <a:rPr lang="en-US" sz="2400">
                <a:latin typeface="Times New Roman"/>
                <a:cs typeface="Times New Roman"/>
              </a:rPr>
              <a:t> global depth is 2. Hence, 16,4,6,22 are now rehashed w.r.t 2 LSBs.  </a:t>
            </a:r>
            <a:endParaRPr lang="en-US">
              <a:latin typeface="Calibri"/>
              <a:cs typeface="Calibri"/>
            </a:endParaRPr>
          </a:p>
          <a:p>
            <a:pPr algn="just"/>
            <a:r>
              <a:rPr lang="en-US" sz="2400">
                <a:latin typeface="Times New Roman"/>
                <a:cs typeface="Times New Roman"/>
              </a:rPr>
              <a:t>[ 16(10000),4(100),6(110),22(10110) ] </a:t>
            </a:r>
            <a:endParaRPr lang="en-US">
              <a:cs typeface="Calibri"/>
            </a:endParaRPr>
          </a:p>
          <a:p>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p:nvPr>
        </p:nvPicPr>
        <p:blipFill>
          <a:blip r:embed="rId2"/>
          <a:stretch>
            <a:fillRect/>
          </a:stretch>
        </p:blipFill>
        <p:spPr>
          <a:xfrm>
            <a:off x="6447155" y="2730500"/>
            <a:ext cx="4673600" cy="3632200"/>
          </a:xfrm>
          <a:prstGeom prst="rect">
            <a:avLst/>
          </a:prstGeom>
        </p:spPr>
      </p:pic>
      <p:sp>
        <p:nvSpPr>
          <p:cNvPr id="3" name="Rounded Rectangle 17">
            <a:extLst>
              <a:ext uri="{FF2B5EF4-FFF2-40B4-BE49-F238E27FC236}">
                <a16:creationId xmlns:a16="http://schemas.microsoft.com/office/drawing/2014/main" id="{26CA4C3B-03CD-56A0-3515-C58848D8C92D}"/>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Extendible Hashing</a:t>
            </a:r>
            <a:endParaRPr lang="en-US"/>
          </a:p>
        </p:txBody>
      </p:sp>
      <p:pic>
        <p:nvPicPr>
          <p:cNvPr id="6" name="Picture 2" descr="KL Deemed to be University Logo">
            <a:extLst>
              <a:ext uri="{FF2B5EF4-FFF2-40B4-BE49-F238E27FC236}">
                <a16:creationId xmlns:a16="http://schemas.microsoft.com/office/drawing/2014/main" id="{947A23E5-FBEE-E1EA-5BD2-A80CE40632A1}"/>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365125" y="941070"/>
            <a:ext cx="12192000" cy="6042660"/>
          </a:xfrm>
          <a:prstGeom prst="rect">
            <a:avLst/>
          </a:prstGeom>
          <a:noFill/>
        </p:spPr>
        <p:txBody>
          <a:bodyPr wrap="square" rtlCol="0">
            <a:noAutofit/>
          </a:bodyPr>
          <a:lstStyle/>
          <a:p>
            <a:r>
              <a:rPr lang="en-IN" sz="2400" b="1">
                <a:latin typeface="Times New Roman" panose="02020603050405020304" pitchFamily="18" charset="0"/>
                <a:cs typeface="Times New Roman" panose="02020603050405020304" pitchFamily="18" charset="0"/>
              </a:rPr>
              <a:t>Advantages of </a:t>
            </a:r>
            <a:r>
              <a:rPr lang="en-US" altLang="en-IN" sz="2400" b="1">
                <a:latin typeface="Times New Roman" panose="02020603050405020304" pitchFamily="18" charset="0"/>
                <a:cs typeface="Times New Roman" panose="02020603050405020304" pitchFamily="18" charset="0"/>
              </a:rPr>
              <a:t>Double hashing</a:t>
            </a:r>
            <a:endParaRPr lang="en-IN" sz="2400" b="1">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It can reduce clustering by using a second hash function to determine the next probe location. </a:t>
            </a: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It can handle a larger number of collisions than linear probing.</a:t>
            </a:r>
          </a:p>
          <a:p>
            <a:pPr indent="0">
              <a:buFont typeface="Arial" panose="020B0604020202020204" pitchFamily="34" charset="0"/>
              <a:buNone/>
            </a:pPr>
            <a:r>
              <a:rPr lang="en-IN" sz="2400" b="1">
                <a:latin typeface="Times New Roman" panose="02020603050405020304" pitchFamily="18" charset="0"/>
                <a:cs typeface="Times New Roman" panose="02020603050405020304" pitchFamily="18" charset="0"/>
              </a:rPr>
              <a:t>Disadvantages of </a:t>
            </a:r>
            <a:r>
              <a:rPr lang="en-US" altLang="en-IN" sz="2400" b="1">
                <a:latin typeface="Times New Roman" panose="02020603050405020304" pitchFamily="18" charset="0"/>
                <a:cs typeface="Times New Roman" panose="02020603050405020304" pitchFamily="18" charset="0"/>
                <a:sym typeface="+mn-ea"/>
              </a:rPr>
              <a:t>Double hashing</a:t>
            </a:r>
            <a:endParaRPr lang="en-IN" sz="2400" b="1">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 It can be more complex to implement and understand than linear or quadratic probing</a:t>
            </a:r>
            <a:endParaRPr lang="en-IN" sz="240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en-IN" sz="2400" b="1">
                <a:latin typeface="Times New Roman" panose="02020603050405020304" pitchFamily="18" charset="0"/>
                <a:cs typeface="Times New Roman" panose="02020603050405020304" pitchFamily="18" charset="0"/>
              </a:rPr>
              <a:t>Advantages of Rehashing</a:t>
            </a:r>
            <a:endParaRPr lang="en-IN"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Handling collisions: As mentioned above, rehashing is primarily used to handle collisions in hash tables. ...</a:t>
            </a: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Improving performance: Rehashing can also be used to improve the performance of hash </a:t>
            </a:r>
          </a:p>
          <a:p>
            <a:pPr indent="0">
              <a:buFont typeface="Arial" panose="020B0604020202020204" pitchFamily="34" charset="0"/>
              <a:buNone/>
            </a:pPr>
            <a:r>
              <a:rPr lang="en-IN" sz="2400">
                <a:latin typeface="Times New Roman" panose="02020603050405020304" pitchFamily="18" charset="0"/>
                <a:cs typeface="Times New Roman" panose="02020603050405020304" pitchFamily="18" charset="0"/>
              </a:rPr>
              <a:t>tables</a:t>
            </a:r>
          </a:p>
          <a:p>
            <a:pPr indent="0">
              <a:buFont typeface="Arial" panose="020B0604020202020204" pitchFamily="34" charset="0"/>
              <a:buNone/>
            </a:pPr>
            <a:r>
              <a:rPr lang="en-US" altLang="en-IN" sz="2400" b="1">
                <a:latin typeface="Times New Roman" panose="02020603050405020304" pitchFamily="18" charset="0"/>
                <a:cs typeface="Times New Roman" panose="02020603050405020304" pitchFamily="18" charset="0"/>
              </a:rPr>
              <a:t>Advantages of Extendible Hashing</a:t>
            </a:r>
          </a:p>
          <a:p>
            <a:pPr marL="342900" indent="-342900">
              <a:buFont typeface="Arial" panose="020B0604020202020204" pitchFamily="34" charset="0"/>
              <a:buChar char="•"/>
            </a:pPr>
            <a:r>
              <a:rPr lang="en-US" altLang="en-IN" sz="2400">
                <a:latin typeface="Times New Roman" panose="02020603050405020304" pitchFamily="18" charset="0"/>
                <a:cs typeface="Times New Roman" panose="02020603050405020304" pitchFamily="18" charset="0"/>
              </a:rPr>
              <a:t>Data retrieval is less expensive (in terms of computing).</a:t>
            </a:r>
          </a:p>
          <a:p>
            <a:pPr marL="342900" indent="-342900">
              <a:buFont typeface="Arial" panose="020B0604020202020204" pitchFamily="34" charset="0"/>
              <a:buChar char="•"/>
            </a:pPr>
            <a:r>
              <a:rPr lang="en-US" altLang="en-IN" sz="2400">
                <a:latin typeface="Times New Roman" panose="02020603050405020304" pitchFamily="18" charset="0"/>
                <a:cs typeface="Times New Roman" panose="02020603050405020304" pitchFamily="18" charset="0"/>
              </a:rPr>
              <a:t>Very flexible in choosing size of bucket and alllows storage on disks/remote memory access</a:t>
            </a:r>
            <a:r>
              <a:rPr lang="en-IN" sz="2400">
                <a:latin typeface="Times New Roman" panose="02020603050405020304" pitchFamily="18" charset="0"/>
                <a:cs typeface="Times New Roman" panose="02020603050405020304" pitchFamily="18" charset="0"/>
              </a:rPr>
              <a:t>. </a:t>
            </a:r>
          </a:p>
          <a:p>
            <a:pPr indent="0">
              <a:buFont typeface="Arial" panose="020B0604020202020204" pitchFamily="34" charset="0"/>
              <a:buNone/>
            </a:pPr>
            <a:r>
              <a:rPr lang="en-US" altLang="en-IN" sz="2400" b="1">
                <a:latin typeface="Times New Roman" panose="02020603050405020304" pitchFamily="18" charset="0"/>
                <a:cs typeface="Times New Roman" panose="02020603050405020304" pitchFamily="18" charset="0"/>
              </a:rPr>
              <a:t>Disadvantages of Extendible Hashing</a:t>
            </a:r>
          </a:p>
          <a:p>
            <a:pPr marL="342900" indent="-342900">
              <a:buFont typeface="Arial" panose="020B0604020202020204" pitchFamily="34" charset="0"/>
              <a:buChar char="•"/>
            </a:pPr>
            <a:r>
              <a:rPr lang="en-US" altLang="en-IN" sz="2400">
                <a:latin typeface="Times New Roman" panose="02020603050405020304" pitchFamily="18" charset="0"/>
                <a:cs typeface="Times New Roman" panose="02020603050405020304" pitchFamily="18" charset="0"/>
              </a:rPr>
              <a:t>Increased algorithm complexity</a:t>
            </a:r>
          </a:p>
          <a:p>
            <a:pPr marL="342900" indent="-342900">
              <a:buFont typeface="Arial" panose="020B0604020202020204" pitchFamily="34" charset="0"/>
              <a:buChar char="•"/>
            </a:pPr>
            <a:r>
              <a:rPr lang="en-US" altLang="en-IN" sz="2400">
                <a:latin typeface="Times New Roman" panose="02020603050405020304" pitchFamily="18" charset="0"/>
                <a:cs typeface="Times New Roman" panose="02020603050405020304" pitchFamily="18" charset="0"/>
              </a:rPr>
              <a:t>Extra memory overhead to store index inside the bucket.</a:t>
            </a:r>
            <a:endParaRPr lang="en-IN" sz="2400" b="1">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IN" sz="240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6" name="Picture 5" descr="A diagram of numbers and lines&#10;&#10;Description automatically generated">
            <a:extLst>
              <a:ext uri="{FF2B5EF4-FFF2-40B4-BE49-F238E27FC236}">
                <a16:creationId xmlns:a16="http://schemas.microsoft.com/office/drawing/2014/main" id="{02843B0A-9FF5-A452-1473-559E9C0167BB}"/>
              </a:ext>
            </a:extLst>
          </p:cNvPr>
          <p:cNvPicPr>
            <a:picLocks noChangeAspect="1"/>
          </p:cNvPicPr>
          <p:nvPr/>
        </p:nvPicPr>
        <p:blipFill>
          <a:blip r:embed="rId3"/>
          <a:stretch>
            <a:fillRect/>
          </a:stretch>
        </p:blipFill>
        <p:spPr>
          <a:xfrm>
            <a:off x="2037654" y="4035994"/>
            <a:ext cx="5931111" cy="2265547"/>
          </a:xfrm>
          <a:prstGeom prst="rect">
            <a:avLst/>
          </a:prstGeom>
        </p:spPr>
      </p:pic>
      <p:sp>
        <p:nvSpPr>
          <p:cNvPr id="11" name="Content Placeholder 10">
            <a:extLst>
              <a:ext uri="{FF2B5EF4-FFF2-40B4-BE49-F238E27FC236}">
                <a16:creationId xmlns:a16="http://schemas.microsoft.com/office/drawing/2014/main" id="{2675F22E-35E8-840C-4D12-0C85D58BBE51}"/>
              </a:ext>
            </a:extLst>
          </p:cNvPr>
          <p:cNvSpPr>
            <a:spLocks noGrp="1"/>
          </p:cNvSpPr>
          <p:nvPr>
            <p:ph/>
          </p:nvPr>
        </p:nvSpPr>
        <p:spPr>
          <a:xfrm>
            <a:off x="838200" y="971052"/>
            <a:ext cx="10515600" cy="5205911"/>
          </a:xfrm>
        </p:spPr>
        <p:txBody>
          <a:bodyPr lIns="91440" tIns="45720" rIns="91440" bIns="45720" anchor="t"/>
          <a:lstStyle/>
          <a:p>
            <a:pPr algn="just"/>
            <a:r>
              <a:rPr lang="en-US" sz="2400">
                <a:latin typeface="Times New Roman"/>
                <a:cs typeface="Times New Roman"/>
              </a:rPr>
              <a:t>Consider an extendible hashing structure that, each bucket can hold up to 2 records. Is initially empty (only one empty bucket). Consider the result after inserting keys 8, 16, 4, 3, 11, 12 in order, using the lowest bits for the hash function. That is records in a bucket of local depth d agree on their rightmost d bits. For example, key 4 (0100) and key 12(1100) agree on their rightmost 3 bits (100). What is the global depth of the resulting directory? Now insert key 18. What is the local depth of the bucket that contains key 18?</a:t>
            </a:r>
            <a:endParaRPr lang="en-US">
              <a:latin typeface="Calibri"/>
              <a:cs typeface="Calibri"/>
            </a:endParaRPr>
          </a:p>
          <a:p>
            <a:pPr marL="0" indent="0">
              <a:buNone/>
            </a:pPr>
            <a:endParaRPr lang="en-US" sz="2400">
              <a:latin typeface="Times New Roman"/>
              <a:cs typeface="Times New Roman"/>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0235" y="1108075"/>
            <a:ext cx="10515600" cy="4989830"/>
          </a:xfrm>
        </p:spPr>
        <p:txBody>
          <a:bodyPr/>
          <a:lstStyle/>
          <a:p>
            <a:pPr indent="0">
              <a:buFont typeface="Arial" panose="020B0604020202020204" pitchFamily="34" charset="0"/>
              <a:buNone/>
            </a:pPr>
            <a:r>
              <a:rPr lang="en-IN" sz="2400" b="1">
                <a:latin typeface="Times New Roman" panose="02020603050405020304" pitchFamily="18" charset="0"/>
                <a:cs typeface="Times New Roman" panose="02020603050405020304" pitchFamily="18" charset="0"/>
                <a:sym typeface="+mn-ea"/>
              </a:rPr>
              <a:t>Applications</a:t>
            </a:r>
            <a:r>
              <a:rPr lang="en-US" altLang="en-IN" sz="2400" b="1">
                <a:latin typeface="Times New Roman" panose="02020603050405020304" pitchFamily="18" charset="0"/>
                <a:cs typeface="Times New Roman" panose="02020603050405020304" pitchFamily="18" charset="0"/>
                <a:sym typeface="+mn-ea"/>
              </a:rPr>
              <a:t> of rehashing </a:t>
            </a:r>
            <a:r>
              <a:rPr lang="en-IN" sz="2400" b="1">
                <a:latin typeface="Times New Roman" panose="02020603050405020304" pitchFamily="18" charset="0"/>
                <a:cs typeface="Times New Roman" panose="02020603050405020304" pitchFamily="18" charset="0"/>
                <a:sym typeface="+mn-ea"/>
              </a:rPr>
              <a:t>in real life</a:t>
            </a:r>
            <a:endParaRPr lang="en-IN" sz="2400" b="1">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Password Verification</a:t>
            </a:r>
            <a:endParaRPr lang="en-IN"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Data Structures</a:t>
            </a:r>
            <a:endParaRPr lang="en-IN"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File System</a:t>
            </a:r>
            <a:r>
              <a:rPr lang="en-US" altLang="en-IN" sz="2400">
                <a:latin typeface="Times New Roman" panose="02020603050405020304" pitchFamily="18" charset="0"/>
                <a:cs typeface="Times New Roman" panose="02020603050405020304" pitchFamily="18" charset="0"/>
                <a:sym typeface="+mn-ea"/>
              </a:rPr>
              <a:t>.</a:t>
            </a:r>
            <a:endParaRPr lang="en-IN" sz="2400">
              <a:latin typeface="Times New Roman" panose="02020603050405020304" pitchFamily="18" charset="0"/>
              <a:cs typeface="Times New Roman" panose="02020603050405020304" pitchFamily="18" charset="0"/>
            </a:endParaRPr>
          </a:p>
          <a:p>
            <a:pPr marL="0" indent="0">
              <a:buNone/>
            </a:pPr>
            <a:r>
              <a:rPr lang="en-US" sz="2400" b="1">
                <a:latin typeface="Times New Roman" panose="02020603050405020304" pitchFamily="18" charset="0"/>
                <a:cs typeface="Times New Roman" panose="02020603050405020304" pitchFamily="18" charset="0"/>
              </a:rPr>
              <a:t>Applications of Extendible Hashing</a:t>
            </a:r>
          </a:p>
          <a:p>
            <a:r>
              <a:rPr lang="en-US" sz="2400">
                <a:latin typeface="Times New Roman" panose="02020603050405020304" pitchFamily="18" charset="0"/>
                <a:cs typeface="Times New Roman" panose="02020603050405020304" pitchFamily="18" charset="0"/>
              </a:rPr>
              <a:t>All modern file systems use extendible hashing.</a:t>
            </a:r>
          </a:p>
          <a:p>
            <a:pPr marL="0" indent="0">
              <a:buNone/>
            </a:pPr>
            <a:r>
              <a:rPr lang="en-US" sz="2400" b="1">
                <a:latin typeface="Times New Roman" panose="02020603050405020304" pitchFamily="18" charset="0"/>
                <a:cs typeface="Times New Roman" panose="02020603050405020304" pitchFamily="18" charset="0"/>
              </a:rPr>
              <a:t>Applications of Double Hashing</a:t>
            </a:r>
          </a:p>
          <a:p>
            <a:r>
              <a:rPr lang="en-US" sz="2400">
                <a:latin typeface="Times New Roman" panose="02020603050405020304" pitchFamily="18" charset="0"/>
                <a:cs typeface="Times New Roman" panose="02020603050405020304" pitchFamily="18" charset="0"/>
              </a:rPr>
              <a:t>To prevent the collision of two keys ,the idea of Double Hashing is used. In case any collision occurs when we just use traditional hash code evaluating function, another hash code is generated by some other function and both the hash codes are used to find a free space by probing through array elements.</a:t>
            </a:r>
          </a:p>
          <a:p>
            <a:endParaRPr lang="en-US" sz="2400">
              <a:latin typeface="Times New Roman" panose="02020603050405020304" pitchFamily="18" charset="0"/>
              <a:cs typeface="Times New Roman" panose="02020603050405020304" pitchFamily="18" charset="0"/>
            </a:endParaRPr>
          </a:p>
        </p:txBody>
      </p:sp>
      <p:sp>
        <p:nvSpPr>
          <p:cNvPr id="4" name="Rounded Rectangle 17"/>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IMPORTANT FACTS RELATED TO THE SESSION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4892675"/>
          </a:xfrm>
          <a:prstGeom prst="rect">
            <a:avLst/>
          </a:prstGeom>
          <a:noFill/>
        </p:spPr>
        <p:txBody>
          <a:bodyPr wrap="square" rtlCol="0">
            <a:spAutoFit/>
          </a:bodyPr>
          <a:lstStyle/>
          <a:p>
            <a:pPr algn="just">
              <a:buFont typeface="Wingdings" panose="05000000000000000000" pitchFamily="2" charset="2"/>
              <a:buChar char="Ø"/>
            </a:pPr>
            <a:r>
              <a:rPr lang="en-IN" sz="2400" b="1">
                <a:latin typeface="Times New Roman" panose="02020603050405020304" pitchFamily="18" charset="0"/>
                <a:cs typeface="Times New Roman" panose="02020603050405020304" pitchFamily="18" charset="0"/>
                <a:sym typeface="+mn-ea"/>
              </a:rPr>
              <a:t>Double hashing</a:t>
            </a:r>
            <a:r>
              <a:rPr lang="en-US" altLang="en-IN" sz="2400">
                <a:latin typeface="Times New Roman" panose="02020603050405020304" pitchFamily="18" charset="0"/>
                <a:cs typeface="Times New Roman" panose="02020603050405020304" pitchFamily="18" charset="0"/>
                <a:sym typeface="+mn-ea"/>
              </a:rPr>
              <a:t>:</a:t>
            </a:r>
            <a:r>
              <a:rPr lang="en-IN" sz="2400">
                <a:latin typeface="Times New Roman" panose="02020603050405020304" pitchFamily="18" charset="0"/>
                <a:cs typeface="Times New Roman" panose="02020603050405020304" pitchFamily="18" charset="0"/>
                <a:sym typeface="+mn-ea"/>
              </a:rPr>
              <a:t>It is a technique in which two hash function are used when there is an occurrence of collision.</a:t>
            </a:r>
            <a:endParaRPr lang="en-IN"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sym typeface="+mn-ea"/>
              </a:rPr>
              <a:t>The hash functions for this technique are:</a:t>
            </a:r>
            <a:endParaRPr lang="en-IN" sz="2400">
              <a:latin typeface="Times New Roman" panose="02020603050405020304" pitchFamily="18" charset="0"/>
              <a:cs typeface="Times New Roman" panose="02020603050405020304" pitchFamily="18" charset="0"/>
            </a:endParaRPr>
          </a:p>
          <a:p>
            <a:pPr indent="0" algn="just">
              <a:buFont typeface="Wingdings" panose="05000000000000000000" pitchFamily="2" charset="2"/>
              <a:buNone/>
            </a:pPr>
            <a:r>
              <a:rPr lang="en-IN" sz="2400">
                <a:latin typeface="Times New Roman" panose="02020603050405020304" pitchFamily="18" charset="0"/>
                <a:cs typeface="Times New Roman" panose="02020603050405020304" pitchFamily="18" charset="0"/>
                <a:sym typeface="+mn-ea"/>
              </a:rPr>
              <a:t>       H1(key)= (key % table size + i * H2(key))% table size</a:t>
            </a:r>
            <a:endParaRPr lang="en-IN" sz="2400">
              <a:latin typeface="Times New Roman" panose="02020603050405020304" pitchFamily="18" charset="0"/>
              <a:cs typeface="Times New Roman" panose="02020603050405020304" pitchFamily="18" charset="0"/>
            </a:endParaRPr>
          </a:p>
          <a:p>
            <a:pPr indent="0" algn="just">
              <a:buFont typeface="Wingdings" panose="05000000000000000000" pitchFamily="2" charset="2"/>
              <a:buNone/>
            </a:pPr>
            <a:r>
              <a:rPr lang="en-IN" sz="2400">
                <a:latin typeface="Times New Roman" panose="02020603050405020304" pitchFamily="18" charset="0"/>
                <a:cs typeface="Times New Roman" panose="02020603050405020304" pitchFamily="18" charset="0"/>
                <a:sym typeface="+mn-ea"/>
              </a:rPr>
              <a:t>                               Whereas H2(key)=P-(key mod P); i=0,1..&lt;size</a:t>
            </a:r>
            <a:endParaRPr lang="en-IN" sz="2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sym typeface="+mn-ea"/>
              </a:rPr>
              <a:t>Rehashing </a:t>
            </a:r>
            <a:r>
              <a:rPr lang="en-US" sz="2400">
                <a:latin typeface="Times New Roman" panose="02020603050405020304" pitchFamily="18" charset="0"/>
                <a:cs typeface="Times New Roman" panose="02020603050405020304" pitchFamily="18" charset="0"/>
                <a:sym typeface="+mn-ea"/>
              </a:rPr>
              <a:t>is the process of increasing the size of a hashmap and redistributing the elements to new buckets based on their new hash values. It is done to improve the performance of the hashmap and to prevent collisions caused by a high load factor.</a:t>
            </a:r>
            <a:endParaRPr lang="en-US" sz="2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sym typeface="+mn-ea"/>
              </a:rPr>
              <a:t>Extendible Hashing</a:t>
            </a:r>
            <a:r>
              <a:rPr lang="en-US" sz="2400">
                <a:latin typeface="Times New Roman" panose="02020603050405020304" pitchFamily="18" charset="0"/>
                <a:cs typeface="Times New Roman" panose="02020603050405020304" pitchFamily="18" charset="0"/>
                <a:sym typeface="+mn-ea"/>
              </a:rPr>
              <a:t> is a dynamic hashing method wherein directories, and buckets are used to hash data. It is an aggressively flexible method in which the hash function also experiences dynamic changes. </a:t>
            </a:r>
          </a:p>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sym typeface="+mn-ea"/>
              </a:rPr>
              <a:t>Number of Directories = 2^Global Depth.</a:t>
            </a:r>
            <a:endParaRPr lang="en-US" sz="240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IN" sz="2400"/>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SELF-ASSESSMENT QUESTIONS</a:t>
            </a:r>
          </a:p>
        </p:txBody>
      </p:sp>
      <p:sp>
        <p:nvSpPr>
          <p:cNvPr id="13" name="Google Shape;502;p17"/>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altLang="en-IN" sz="2400">
                <a:sym typeface="+mn-ea"/>
              </a:rPr>
              <a:t>2.</a:t>
            </a:r>
            <a:r>
              <a:rPr lang="en-IN" sz="2400">
                <a:sym typeface="+mn-ea"/>
              </a:rPr>
              <a:t> Double hashing is one of the best methods available for open addressing</a:t>
            </a:r>
            <a:br>
              <a:rPr lang="en-IN" sz="2400"/>
            </a:br>
            <a:endParaRPr lang="en-IN" sz="2400"/>
          </a:p>
        </p:txBody>
      </p:sp>
      <p:sp>
        <p:nvSpPr>
          <p:cNvPr id="14" name="Rounded Rectangle 17"/>
          <p:cNvSpPr/>
          <p:nvPr/>
        </p:nvSpPr>
        <p:spPr>
          <a:xfrm>
            <a:off x="1211580" y="5068570"/>
            <a:ext cx="8292465" cy="93980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a:p>
            <a:r>
              <a:rPr lang="en-IN"/>
              <a:t>a) True</a:t>
            </a:r>
          </a:p>
          <a:p>
            <a:r>
              <a:rPr lang="en-IN"/>
              <a:t>b) Falseny point</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Google Shape;502;p17"/>
          <p:cNvSpPr/>
          <p:nvPr/>
        </p:nvSpPr>
        <p:spPr>
          <a:xfrm>
            <a:off x="1009895" y="89426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altLang="en-IN" sz="2400">
                <a:sym typeface="+mn-ea"/>
              </a:rPr>
              <a:t>1.</a:t>
            </a:r>
            <a:r>
              <a:rPr lang="en-IN" sz="2400">
                <a:sym typeface="+mn-ea"/>
              </a:rPr>
              <a:t> </a:t>
            </a:r>
            <a:r>
              <a:rPr lang="en-US" sz="2400">
                <a:sym typeface="+mn-ea"/>
              </a:rPr>
              <a:t>What is the hash function used in Double Hashing?</a:t>
            </a:r>
            <a:endParaRPr lang="en-IN" sz="2400"/>
          </a:p>
        </p:txBody>
      </p:sp>
      <p:sp>
        <p:nvSpPr>
          <p:cNvPr id="5" name="Rounded Rectangle 17"/>
          <p:cNvSpPr/>
          <p:nvPr/>
        </p:nvSpPr>
        <p:spPr>
          <a:xfrm>
            <a:off x="1376680" y="1744345"/>
            <a:ext cx="7791450" cy="168465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a:p>
            <a:r>
              <a:rPr lang="en-US">
                <a:sym typeface="+mn-ea"/>
              </a:rPr>
              <a:t>a) (h1(k) – i*h2(k))mod m</a:t>
            </a:r>
            <a:endParaRPr lang="en-US"/>
          </a:p>
          <a:p>
            <a:r>
              <a:rPr lang="en-US">
                <a:sym typeface="+mn-ea"/>
              </a:rPr>
              <a:t>b) h1(k) + h2(k)</a:t>
            </a:r>
            <a:endParaRPr lang="en-US"/>
          </a:p>
          <a:p>
            <a:r>
              <a:rPr lang="en-US">
                <a:sym typeface="+mn-ea"/>
              </a:rPr>
              <a:t>c) (h1(k) + i*h2(k))mod m</a:t>
            </a:r>
            <a:endParaRPr lang="en-US"/>
          </a:p>
          <a:p>
            <a:r>
              <a:rPr lang="en-US">
                <a:sym typeface="+mn-ea"/>
              </a:rPr>
              <a:t>d) (h1(k) + h2(k))mod m</a:t>
            </a:r>
            <a:endParaRPr lang="en-IN"/>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P spid="14" grpId="0" bldLvl="0" animBg="1"/>
      <p:bldP spid="3" grpId="0" bldLvl="0" animBg="1"/>
      <p:bldP spid="5"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TERMINAL QUESTIONS</a:t>
            </a:r>
          </a:p>
        </p:txBody>
      </p:sp>
      <p:sp>
        <p:nvSpPr>
          <p:cNvPr id="9" name="TextBox 8"/>
          <p:cNvSpPr txBox="1"/>
          <p:nvPr/>
        </p:nvSpPr>
        <p:spPr>
          <a:xfrm>
            <a:off x="605155" y="1167765"/>
            <a:ext cx="10814050" cy="2230739"/>
          </a:xfrm>
          <a:prstGeom prst="rect">
            <a:avLst/>
          </a:prstGeom>
          <a:noFill/>
        </p:spPr>
        <p:txBody>
          <a:bodyPr wrap="square" lIns="91440" tIns="45720" rIns="91440" bIns="45720" rtlCol="0" anchor="t">
            <a:spAutoFit/>
          </a:bodyPr>
          <a:lstStyle/>
          <a:p>
            <a:pPr>
              <a:lnSpc>
                <a:spcPct val="200000"/>
              </a:lnSpc>
            </a:pPr>
            <a:r>
              <a:rPr lang="en-US" b="1"/>
              <a:t>1. What is Load factor?</a:t>
            </a:r>
          </a:p>
          <a:p>
            <a:pPr>
              <a:lnSpc>
                <a:spcPct val="200000"/>
              </a:lnSpc>
            </a:pPr>
            <a:r>
              <a:rPr lang="en-US" b="1"/>
              <a:t>2. When is rehashing  done?</a:t>
            </a:r>
            <a:endParaRPr lang="en-US" b="1">
              <a:cs typeface="Calibri"/>
            </a:endParaRPr>
          </a:p>
          <a:p>
            <a:pPr>
              <a:lnSpc>
                <a:spcPct val="200000"/>
              </a:lnSpc>
            </a:pPr>
            <a:r>
              <a:rPr lang="en-US" b="1"/>
              <a:t>3. What is local depth, global depth?</a:t>
            </a:r>
            <a:endParaRPr lang="en-US" b="1">
              <a:cs typeface="Calibri"/>
            </a:endParaRPr>
          </a:p>
          <a:p>
            <a:pPr>
              <a:lnSpc>
                <a:spcPct val="200000"/>
              </a:lnSpc>
            </a:pPr>
            <a:endParaRPr lang="en-US" b="1"/>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REFERENCES FOR FURTHER LEARNING OF THE SESSION</a:t>
            </a:r>
            <a:endParaRPr lang="en-US" sz="240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3388107"/>
          </a:xfrm>
          <a:prstGeom prst="rect">
            <a:avLst/>
          </a:prstGeom>
          <a:noFill/>
        </p:spPr>
        <p:txBody>
          <a:bodyPr wrap="square" lIns="91440" tIns="45720" rIns="91440" bIns="45720" rtlCol="0" anchor="t">
            <a:spAutoFit/>
          </a:bodyPr>
          <a:lstStyle/>
          <a:p>
            <a:pPr algn="just">
              <a:lnSpc>
                <a:spcPct val="150000"/>
              </a:lnSpc>
            </a:pPr>
            <a:r>
              <a:rPr lang="en-US" sz="2400" b="1" dirty="0">
                <a:latin typeface="Times New Roman"/>
                <a:cs typeface="Times New Roman"/>
              </a:rPr>
              <a:t>Reference Books</a:t>
            </a:r>
            <a:endParaRPr lang="en-US" sz="2400" dirty="0">
              <a:latin typeface="Times New Roman"/>
              <a:cs typeface="Times New Roman"/>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Data Structures and Algorithm Analysis in PYTHON, 2010, Mark Allen Weiss, Second Edition, Pearson Education.</a:t>
            </a:r>
            <a:endParaRPr lang="en-IN" sz="1800" dirty="0">
              <a:effectLst/>
              <a:latin typeface="Times New Roman" panose="02020603050405020304" pitchFamily="18" charset="0"/>
              <a:ea typeface="Times New Roman" panose="02020603050405020304" pitchFamily="18" charset="0"/>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Data Structures and Algorithms, </a:t>
            </a:r>
            <a:r>
              <a:rPr lang="en-US" sz="1800" dirty="0" err="1">
                <a:effectLst/>
                <a:latin typeface="Times New Roman" panose="02020603050405020304" pitchFamily="18" charset="0"/>
                <a:ea typeface="Times New Roman" panose="02020603050405020304" pitchFamily="18" charset="0"/>
              </a:rPr>
              <a:t>A.V.Aho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J.E.Hopcroft</a:t>
            </a:r>
            <a:r>
              <a:rPr lang="en-US" sz="1800" dirty="0">
                <a:effectLst/>
                <a:latin typeface="Times New Roman" panose="02020603050405020304" pitchFamily="18" charset="0"/>
                <a:ea typeface="Times New Roman" panose="02020603050405020304" pitchFamily="18" charset="0"/>
              </a:rPr>
              <a:t>, and </a:t>
            </a:r>
            <a:r>
              <a:rPr lang="en-US" sz="1800" dirty="0" err="1">
                <a:effectLst/>
                <a:latin typeface="Times New Roman" panose="02020603050405020304" pitchFamily="18" charset="0"/>
                <a:ea typeface="Times New Roman" panose="02020603050405020304" pitchFamily="18" charset="0"/>
              </a:rPr>
              <a:t>J.D.Ullman</a:t>
            </a:r>
            <a:r>
              <a:rPr lang="en-US" sz="1800" dirty="0">
                <a:effectLst/>
                <a:latin typeface="Times New Roman" panose="02020603050405020304" pitchFamily="18" charset="0"/>
                <a:ea typeface="Times New Roman" panose="02020603050405020304" pitchFamily="18" charset="0"/>
              </a:rPr>
              <a:t>, Pearson Education, First Edition Reprint2003.</a:t>
            </a:r>
            <a:endParaRPr lang="en-IN" sz="1800" dirty="0">
              <a:effectLst/>
              <a:latin typeface="Times New Roman" panose="02020603050405020304" pitchFamily="18" charset="0"/>
              <a:ea typeface="Times New Roman" panose="02020603050405020304" pitchFamily="18" charset="0"/>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Advanced </a:t>
            </a:r>
            <a:r>
              <a:rPr lang="en-US" sz="2400" dirty="0">
                <a:effectLst/>
                <a:latin typeface="Times New Roman" panose="02020603050405020304" pitchFamily="18" charset="0"/>
                <a:ea typeface="Times New Roman" panose="02020603050405020304" pitchFamily="18" charset="0"/>
              </a:rPr>
              <a:t>Guide</a:t>
            </a:r>
            <a:r>
              <a:rPr lang="en-US" sz="1800" dirty="0">
                <a:effectLst/>
                <a:latin typeface="Times New Roman" panose="02020603050405020304" pitchFamily="18" charset="0"/>
                <a:ea typeface="Times New Roman" panose="02020603050405020304" pitchFamily="18" charset="0"/>
              </a:rPr>
              <a:t> to Python 3 Programming, John Hunt, 4</a:t>
            </a:r>
            <a:r>
              <a:rPr lang="en-US" sz="1800" baseline="30000" dirty="0">
                <a:effectLst/>
                <a:latin typeface="Times New Roman" panose="02020603050405020304" pitchFamily="18" charset="0"/>
                <a:ea typeface="Times New Roman" panose="02020603050405020304" pitchFamily="18" charset="0"/>
              </a:rPr>
              <a:t>th</a:t>
            </a:r>
            <a:r>
              <a:rPr lang="en-US" sz="1800" dirty="0">
                <a:effectLst/>
                <a:latin typeface="Times New Roman" panose="02020603050405020304" pitchFamily="18" charset="0"/>
                <a:ea typeface="Times New Roman" panose="02020603050405020304" pitchFamily="18" charset="0"/>
              </a:rPr>
              <a:t> Edition, Springer Nature Switzerland AG 2019.</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      Python Basics: A Practice Introduction to Python 3, David Amos, Dan Bader, Joanna Jablonski, Fletcher Heisler, 4</a:t>
            </a:r>
            <a:r>
              <a:rPr lang="en-US" sz="1800"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US" sz="1800" dirty="0">
                <a:effectLst/>
                <a:latin typeface="Calibri" panose="020F0502020204030204" pitchFamily="34" charset="0"/>
                <a:ea typeface="Calibri" panose="020F0502020204030204" pitchFamily="34" charset="0"/>
                <a:cs typeface="Times New Roman" panose="02020603050405020304" pitchFamily="18" charset="0"/>
              </a:rPr>
              <a:t> edition, Real Python</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2400" b="1" dirty="0">
                <a:latin typeface="Times New Roman"/>
                <a:cs typeface="Times New Roman"/>
              </a:rPr>
              <a:t>Sites and Web links:</a:t>
            </a:r>
          </a:p>
          <a:p>
            <a:pPr marL="342900" lvl="0" indent="-342900" algn="just">
              <a:spcBef>
                <a:spcPts val="80"/>
              </a:spcBef>
              <a:buSzPts val="1100"/>
              <a:buFont typeface="+mj-lt"/>
              <a:buAutoNum type="arabicPeriod"/>
            </a:pPr>
            <a:r>
              <a:rPr lang="en-US" u="sng" spc="-10" dirty="0">
                <a:solidFill>
                  <a:srgbClr val="0000FF"/>
                </a:solidFill>
                <a:effectLst/>
                <a:latin typeface="Times New Roman" panose="02020603050405020304" pitchFamily="18" charset="0"/>
                <a:ea typeface="Times New Roman" panose="02020603050405020304" pitchFamily="18" charset="0"/>
                <a:hlinkClick r:id="rId2"/>
              </a:rPr>
              <a:t>https://docs.python.org/3/tutorial/datastructures.html</a:t>
            </a:r>
            <a:endParaRPr lang="en-IN" dirty="0">
              <a:effectLst/>
              <a:latin typeface="Times New Roman" panose="02020603050405020304" pitchFamily="18" charset="0"/>
              <a:ea typeface="Times New Roman" panose="02020603050405020304" pitchFamily="18" charset="0"/>
            </a:endParaRPr>
          </a:p>
          <a:p>
            <a:pPr marL="342900" lvl="0" indent="-342900" algn="just">
              <a:spcBef>
                <a:spcPts val="80"/>
              </a:spcBef>
              <a:buSzPts val="1100"/>
              <a:buFont typeface="+mj-lt"/>
              <a:buAutoNum type="arabicPeriod"/>
            </a:pPr>
            <a:r>
              <a:rPr lang="en-US" u="sng" dirty="0">
                <a:solidFill>
                  <a:srgbClr val="0000FF"/>
                </a:solidFill>
                <a:effectLst/>
                <a:latin typeface="Times New Roman" panose="02020603050405020304" pitchFamily="18" charset="0"/>
                <a:ea typeface="Times New Roman" panose="02020603050405020304" pitchFamily="18" charset="0"/>
                <a:hlinkClick r:id="rId3"/>
              </a:rPr>
              <a:t>https://www.w3schools.com/dsa/dsa_intro.php</a:t>
            </a:r>
            <a:endParaRPr lang="en-IN" dirty="0">
              <a:effectLst/>
              <a:latin typeface="Times New Roman" panose="02020603050405020304" pitchFamily="18" charset="0"/>
              <a:ea typeface="Times New Roman" panose="02020603050405020304" pitchFamily="18" charset="0"/>
            </a:endParaRPr>
          </a:p>
          <a:p>
            <a:r>
              <a:rPr lang="en-US"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4"/>
              </a:rPr>
              <a:t>3.    https://www.geeksforgeeks.org/python-data-structures/</a:t>
            </a:r>
            <a:endParaRPr lang="en-US" dirty="0">
              <a:latin typeface="Times New Roman"/>
              <a:cs typeface="Times New Roman"/>
            </a:endParaRPr>
          </a:p>
        </p:txBody>
      </p:sp>
      <p:pic>
        <p:nvPicPr>
          <p:cNvPr id="5"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405743" y="1436914"/>
            <a:ext cx="8116891" cy="330389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a:cs typeface="Times New Roman"/>
            </a:endParaRPr>
          </a:p>
          <a:p>
            <a:pPr algn="ctr"/>
            <a:endParaRPr lang="en-US" sz="2400" b="1" dirty="0">
              <a:latin typeface="Times New Roman"/>
              <a:cs typeface="Times New Roman"/>
            </a:endParaRPr>
          </a:p>
          <a:p>
            <a:pPr algn="ctr"/>
            <a:r>
              <a:rPr lang="en-US" sz="3200" b="1" dirty="0">
                <a:latin typeface="Times New Roman"/>
                <a:cs typeface="Times New Roman"/>
              </a:rPr>
              <a:t>THANK YOU</a:t>
            </a:r>
          </a:p>
          <a:p>
            <a:pPr algn="ctr"/>
            <a:endParaRPr lang="en-US" sz="2400" dirty="0">
              <a:latin typeface="Times New Roman"/>
              <a:cs typeface="Times New Roman"/>
            </a:endParaRPr>
          </a:p>
          <a:p>
            <a:pPr algn="ctr"/>
            <a:endParaRPr lang="en-US" sz="2400" dirty="0">
              <a:latin typeface="Times New Roman"/>
              <a:cs typeface="Times New Roman"/>
            </a:endParaRPr>
          </a:p>
          <a:p>
            <a:pPr algn="ctr"/>
            <a:endParaRPr lang="en-US" sz="2400" dirty="0">
              <a:latin typeface="Times New Roman"/>
              <a:cs typeface="Times New Roman"/>
            </a:endParaRPr>
          </a:p>
          <a:p>
            <a:pPr algn="ctr"/>
            <a:endParaRPr lang="en-US" sz="2400" dirty="0">
              <a:latin typeface="Times New Roman"/>
              <a:cs typeface="Times New Roman"/>
            </a:endParaRPr>
          </a:p>
          <a:p>
            <a:pPr algn="ctr"/>
            <a:r>
              <a:rPr lang="en-US" sz="3600" b="1" dirty="0">
                <a:latin typeface="Times New Roman"/>
                <a:cs typeface="Times New Roman"/>
              </a:rPr>
              <a:t>Team – </a:t>
            </a:r>
            <a:r>
              <a:rPr lang="en-US" sz="3600" dirty="0">
                <a:solidFill>
                  <a:schemeClr val="bg1"/>
                </a:solidFill>
                <a:effectLst/>
                <a:ea typeface="Calibri" panose="020F0502020204030204" pitchFamily="34" charset="0"/>
                <a:cs typeface="Times New Roman" panose="02020603050405020304" pitchFamily="18" charset="0"/>
              </a:rPr>
              <a:t>Data Structures using Python</a:t>
            </a:r>
            <a:endParaRPr lang="en-US" sz="3600" b="1" cap="all" dirty="0">
              <a:solidFill>
                <a:schemeClr val="bg1"/>
              </a:solidFill>
              <a:cs typeface="Poppins" panose="00000500000000000000" pitchFamily="2" charset="0"/>
              <a:sym typeface="BioRhyme ExtraBold"/>
            </a:endParaRPr>
          </a:p>
          <a:p>
            <a:pPr algn="ctr"/>
            <a:endParaRPr lang="en-US" sz="3600" b="1" dirty="0">
              <a:latin typeface="Times New Roman"/>
              <a:cs typeface="Times New Roman"/>
            </a:endParaRPr>
          </a:p>
          <a:p>
            <a:pPr algn="ctr"/>
            <a:endParaRPr lang="en-US" sz="2400" dirty="0">
              <a:solidFill>
                <a:schemeClr val="bg1"/>
              </a:solidFill>
              <a:latin typeface="Times New Roman"/>
              <a:cs typeface="Times New Roman"/>
            </a:endParaRPr>
          </a:p>
          <a:p>
            <a:pPr algn="ctr"/>
            <a:endParaRPr lang="en-US" sz="2400" dirty="0">
              <a:solidFill>
                <a:schemeClr val="bg1"/>
              </a:solidFill>
              <a:latin typeface="Times New Roman"/>
              <a:cs typeface="Times New Roman"/>
            </a:endParaRPr>
          </a:p>
          <a:p>
            <a:pPr algn="ctr"/>
            <a:endParaRPr lang="en-US" sz="2400" dirty="0">
              <a:solidFill>
                <a:schemeClr val="bg1"/>
              </a:solidFill>
              <a:latin typeface="Times New Roman"/>
              <a:cs typeface="Times New Roman"/>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188029"/>
            <a:ext cx="3235570" cy="103414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datastoreItem>
</file>

<file path=customXml/itemProps2.xml><?xml version="1.0" encoding="utf-8"?>
<ds:datastoreItem xmlns:ds="http://schemas.openxmlformats.org/officeDocument/2006/customXml" ds:itemID="{3DA00F5F-5366-4B1C-9406-30DECA796ABB}">
  <ds:schemaRefs/>
</ds:datastoreItem>
</file>

<file path=customXml/itemProps3.xml><?xml version="1.0" encoding="utf-8"?>
<ds:datastoreItem xmlns:ds="http://schemas.openxmlformats.org/officeDocument/2006/customXml" ds:itemID="{C89A6ECA-0C1B-4F00-836D-A696F073E5C2}">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1349</Words>
  <Application>Microsoft Office PowerPoint</Application>
  <PresentationFormat>Widescreen</PresentationFormat>
  <Paragraphs>136</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BioRhyme ExtraBold</vt:lpstr>
      <vt:lpstr>Calibri</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Ravi Pallapati</cp:lastModifiedBy>
  <cp:revision>1</cp:revision>
  <dcterms:created xsi:type="dcterms:W3CDTF">2020-02-08T09:57:00Z</dcterms:created>
  <dcterms:modified xsi:type="dcterms:W3CDTF">2024-12-16T07:38:35Z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E142E93F4A0446668DE3F70915B4FBB6_13</vt:lpwstr>
  </property>
  <property fmtid="{D5CDD505-2E9C-101B-9397-08002B2CF9AE}" pid="4" name="KSOProductBuildVer">
    <vt:lpwstr>1033-12.2.0.13359</vt:lpwstr>
  </property>
</Properties>
</file>