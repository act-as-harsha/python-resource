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71" r:id="rId5"/>
    <p:sldId id="300" r:id="rId6"/>
    <p:sldId id="900" r:id="rId7"/>
    <p:sldId id="912" r:id="rId8"/>
    <p:sldId id="913" r:id="rId9"/>
    <p:sldId id="914" r:id="rId10"/>
    <p:sldId id="915" r:id="rId11"/>
    <p:sldId id="916" r:id="rId12"/>
    <p:sldId id="301" r:id="rId13"/>
    <p:sldId id="302" r:id="rId14"/>
    <p:sldId id="299" r:id="rId15"/>
    <p:sldId id="320" r:id="rId16"/>
    <p:sldId id="9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293B"/>
    <a:srgbClr val="FF9900"/>
    <a:srgbClr val="E84845"/>
    <a:srgbClr val="FAD2D2"/>
    <a:srgbClr val="F89E4C"/>
    <a:srgbClr val="A81E24"/>
    <a:srgbClr val="FFF2CC"/>
    <a:srgbClr val="CF2F33"/>
    <a:srgbClr val="BA2532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BE2CC-08D4-4437-A366-F1D6A3646559}" v="2" dt="2024-12-14T06:12:17.382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41d050716007d72e933769838f51bced52d97ace154e39de1e0ee92a489812d::" providerId="AD" clId="Web-{D7720EBC-0F9B-F050-29C2-14882B6D1C03}"/>
    <pc:docChg chg="addSld delSld modSld sldOrd">
      <pc:chgData name="Guest User" userId="S::urn:spo:anon#041d050716007d72e933769838f51bced52d97ace154e39de1e0ee92a489812d::" providerId="AD" clId="Web-{D7720EBC-0F9B-F050-29C2-14882B6D1C03}" dt="2023-12-29T04:15:45.359" v="8"/>
      <pc:docMkLst>
        <pc:docMk/>
      </pc:docMkLst>
      <pc:sldChg chg="ord">
        <pc:chgData name="Guest User" userId="S::urn:spo:anon#041d050716007d72e933769838f51bced52d97ace154e39de1e0ee92a489812d::" providerId="AD" clId="Web-{D7720EBC-0F9B-F050-29C2-14882B6D1C03}" dt="2023-12-29T04:15:45.359" v="8"/>
        <pc:sldMkLst>
          <pc:docMk/>
          <pc:sldMk cId="1300146341" sldId="299"/>
        </pc:sldMkLst>
      </pc:sldChg>
      <pc:sldChg chg="add del">
        <pc:chgData name="Guest User" userId="S::urn:spo:anon#041d050716007d72e933769838f51bced52d97ace154e39de1e0ee92a489812d::" providerId="AD" clId="Web-{D7720EBC-0F9B-F050-29C2-14882B6D1C03}" dt="2023-12-29T04:14:29.404" v="1"/>
        <pc:sldMkLst>
          <pc:docMk/>
          <pc:sldMk cId="4192766172" sldId="301"/>
        </pc:sldMkLst>
      </pc:sldChg>
      <pc:sldChg chg="modSp">
        <pc:chgData name="Guest User" userId="S::urn:spo:anon#041d050716007d72e933769838f51bced52d97ace154e39de1e0ee92a489812d::" providerId="AD" clId="Web-{D7720EBC-0F9B-F050-29C2-14882B6D1C03}" dt="2023-12-29T04:15:36.718" v="7" actId="20577"/>
        <pc:sldMkLst>
          <pc:docMk/>
          <pc:sldMk cId="2602073769" sldId="303"/>
        </pc:sldMkLst>
        <pc:spChg chg="mod">
          <ac:chgData name="Guest User" userId="S::urn:spo:anon#041d050716007d72e933769838f51bced52d97ace154e39de1e0ee92a489812d::" providerId="AD" clId="Web-{D7720EBC-0F9B-F050-29C2-14882B6D1C03}" dt="2023-12-29T04:15:36.718" v="7" actId="20577"/>
          <ac:spMkLst>
            <pc:docMk/>
            <pc:sldMk cId="2602073769" sldId="303"/>
            <ac:spMk id="9" creationId="{00000000-0000-0000-0000-000000000000}"/>
          </ac:spMkLst>
        </pc:spChg>
      </pc:sldChg>
    </pc:docChg>
  </pc:docChgLst>
  <pc:docChgLst>
    <pc:chgData name="Ravi Pallapati" userId="405e64382e001c53" providerId="LiveId" clId="{E8CBE2CC-08D4-4437-A366-F1D6A3646559}"/>
    <pc:docChg chg="addSld delSld modSld">
      <pc:chgData name="Ravi Pallapati" userId="405e64382e001c53" providerId="LiveId" clId="{E8CBE2CC-08D4-4437-A366-F1D6A3646559}" dt="2024-12-14T06:12:22.002" v="6" actId="47"/>
      <pc:docMkLst>
        <pc:docMk/>
      </pc:docMkLst>
      <pc:sldChg chg="modSp mod">
        <pc:chgData name="Ravi Pallapati" userId="405e64382e001c53" providerId="LiveId" clId="{E8CBE2CC-08D4-4437-A366-F1D6A3646559}" dt="2024-12-14T06:05:47.181" v="2" actId="14100"/>
        <pc:sldMkLst>
          <pc:docMk/>
          <pc:sldMk cId="0" sldId="271"/>
        </pc:sldMkLst>
        <pc:spChg chg="mod">
          <ac:chgData name="Ravi Pallapati" userId="405e64382e001c53" providerId="LiveId" clId="{E8CBE2CC-08D4-4437-A366-F1D6A3646559}" dt="2024-12-14T06:05:47.181" v="2" actId="14100"/>
          <ac:spMkLst>
            <pc:docMk/>
            <pc:sldMk cId="0" sldId="271"/>
            <ac:spMk id="8" creationId="{7153E61F-4441-DBE3-3DFF-6E9EF6C48D23}"/>
          </ac:spMkLst>
        </pc:spChg>
        <pc:spChg chg="mod">
          <ac:chgData name="Ravi Pallapati" userId="405e64382e001c53" providerId="LiveId" clId="{E8CBE2CC-08D4-4437-A366-F1D6A3646559}" dt="2024-12-14T06:05:36.079" v="0"/>
          <ac:spMkLst>
            <pc:docMk/>
            <pc:sldMk cId="0" sldId="271"/>
            <ac:spMk id="476" creationId="{00000000-0000-0000-0000-000000000000}"/>
          </ac:spMkLst>
        </pc:spChg>
      </pc:sldChg>
      <pc:sldChg chg="del">
        <pc:chgData name="Ravi Pallapati" userId="405e64382e001c53" providerId="LiveId" clId="{E8CBE2CC-08D4-4437-A366-F1D6A3646559}" dt="2024-12-14T06:12:22.002" v="6" actId="47"/>
        <pc:sldMkLst>
          <pc:docMk/>
          <pc:sldMk cId="2602073769" sldId="303"/>
        </pc:sldMkLst>
      </pc:sldChg>
      <pc:sldChg chg="del">
        <pc:chgData name="Ravi Pallapati" userId="405e64382e001c53" providerId="LiveId" clId="{E8CBE2CC-08D4-4437-A366-F1D6A3646559}" dt="2024-12-14T06:06:24.922" v="4" actId="47"/>
        <pc:sldMkLst>
          <pc:docMk/>
          <pc:sldMk cId="0" sldId="304"/>
        </pc:sldMkLst>
      </pc:sldChg>
      <pc:sldChg chg="add">
        <pc:chgData name="Ravi Pallapati" userId="405e64382e001c53" providerId="LiveId" clId="{E8CBE2CC-08D4-4437-A366-F1D6A3646559}" dt="2024-12-14T06:12:17.378" v="5"/>
        <pc:sldMkLst>
          <pc:docMk/>
          <pc:sldMk cId="0" sldId="320"/>
        </pc:sldMkLst>
      </pc:sldChg>
      <pc:sldChg chg="add">
        <pc:chgData name="Ravi Pallapati" userId="405e64382e001c53" providerId="LiveId" clId="{E8CBE2CC-08D4-4437-A366-F1D6A3646559}" dt="2024-12-14T06:06:21.484" v="3"/>
        <pc:sldMkLst>
          <pc:docMk/>
          <pc:sldMk cId="0" sldId="917"/>
        </pc:sldMkLst>
      </pc:sldChg>
    </pc:docChg>
  </pc:docChgLst>
  <pc:docChgLst>
    <pc:chgData name="Guest User" userId="S::urn:spo:anon#411632ee61b390f71f02c0b7dbc2c10bb9a31eb7840616ddf58db2114bf3e412::" providerId="AD" clId="Web-{5E4A2521-1014-4FC4-B81B-4F9A5A96AAB5}"/>
    <pc:docChg chg="modSld sldOrd">
      <pc:chgData name="Guest User" userId="S::urn:spo:anon#411632ee61b390f71f02c0b7dbc2c10bb9a31eb7840616ddf58db2114bf3e412::" providerId="AD" clId="Web-{5E4A2521-1014-4FC4-B81B-4F9A5A96AAB5}" dt="2023-12-28T10:35:44.732" v="194" actId="14100"/>
      <pc:docMkLst>
        <pc:docMk/>
      </pc:docMkLst>
      <pc:sldChg chg="modSp">
        <pc:chgData name="Guest User" userId="S::urn:spo:anon#411632ee61b390f71f02c0b7dbc2c10bb9a31eb7840616ddf58db2114bf3e412::" providerId="AD" clId="Web-{5E4A2521-1014-4FC4-B81B-4F9A5A96AAB5}" dt="2023-12-28T10:34:58.355" v="188" actId="20577"/>
        <pc:sldMkLst>
          <pc:docMk/>
          <pc:sldMk cId="2602073769" sldId="302"/>
        </pc:sldMkLst>
        <pc:spChg chg="mod">
          <ac:chgData name="Guest User" userId="S::urn:spo:anon#411632ee61b390f71f02c0b7dbc2c10bb9a31eb7840616ddf58db2114bf3e412::" providerId="AD" clId="Web-{5E4A2521-1014-4FC4-B81B-4F9A5A96AAB5}" dt="2023-12-28T10:34:58.355" v="188" actId="20577"/>
          <ac:spMkLst>
            <pc:docMk/>
            <pc:sldMk cId="2602073769" sldId="302"/>
            <ac:spMk id="9" creationId="{00000000-0000-0000-0000-000000000000}"/>
          </ac:spMkLst>
        </pc:spChg>
      </pc:sldChg>
      <pc:sldChg chg="modSp">
        <pc:chgData name="Guest User" userId="S::urn:spo:anon#411632ee61b390f71f02c0b7dbc2c10bb9a31eb7840616ddf58db2114bf3e412::" providerId="AD" clId="Web-{5E4A2521-1014-4FC4-B81B-4F9A5A96AAB5}" dt="2023-12-28T10:35:44.732" v="194" actId="14100"/>
        <pc:sldMkLst>
          <pc:docMk/>
          <pc:sldMk cId="2602073769" sldId="303"/>
        </pc:sldMkLst>
        <pc:spChg chg="mod">
          <ac:chgData name="Guest User" userId="S::urn:spo:anon#411632ee61b390f71f02c0b7dbc2c10bb9a31eb7840616ddf58db2114bf3e412::" providerId="AD" clId="Web-{5E4A2521-1014-4FC4-B81B-4F9A5A96AAB5}" dt="2023-12-28T10:35:44.732" v="194" actId="14100"/>
          <ac:spMkLst>
            <pc:docMk/>
            <pc:sldMk cId="2602073769" sldId="303"/>
            <ac:spMk id="9" creationId="{00000000-0000-0000-0000-000000000000}"/>
          </ac:spMkLst>
        </pc:spChg>
      </pc:sldChg>
      <pc:sldChg chg="modSp">
        <pc:chgData name="Guest User" userId="S::urn:spo:anon#411632ee61b390f71f02c0b7dbc2c10bb9a31eb7840616ddf58db2114bf3e412::" providerId="AD" clId="Web-{5E4A2521-1014-4FC4-B81B-4F9A5A96AAB5}" dt="2023-12-28T10:20:59.043" v="3" actId="20577"/>
        <pc:sldMkLst>
          <pc:docMk/>
          <pc:sldMk cId="4213076931" sldId="900"/>
        </pc:sldMkLst>
        <pc:spChg chg="mod">
          <ac:chgData name="Guest User" userId="S::urn:spo:anon#411632ee61b390f71f02c0b7dbc2c10bb9a31eb7840616ddf58db2114bf3e412::" providerId="AD" clId="Web-{5E4A2521-1014-4FC4-B81B-4F9A5A96AAB5}" dt="2023-12-28T10:20:59.043" v="3" actId="20577"/>
          <ac:spMkLst>
            <pc:docMk/>
            <pc:sldMk cId="4213076931" sldId="900"/>
            <ac:spMk id="3" creationId="{C7E22A46-8CC7-954D-3308-3C85D12E1040}"/>
          </ac:spMkLst>
        </pc:spChg>
      </pc:sldChg>
      <pc:sldChg chg="modSp">
        <pc:chgData name="Guest User" userId="S::urn:spo:anon#411632ee61b390f71f02c0b7dbc2c10bb9a31eb7840616ddf58db2114bf3e412::" providerId="AD" clId="Web-{5E4A2521-1014-4FC4-B81B-4F9A5A96AAB5}" dt="2023-12-28T10:30:54.018" v="98" actId="20577"/>
        <pc:sldMkLst>
          <pc:docMk/>
          <pc:sldMk cId="561786806" sldId="912"/>
        </pc:sldMkLst>
        <pc:spChg chg="mod">
          <ac:chgData name="Guest User" userId="S::urn:spo:anon#411632ee61b390f71f02c0b7dbc2c10bb9a31eb7840616ddf58db2114bf3e412::" providerId="AD" clId="Web-{5E4A2521-1014-4FC4-B81B-4F9A5A96AAB5}" dt="2023-12-28T10:30:54.018" v="98" actId="20577"/>
          <ac:spMkLst>
            <pc:docMk/>
            <pc:sldMk cId="561786806" sldId="912"/>
            <ac:spMk id="3" creationId="{C7E22A46-8CC7-954D-3308-3C85D12E1040}"/>
          </ac:spMkLst>
        </pc:spChg>
      </pc:sldChg>
      <pc:sldChg chg="addSp delSp modSp">
        <pc:chgData name="Guest User" userId="S::urn:spo:anon#411632ee61b390f71f02c0b7dbc2c10bb9a31eb7840616ddf58db2114bf3e412::" providerId="AD" clId="Web-{5E4A2521-1014-4FC4-B81B-4F9A5A96AAB5}" dt="2023-12-28T10:31:13.362" v="100" actId="20577"/>
        <pc:sldMkLst>
          <pc:docMk/>
          <pc:sldMk cId="1678129113" sldId="913"/>
        </pc:sldMkLst>
        <pc:spChg chg="mod">
          <ac:chgData name="Guest User" userId="S::urn:spo:anon#411632ee61b390f71f02c0b7dbc2c10bb9a31eb7840616ddf58db2114bf3e412::" providerId="AD" clId="Web-{5E4A2521-1014-4FC4-B81B-4F9A5A96AAB5}" dt="2023-12-28T10:31:13.362" v="100" actId="20577"/>
          <ac:spMkLst>
            <pc:docMk/>
            <pc:sldMk cId="1678129113" sldId="913"/>
            <ac:spMk id="3" creationId="{C7E22A46-8CC7-954D-3308-3C85D12E1040}"/>
          </ac:spMkLst>
        </pc:spChg>
        <pc:spChg chg="mod">
          <ac:chgData name="Guest User" userId="S::urn:spo:anon#411632ee61b390f71f02c0b7dbc2c10bb9a31eb7840616ddf58db2114bf3e412::" providerId="AD" clId="Web-{5E4A2521-1014-4FC4-B81B-4F9A5A96AAB5}" dt="2023-12-28T10:23:14.516" v="40" actId="20577"/>
          <ac:spMkLst>
            <pc:docMk/>
            <pc:sldMk cId="1678129113" sldId="913"/>
            <ac:spMk id="4" creationId="{FF62E82C-F1B1-4837-9CA1-88F8C9571DBD}"/>
          </ac:spMkLst>
        </pc:spChg>
        <pc:picChg chg="add mod">
          <ac:chgData name="Guest User" userId="S::urn:spo:anon#411632ee61b390f71f02c0b7dbc2c10bb9a31eb7840616ddf58db2114bf3e412::" providerId="AD" clId="Web-{5E4A2521-1014-4FC4-B81B-4F9A5A96AAB5}" dt="2023-12-28T10:23:11.001" v="39" actId="14100"/>
          <ac:picMkLst>
            <pc:docMk/>
            <pc:sldMk cId="1678129113" sldId="913"/>
            <ac:picMk id="6" creationId="{482B92B4-A4BD-BC66-EFDD-B3D5F02220DC}"/>
          </ac:picMkLst>
        </pc:picChg>
        <pc:picChg chg="del">
          <ac:chgData name="Guest User" userId="S::urn:spo:anon#411632ee61b390f71f02c0b7dbc2c10bb9a31eb7840616ddf58db2114bf3e412::" providerId="AD" clId="Web-{5E4A2521-1014-4FC4-B81B-4F9A5A96AAB5}" dt="2023-12-28T10:21:39.607" v="4"/>
          <ac:picMkLst>
            <pc:docMk/>
            <pc:sldMk cId="1678129113" sldId="913"/>
            <ac:picMk id="7" creationId="{00000000-0000-0000-0000-000000000000}"/>
          </ac:picMkLst>
        </pc:picChg>
      </pc:sldChg>
      <pc:sldChg chg="delSp modSp">
        <pc:chgData name="Guest User" userId="S::urn:spo:anon#411632ee61b390f71f02c0b7dbc2c10bb9a31eb7840616ddf58db2114bf3e412::" providerId="AD" clId="Web-{5E4A2521-1014-4FC4-B81B-4F9A5A96AAB5}" dt="2023-12-28T10:31:24.581" v="102" actId="20577"/>
        <pc:sldMkLst>
          <pc:docMk/>
          <pc:sldMk cId="2530663938" sldId="914"/>
        </pc:sldMkLst>
        <pc:spChg chg="mod">
          <ac:chgData name="Guest User" userId="S::urn:spo:anon#411632ee61b390f71f02c0b7dbc2c10bb9a31eb7840616ddf58db2114bf3e412::" providerId="AD" clId="Web-{5E4A2521-1014-4FC4-B81B-4F9A5A96AAB5}" dt="2023-12-28T10:31:24.581" v="102" actId="20577"/>
          <ac:spMkLst>
            <pc:docMk/>
            <pc:sldMk cId="2530663938" sldId="914"/>
            <ac:spMk id="3" creationId="{C7E22A46-8CC7-954D-3308-3C85D12E1040}"/>
          </ac:spMkLst>
        </pc:spChg>
        <pc:spChg chg="mod">
          <ac:chgData name="Guest User" userId="S::urn:spo:anon#411632ee61b390f71f02c0b7dbc2c10bb9a31eb7840616ddf58db2114bf3e412::" providerId="AD" clId="Web-{5E4A2521-1014-4FC4-B81B-4F9A5A96AAB5}" dt="2023-12-28T10:27:46.667" v="66" actId="20577"/>
          <ac:spMkLst>
            <pc:docMk/>
            <pc:sldMk cId="2530663938" sldId="914"/>
            <ac:spMk id="4" creationId="{FF62E82C-F1B1-4837-9CA1-88F8C9571DBD}"/>
          </ac:spMkLst>
        </pc:spChg>
        <pc:picChg chg="del">
          <ac:chgData name="Guest User" userId="S::urn:spo:anon#411632ee61b390f71f02c0b7dbc2c10bb9a31eb7840616ddf58db2114bf3e412::" providerId="AD" clId="Web-{5E4A2521-1014-4FC4-B81B-4F9A5A96AAB5}" dt="2023-12-28T10:25:57.179" v="41"/>
          <ac:picMkLst>
            <pc:docMk/>
            <pc:sldMk cId="2530663938" sldId="914"/>
            <ac:picMk id="8" creationId="{00000000-0000-0000-0000-000000000000}"/>
          </ac:picMkLst>
        </pc:picChg>
      </pc:sldChg>
      <pc:sldChg chg="delSp modSp">
        <pc:chgData name="Guest User" userId="S::urn:spo:anon#411632ee61b390f71f02c0b7dbc2c10bb9a31eb7840616ddf58db2114bf3e412::" providerId="AD" clId="Web-{5E4A2521-1014-4FC4-B81B-4F9A5A96AAB5}" dt="2023-12-28T10:31:38.848" v="105" actId="20577"/>
        <pc:sldMkLst>
          <pc:docMk/>
          <pc:sldMk cId="14734866" sldId="915"/>
        </pc:sldMkLst>
        <pc:spChg chg="mod">
          <ac:chgData name="Guest User" userId="S::urn:spo:anon#411632ee61b390f71f02c0b7dbc2c10bb9a31eb7840616ddf58db2114bf3e412::" providerId="AD" clId="Web-{5E4A2521-1014-4FC4-B81B-4F9A5A96AAB5}" dt="2023-12-28T10:31:38.848" v="105" actId="20577"/>
          <ac:spMkLst>
            <pc:docMk/>
            <pc:sldMk cId="14734866" sldId="915"/>
            <ac:spMk id="3" creationId="{C7E22A46-8CC7-954D-3308-3C85D12E1040}"/>
          </ac:spMkLst>
        </pc:spChg>
        <pc:spChg chg="mod">
          <ac:chgData name="Guest User" userId="S::urn:spo:anon#411632ee61b390f71f02c0b7dbc2c10bb9a31eb7840616ddf58db2114bf3e412::" providerId="AD" clId="Web-{5E4A2521-1014-4FC4-B81B-4F9A5A96AAB5}" dt="2023-12-28T10:30:10.860" v="83" actId="20577"/>
          <ac:spMkLst>
            <pc:docMk/>
            <pc:sldMk cId="14734866" sldId="915"/>
            <ac:spMk id="4" creationId="{FF62E82C-F1B1-4837-9CA1-88F8C9571DBD}"/>
          </ac:spMkLst>
        </pc:spChg>
        <pc:picChg chg="del">
          <ac:chgData name="Guest User" userId="S::urn:spo:anon#411632ee61b390f71f02c0b7dbc2c10bb9a31eb7840616ddf58db2114bf3e412::" providerId="AD" clId="Web-{5E4A2521-1014-4FC4-B81B-4F9A5A96AAB5}" dt="2023-12-28T10:28:00.011" v="74"/>
          <ac:picMkLst>
            <pc:docMk/>
            <pc:sldMk cId="14734866" sldId="915"/>
            <ac:picMk id="6" creationId="{00000000-0000-0000-0000-000000000000}"/>
          </ac:picMkLst>
        </pc:picChg>
      </pc:sldChg>
      <pc:sldChg chg="addSp delSp modSp ord">
        <pc:chgData name="Guest User" userId="S::urn:spo:anon#411632ee61b390f71f02c0b7dbc2c10bb9a31eb7840616ddf58db2114bf3e412::" providerId="AD" clId="Web-{5E4A2521-1014-4FC4-B81B-4F9A5A96AAB5}" dt="2023-12-28T10:33:04.554" v="119" actId="14100"/>
        <pc:sldMkLst>
          <pc:docMk/>
          <pc:sldMk cId="2773459760" sldId="916"/>
        </pc:sldMkLst>
        <pc:spChg chg="mod">
          <ac:chgData name="Guest User" userId="S::urn:spo:anon#411632ee61b390f71f02c0b7dbc2c10bb9a31eb7840616ddf58db2114bf3e412::" providerId="AD" clId="Web-{5E4A2521-1014-4FC4-B81B-4F9A5A96AAB5}" dt="2023-12-28T10:32:05.458" v="113" actId="20577"/>
          <ac:spMkLst>
            <pc:docMk/>
            <pc:sldMk cId="2773459760" sldId="916"/>
            <ac:spMk id="3" creationId="{C7E22A46-8CC7-954D-3308-3C85D12E1040}"/>
          </ac:spMkLst>
        </pc:spChg>
        <pc:picChg chg="add mod">
          <ac:chgData name="Guest User" userId="S::urn:spo:anon#411632ee61b390f71f02c0b7dbc2c10bb9a31eb7840616ddf58db2114bf3e412::" providerId="AD" clId="Web-{5E4A2521-1014-4FC4-B81B-4F9A5A96AAB5}" dt="2023-12-28T10:33:04.554" v="119" actId="14100"/>
          <ac:picMkLst>
            <pc:docMk/>
            <pc:sldMk cId="2773459760" sldId="916"/>
            <ac:picMk id="6" creationId="{5F389F4A-234D-590E-0CE1-5AFC41DEB222}"/>
          </ac:picMkLst>
        </pc:picChg>
        <pc:picChg chg="del">
          <ac:chgData name="Guest User" userId="S::urn:spo:anon#411632ee61b390f71f02c0b7dbc2c10bb9a31eb7840616ddf58db2114bf3e412::" providerId="AD" clId="Web-{5E4A2521-1014-4FC4-B81B-4F9A5A96AAB5}" dt="2023-12-28T10:32:47.475" v="114"/>
          <ac:picMkLst>
            <pc:docMk/>
            <pc:sldMk cId="2773459760" sldId="916"/>
            <ac:picMk id="7" creationId="{00000000-0000-0000-0000-000000000000}"/>
          </ac:picMkLst>
        </pc:picChg>
      </pc:sldChg>
    </pc:docChg>
  </pc:docChgLst>
  <pc:docChgLst>
    <pc:chgData name="M ANUSHA" userId="S::anushaaa9@kluniversity.in::31576902-587f-4416-b184-62b5dd11a3e8" providerId="AD" clId="Web-{8B853EE2-9050-0EAC-2A06-C4C1A7E46E1D}"/>
    <pc:docChg chg="modSld">
      <pc:chgData name="M ANUSHA" userId="S::anushaaa9@kluniversity.in::31576902-587f-4416-b184-62b5dd11a3e8" providerId="AD" clId="Web-{8B853EE2-9050-0EAC-2A06-C4C1A7E46E1D}" dt="2023-12-28T07:19:53.347" v="7" actId="20577"/>
      <pc:docMkLst>
        <pc:docMk/>
      </pc:docMkLst>
      <pc:sldChg chg="modSp">
        <pc:chgData name="M ANUSHA" userId="S::anushaaa9@kluniversity.in::31576902-587f-4416-b184-62b5dd11a3e8" providerId="AD" clId="Web-{8B853EE2-9050-0EAC-2A06-C4C1A7E46E1D}" dt="2023-12-28T07:19:53.347" v="7" actId="20577"/>
        <pc:sldMkLst>
          <pc:docMk/>
          <pc:sldMk cId="0" sldId="271"/>
        </pc:sldMkLst>
        <pc:spChg chg="mod">
          <ac:chgData name="M ANUSHA" userId="S::anushaaa9@kluniversity.in::31576902-587f-4416-b184-62b5dd11a3e8" providerId="AD" clId="Web-{8B853EE2-9050-0EAC-2A06-C4C1A7E46E1D}" dt="2023-12-28T07:19:53.347" v="7" actId="20577"/>
          <ac:spMkLst>
            <pc:docMk/>
            <pc:sldMk cId="0" sldId="271"/>
            <ac:spMk id="8" creationId="{7153E61F-4441-DBE3-3DFF-6E9EF6C48D23}"/>
          </ac:spMkLst>
        </pc:spChg>
        <pc:spChg chg="mod">
          <ac:chgData name="M ANUSHA" userId="S::anushaaa9@kluniversity.in::31576902-587f-4416-b184-62b5dd11a3e8" providerId="AD" clId="Web-{8B853EE2-9050-0EAC-2A06-C4C1A7E46E1D}" dt="2023-12-28T07:19:50.175" v="4" actId="20577"/>
          <ac:spMkLst>
            <pc:docMk/>
            <pc:sldMk cId="0" sldId="271"/>
            <ac:spMk id="4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dsa/dsa_intro.php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python-data-structures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latin typeface="Times New Roman"/>
                <a:cs typeface="Times New Roman"/>
                <a:sym typeface="BioRhyme ExtraBold"/>
              </a:rPr>
              <a:t>COURSE: </a:t>
            </a:r>
            <a:r>
              <a:rPr lang="en-US" sz="3200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200" b="1" cap="all" dirty="0">
              <a:solidFill>
                <a:schemeClr val="accent1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latin typeface="Times New Roman"/>
              <a:cs typeface="Times New Roman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latin typeface="Times New Roman"/>
                <a:cs typeface="Times New Roman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</a:rPr>
              <a:t>24SC1204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BINARY SEARCH TREE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5078104"/>
            <a:ext cx="2235116" cy="5817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/>
                <a:sym typeface="Calibri"/>
              </a:rPr>
              <a:t>Session - 26</a:t>
            </a:r>
            <a:endParaRPr lang="en-US" sz="2400" dirty="0">
              <a:solidFill>
                <a:schemeClr val="lt1"/>
              </a:solidFill>
              <a:ea typeface="Calibri"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853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Binary search tree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to search a node in BST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Demonstrate to find out smallest and largest node in BST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concept of binary search tree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Poppins" panose="00000500000000000000" pitchFamily="2" charset="0"/>
              </a:rPr>
              <a:t>Search a node in BST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Poppins" panose="00000500000000000000" pitchFamily="2" charset="0"/>
              </a:rPr>
              <a:t>Find out largest node in BST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Poppins" panose="00000500000000000000" pitchFamily="2" charset="0"/>
              </a:rPr>
              <a:t>Find out Smallest node in BST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70474" y="833982"/>
            <a:ext cx="83643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Search a node in BST:</a:t>
            </a: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Algorithm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Here k is the key that is searched for and x is the start node.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BST-Search(x, k)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1: y ← x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2: while y 6= nil do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3: if key[y] = k then return y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4: else if key[y] &lt; k then y ← right[y]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5: else y ← left[y]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6: return (“NOT FOUND”)</a:t>
            </a: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INTRODUCTION </a:t>
            </a:r>
          </a:p>
        </p:txBody>
      </p:sp>
    </p:spTree>
    <p:extLst>
      <p:ext uri="{BB962C8B-B14F-4D97-AF65-F5344CB8AC3E}">
        <p14:creationId xmlns:p14="http://schemas.microsoft.com/office/powerpoint/2010/main" val="421307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70474" y="833982"/>
            <a:ext cx="8364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Search a node in BST:</a:t>
            </a: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cs typeface="Calibri"/>
              </a:rPr>
              <a:t>DESCRIPTION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252" y="1787857"/>
            <a:ext cx="6035224" cy="293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8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70474" y="833982"/>
            <a:ext cx="8364344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Search a node in BST:</a:t>
            </a:r>
            <a:br>
              <a:rPr lang="en-US" altLang="en-US" sz="24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</a:br>
            <a:b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j-ea"/>
                <a:cs typeface="Times New Roman"/>
              </a:rPr>
              <a:t>Ex: Searching a node 12 in BST</a:t>
            </a:r>
            <a:endParaRPr lang="en-US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</a:t>
            </a:r>
            <a:endParaRPr lang="en-US" dirty="0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482B92B4-A4BD-BC66-EFDD-B3D5F0222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74" y="2480455"/>
            <a:ext cx="10247640" cy="376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2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70474" y="833982"/>
            <a:ext cx="8364344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To find Largest node in BST: Algorithm</a:t>
            </a:r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sz="2400" err="1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f</a:t>
            </a:r>
            <a:r>
              <a:rPr lang="en-US" sz="2400" b="1" err="1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indLargestElement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(TREE)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/>
              <a:ea typeface="+mj-ea"/>
              <a:cs typeface="Calibri"/>
            </a:endParaRPr>
          </a:p>
          <a:p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/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Step 1: IF TREE=NULL OR TREE-&gt;RIGHT=NULL</a:t>
            </a:r>
            <a:endParaRPr lang="en-US" b="1">
              <a:solidFill>
                <a:schemeClr val="accent5">
                  <a:lumMod val="50000"/>
                </a:schemeClr>
              </a:solidFill>
              <a:latin typeface="Times New Roman"/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           Return TREE</a:t>
            </a:r>
            <a:endParaRPr lang="en-US" b="1">
              <a:solidFill>
                <a:schemeClr val="accent5">
                  <a:lumMod val="50000"/>
                </a:schemeClr>
              </a:solidFill>
              <a:latin typeface="Times New Roman"/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         ELSE Return </a:t>
            </a:r>
            <a:r>
              <a:rPr lang="en-US" sz="2400" b="1" err="1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findLargestElement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(TREE-&gt;RIGHT)</a:t>
            </a:r>
            <a:endParaRPr lang="en-US" b="1">
              <a:solidFill>
                <a:schemeClr val="accent5">
                  <a:lumMod val="50000"/>
                </a:schemeClr>
              </a:solidFill>
              <a:latin typeface="Times New Roman"/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        [END OF IF] </a:t>
            </a:r>
            <a:endParaRPr lang="en-US" b="1">
              <a:solidFill>
                <a:schemeClr val="accent5">
                  <a:lumMod val="50000"/>
                </a:schemeClr>
              </a:solidFill>
              <a:latin typeface="Times New Roman"/>
              <a:ea typeface="+mn-lt"/>
              <a:cs typeface="+mn-lt"/>
            </a:endParaRPr>
          </a:p>
          <a:p>
            <a:endParaRPr lang="en-US" sz="2400" b="1" dirty="0">
              <a:solidFill>
                <a:schemeClr val="accent5">
                  <a:lumMod val="50000"/>
                </a:schemeClr>
              </a:solidFill>
              <a:latin typeface="Times New Roman"/>
              <a:ea typeface="+mn-lt"/>
              <a:cs typeface="+mn-lt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/>
                <a:ea typeface="+mn-lt"/>
                <a:cs typeface="+mn-lt"/>
              </a:rPr>
              <a:t>Step 2: END 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Times New Roman"/>
              <a:ea typeface="+mj-ea"/>
              <a:cs typeface="Calibri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6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70474" y="833982"/>
            <a:ext cx="8364344" cy="44319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  <a:t>To find Smallest node in BST: Algorithm</a:t>
            </a:r>
            <a:br>
              <a:rPr lang="en-US" altLang="en-US" sz="2400" b="1" dirty="0">
                <a:solidFill>
                  <a:srgbClr val="A50021"/>
                </a:solidFill>
                <a:latin typeface="Times New Roman"/>
                <a:ea typeface="+mj-ea"/>
                <a:cs typeface="Times New Roman"/>
              </a:rPr>
            </a:br>
            <a:b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sz="2400" b="1" err="1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findSmallestElement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(TREE)</a:t>
            </a:r>
            <a:endParaRPr lang="en-US" alt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accent5">
                  <a:lumMod val="50000"/>
                </a:schemeClr>
              </a:solidFill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Step 1: IF TREE=NULL OR TREE-&gt;LEFT=NULL</a:t>
            </a:r>
            <a:endParaRPr lang="en-US" b="1" dirty="0">
              <a:solidFill>
                <a:schemeClr val="accent5">
                  <a:lumMod val="50000"/>
                </a:schemeClr>
              </a:solidFill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           Return TREE</a:t>
            </a:r>
            <a:endParaRPr lang="en-US" b="1" dirty="0">
              <a:solidFill>
                <a:schemeClr val="accent5">
                  <a:lumMod val="50000"/>
                </a:schemeClr>
              </a:solidFill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         ELSE Return </a:t>
            </a:r>
            <a:r>
              <a:rPr lang="en-US" sz="2400" b="1" err="1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findSmallestElement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(TREE-&gt;RIGHT)</a:t>
            </a:r>
            <a:endParaRPr lang="en-US" b="1" dirty="0">
              <a:solidFill>
                <a:schemeClr val="accent5">
                  <a:lumMod val="50000"/>
                </a:schemeClr>
              </a:solidFill>
              <a:ea typeface="+mj-ea"/>
              <a:cs typeface="Calibri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        [END OF IF] </a:t>
            </a:r>
            <a:endParaRPr lang="en-US" b="1">
              <a:solidFill>
                <a:schemeClr val="accent5">
                  <a:lumMod val="50000"/>
                </a:schemeClr>
              </a:solidFill>
              <a:ea typeface="+mn-lt"/>
              <a:cs typeface="+mn-lt"/>
            </a:endParaRPr>
          </a:p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a typeface="+mn-lt"/>
                <a:cs typeface="+mn-lt"/>
              </a:rPr>
              <a:t>Step 2: END </a:t>
            </a:r>
            <a:endParaRPr lang="en-US" b="1" dirty="0">
              <a:solidFill>
                <a:schemeClr val="accent5">
                  <a:lumMod val="50000"/>
                </a:schemeClr>
              </a:solidFill>
              <a:ea typeface="+mj-ea"/>
              <a:cs typeface="Calibri"/>
            </a:endParaRPr>
          </a:p>
          <a:p>
            <a:endParaRPr lang="en-US" alt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cs typeface="Calibri"/>
              </a:rPr>
              <a:t>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62E82C-F1B1-4837-9CA1-88F8C9571DBD}"/>
              </a:ext>
            </a:extLst>
          </p:cNvPr>
          <p:cNvSpPr txBox="1"/>
          <p:nvPr/>
        </p:nvSpPr>
        <p:spPr>
          <a:xfrm>
            <a:off x="670474" y="833982"/>
            <a:ext cx="8364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A5002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 find Smallest node in BST:</a:t>
            </a: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A5002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2CC38-9E8E-4F3E-97F8-CE08BF2DDB15}"/>
              </a:ext>
            </a:extLst>
          </p:cNvPr>
          <p:cNvSpPr txBox="1">
            <a:spLocks noChangeArrowheads="1"/>
          </p:cNvSpPr>
          <p:nvPr/>
        </p:nvSpPr>
        <p:spPr>
          <a:xfrm>
            <a:off x="127460" y="1259854"/>
            <a:ext cx="10646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zh-TW" sz="2400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1217A90-500B-01D4-1A2D-E208D08D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904" y="163684"/>
            <a:ext cx="1990725" cy="600076"/>
          </a:xfrm>
          <a:prstGeom prst="rect">
            <a:avLst/>
          </a:prstGeom>
          <a:noFill/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7E22A46-8CC7-954D-3308-3C85D12E1040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DESCRIPTION </a:t>
            </a:r>
            <a:endParaRPr lang="en-US" dirty="0"/>
          </a:p>
        </p:txBody>
      </p:sp>
      <p:pic>
        <p:nvPicPr>
          <p:cNvPr id="6" name="Picture 5" descr="A diagram of a tree&#10;&#10;Description automatically generated">
            <a:extLst>
              <a:ext uri="{FF2B5EF4-FFF2-40B4-BE49-F238E27FC236}">
                <a16:creationId xmlns:a16="http://schemas.microsoft.com/office/drawing/2014/main" id="{5F389F4A-234D-590E-0CE1-5AFC41DEB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890" y="1449508"/>
            <a:ext cx="6491916" cy="393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59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796686"/>
            <a:ext cx="10172210" cy="100671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/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binary min heap containing n elements, the largest element can be found in __________ time.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a) O(n)</a:t>
            </a:r>
            <a:br>
              <a:rPr lang="en-US" dirty="0"/>
            </a:br>
            <a:r>
              <a:rPr lang="en-US" dirty="0"/>
              <a:t>b) O(</a:t>
            </a:r>
            <a:r>
              <a:rPr lang="en-US" dirty="0" err="1"/>
              <a:t>nlogn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c) O(</a:t>
            </a:r>
            <a:r>
              <a:rPr lang="en-US" dirty="0" err="1"/>
              <a:t>logn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d) O(1)</a:t>
            </a:r>
            <a:endParaRPr lang="en-IN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4" y="3798238"/>
            <a:ext cx="10413281" cy="801058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The procedure FindMin() to find the minimum element and the procedure DeleteMin() to delete the minimum element in min heap take _________</a:t>
            </a:r>
            <a:br>
              <a:rPr lang="en-US" dirty="0"/>
            </a:br>
            <a:endParaRPr lang="en-IN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26828" y="4727197"/>
            <a:ext cx="5154516" cy="20360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a) logarithmic and linear time constant respectively</a:t>
            </a:r>
            <a:br>
              <a:rPr lang="en-US" dirty="0"/>
            </a:br>
            <a:r>
              <a:rPr lang="en-US" dirty="0"/>
              <a:t>b) constant and linear time respectively</a:t>
            </a:r>
            <a:br>
              <a:rPr lang="en-US" dirty="0"/>
            </a:br>
            <a:r>
              <a:rPr lang="en-US" dirty="0"/>
              <a:t>c) constant and quadratic time respectively</a:t>
            </a:r>
            <a:br>
              <a:rPr lang="en-US" dirty="0"/>
            </a:br>
            <a:r>
              <a:rPr lang="en-US" dirty="0"/>
              <a:t>d) constant and logarithmic time respectively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2307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How to find Smallest node in BST</a:t>
            </a:r>
            <a:endParaRPr lang="en-US" b="1" dirty="0">
              <a:cs typeface="Calibri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cs typeface="Calibri"/>
              </a:rPr>
              <a:t>2.How to find largest node in BST</a:t>
            </a:r>
            <a:endParaRPr lang="en-US" dirty="0">
              <a:cs typeface="Calibri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cs typeface="Calibri"/>
              </a:rPr>
              <a:t>3. How to search a node in BST</a:t>
            </a:r>
          </a:p>
          <a:p>
            <a:pPr>
              <a:lnSpc>
                <a:spcPct val="200000"/>
              </a:lnSpc>
            </a:pPr>
            <a:endParaRPr lang="en-US" b="1" dirty="0">
              <a:cs typeface="Calibri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ACTIVITIES/ CASE STUDIES/ 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083212" y="1252025"/>
            <a:ext cx="10086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Add the following values one at a time to an initially empty binary search tree :</a:t>
            </a:r>
          </a:p>
          <a:p>
            <a:pPr>
              <a:defRPr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10,23,85,44,26,89,62,45,89</a:t>
            </a:r>
          </a:p>
          <a:p>
            <a:pPr marL="0" indent="0" algn="ctr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Write a procedure to search maximum node.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REFERENCES FOR FURTHER LEARNING OF THE SESSION</a:t>
            </a:r>
            <a:endParaRPr lang="en-US" sz="2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3388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Reference Books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 Analysis in PYTHON, 2010, Mark Allen Weiss, Second Edition, Pearson Education.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Algorithms,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A.V.Aho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J.E.Hopcroft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J.D.Ullman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Pearson Education, First Edition Reprint2003.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Python 3 Programming, John Hunt, 4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Edition, Springer Nature Switzerland AG 2019.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Python Basics: A Practice Introduction to Python 3, David Amos, Dan Bader, Joanna Jablonski, Fletcher Heisler, 4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edition, Real Python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latin typeface="Times New Roman"/>
                <a:cs typeface="Times New Roman"/>
              </a:rPr>
              <a:t>Sites and Web links:</a:t>
            </a: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https://docs.python.org/3/tutorial/datastructures.html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https://www.w3schools.com/dsa/dsa_intro.php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3.    https://www.geeksforgeeks.org/python-data-structures/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05743" y="1436914"/>
            <a:ext cx="8116891" cy="330389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b="1" dirty="0">
              <a:latin typeface="Times New Roman"/>
              <a:cs typeface="Times New Roman"/>
            </a:endParaRPr>
          </a:p>
          <a:p>
            <a:pPr algn="ctr"/>
            <a:r>
              <a:rPr lang="en-US" sz="3200" b="1" dirty="0">
                <a:latin typeface="Times New Roman"/>
                <a:cs typeface="Times New Roman"/>
              </a:rPr>
              <a:t>THANK YOU</a:t>
            </a: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r>
              <a:rPr lang="en-US" sz="3600" b="1" dirty="0">
                <a:latin typeface="Times New Roman"/>
                <a:cs typeface="Times New Roman"/>
              </a:rPr>
              <a:t>Team – </a:t>
            </a:r>
            <a:r>
              <a:rPr lang="en-US" sz="36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600" b="1" cap="all" dirty="0">
              <a:solidFill>
                <a:schemeClr val="bg1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endParaRPr lang="en-US" sz="3600" b="1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188029"/>
            <a:ext cx="3235570" cy="10341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0125a647-8023-46ae-ae6e-85cf36d841bd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d43ee83c-3e71-4748-8ebc-8eaadf79342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</TotalTime>
  <Words>656</Words>
  <Application>Microsoft Office PowerPoint</Application>
  <PresentationFormat>Widescreen</PresentationFormat>
  <Paragraphs>99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BioRhyme ExtraBold</vt:lpstr>
      <vt:lpstr>Calibri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Ravi Pallapati</cp:lastModifiedBy>
  <cp:revision>98</cp:revision>
  <dcterms:created xsi:type="dcterms:W3CDTF">2020-02-08T09:57:44Z</dcterms:created>
  <dcterms:modified xsi:type="dcterms:W3CDTF">2024-12-14T06:12:22Z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